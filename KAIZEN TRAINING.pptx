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7" r:id="rId1"/>
  </p:sldMasterIdLst>
  <p:notesMasterIdLst>
    <p:notesMasterId r:id="rId54"/>
  </p:notesMasterIdLst>
  <p:handoutMasterIdLst>
    <p:handoutMasterId r:id="rId55"/>
  </p:handoutMasterIdLst>
  <p:sldIdLst>
    <p:sldId id="335" r:id="rId2"/>
    <p:sldId id="423" r:id="rId3"/>
    <p:sldId id="424" r:id="rId4"/>
    <p:sldId id="425" r:id="rId5"/>
    <p:sldId id="426" r:id="rId6"/>
    <p:sldId id="427" r:id="rId7"/>
    <p:sldId id="304" r:id="rId8"/>
    <p:sldId id="305" r:id="rId9"/>
    <p:sldId id="306" r:id="rId10"/>
    <p:sldId id="307" r:id="rId11"/>
    <p:sldId id="339" r:id="rId12"/>
    <p:sldId id="340" r:id="rId13"/>
    <p:sldId id="422" r:id="rId14"/>
    <p:sldId id="343" r:id="rId15"/>
    <p:sldId id="344" r:id="rId16"/>
    <p:sldId id="352" r:id="rId17"/>
    <p:sldId id="354" r:id="rId18"/>
    <p:sldId id="373" r:id="rId19"/>
    <p:sldId id="375" r:id="rId20"/>
    <p:sldId id="376" r:id="rId21"/>
    <p:sldId id="377" r:id="rId22"/>
    <p:sldId id="378" r:id="rId23"/>
    <p:sldId id="380" r:id="rId24"/>
    <p:sldId id="381" r:id="rId25"/>
    <p:sldId id="384" r:id="rId26"/>
    <p:sldId id="383" r:id="rId27"/>
    <p:sldId id="382" r:id="rId28"/>
    <p:sldId id="388" r:id="rId29"/>
    <p:sldId id="389" r:id="rId30"/>
    <p:sldId id="392" r:id="rId31"/>
    <p:sldId id="393" r:id="rId32"/>
    <p:sldId id="394" r:id="rId33"/>
    <p:sldId id="395" r:id="rId34"/>
    <p:sldId id="391" r:id="rId35"/>
    <p:sldId id="396" r:id="rId36"/>
    <p:sldId id="397" r:id="rId37"/>
    <p:sldId id="398" r:id="rId38"/>
    <p:sldId id="385" r:id="rId39"/>
    <p:sldId id="386" r:id="rId40"/>
    <p:sldId id="387" r:id="rId41"/>
    <p:sldId id="399" r:id="rId42"/>
    <p:sldId id="411" r:id="rId43"/>
    <p:sldId id="409" r:id="rId44"/>
    <p:sldId id="410" r:id="rId45"/>
    <p:sldId id="402" r:id="rId46"/>
    <p:sldId id="412" r:id="rId47"/>
    <p:sldId id="419" r:id="rId48"/>
    <p:sldId id="414" r:id="rId49"/>
    <p:sldId id="415" r:id="rId50"/>
    <p:sldId id="416" r:id="rId51"/>
    <p:sldId id="417" r:id="rId52"/>
    <p:sldId id="418" r:id="rId53"/>
  </p:sldIdLst>
  <p:sldSz cx="9906000" cy="6858000" type="A4"/>
  <p:notesSz cx="6797675" cy="9926638"/>
  <p:defaultTextStyle>
    <a:defPPr>
      <a:defRPr lang="ja-JP"/>
    </a:defPPr>
    <a:lvl1pPr algn="l" rtl="0" fontAlgn="base">
      <a:spcBef>
        <a:spcPct val="0"/>
      </a:spcBef>
      <a:spcAft>
        <a:spcPct val="0"/>
      </a:spcAft>
      <a:defRPr kumimoji="1" sz="2800" b="1" kern="1200">
        <a:solidFill>
          <a:schemeClr val="tx1"/>
        </a:solidFill>
        <a:latin typeface="イワタ中丸ゴシック体(GT)" charset="-128"/>
        <a:ea typeface="MS PGothic" panose="020B0600070205080204" pitchFamily="34" charset="-128"/>
        <a:cs typeface="+mn-cs"/>
      </a:defRPr>
    </a:lvl1pPr>
    <a:lvl2pPr marL="457200" algn="l" rtl="0" fontAlgn="base">
      <a:spcBef>
        <a:spcPct val="0"/>
      </a:spcBef>
      <a:spcAft>
        <a:spcPct val="0"/>
      </a:spcAft>
      <a:defRPr kumimoji="1" sz="2800" b="1" kern="1200">
        <a:solidFill>
          <a:schemeClr val="tx1"/>
        </a:solidFill>
        <a:latin typeface="イワタ中丸ゴシック体(GT)" charset="-128"/>
        <a:ea typeface="MS PGothic" panose="020B0600070205080204" pitchFamily="34" charset="-128"/>
        <a:cs typeface="+mn-cs"/>
      </a:defRPr>
    </a:lvl2pPr>
    <a:lvl3pPr marL="914400" algn="l" rtl="0" fontAlgn="base">
      <a:spcBef>
        <a:spcPct val="0"/>
      </a:spcBef>
      <a:spcAft>
        <a:spcPct val="0"/>
      </a:spcAft>
      <a:defRPr kumimoji="1" sz="2800" b="1" kern="1200">
        <a:solidFill>
          <a:schemeClr val="tx1"/>
        </a:solidFill>
        <a:latin typeface="イワタ中丸ゴシック体(GT)" charset="-128"/>
        <a:ea typeface="MS PGothic" panose="020B0600070205080204" pitchFamily="34" charset="-128"/>
        <a:cs typeface="+mn-cs"/>
      </a:defRPr>
    </a:lvl3pPr>
    <a:lvl4pPr marL="1371600" algn="l" rtl="0" fontAlgn="base">
      <a:spcBef>
        <a:spcPct val="0"/>
      </a:spcBef>
      <a:spcAft>
        <a:spcPct val="0"/>
      </a:spcAft>
      <a:defRPr kumimoji="1" sz="2800" b="1" kern="1200">
        <a:solidFill>
          <a:schemeClr val="tx1"/>
        </a:solidFill>
        <a:latin typeface="イワタ中丸ゴシック体(GT)" charset="-128"/>
        <a:ea typeface="MS PGothic" panose="020B0600070205080204" pitchFamily="34" charset="-128"/>
        <a:cs typeface="+mn-cs"/>
      </a:defRPr>
    </a:lvl4pPr>
    <a:lvl5pPr marL="1828800" algn="l" rtl="0" fontAlgn="base">
      <a:spcBef>
        <a:spcPct val="0"/>
      </a:spcBef>
      <a:spcAft>
        <a:spcPct val="0"/>
      </a:spcAft>
      <a:defRPr kumimoji="1" sz="2800" b="1" kern="1200">
        <a:solidFill>
          <a:schemeClr val="tx1"/>
        </a:solidFill>
        <a:latin typeface="イワタ中丸ゴシック体(GT)" charset="-128"/>
        <a:ea typeface="MS PGothic" panose="020B0600070205080204" pitchFamily="34" charset="-128"/>
        <a:cs typeface="+mn-cs"/>
      </a:defRPr>
    </a:lvl5pPr>
    <a:lvl6pPr marL="2286000" algn="l" defTabSz="914400" rtl="0" eaLnBrk="1" latinLnBrk="0" hangingPunct="1">
      <a:defRPr kumimoji="1" sz="2800" b="1" kern="1200">
        <a:solidFill>
          <a:schemeClr val="tx1"/>
        </a:solidFill>
        <a:latin typeface="イワタ中丸ゴシック体(GT)" charset="-128"/>
        <a:ea typeface="MS PGothic" panose="020B0600070205080204" pitchFamily="34" charset="-128"/>
        <a:cs typeface="+mn-cs"/>
      </a:defRPr>
    </a:lvl6pPr>
    <a:lvl7pPr marL="2743200" algn="l" defTabSz="914400" rtl="0" eaLnBrk="1" latinLnBrk="0" hangingPunct="1">
      <a:defRPr kumimoji="1" sz="2800" b="1" kern="1200">
        <a:solidFill>
          <a:schemeClr val="tx1"/>
        </a:solidFill>
        <a:latin typeface="イワタ中丸ゴシック体(GT)" charset="-128"/>
        <a:ea typeface="MS PGothic" panose="020B0600070205080204" pitchFamily="34" charset="-128"/>
        <a:cs typeface="+mn-cs"/>
      </a:defRPr>
    </a:lvl7pPr>
    <a:lvl8pPr marL="3200400" algn="l" defTabSz="914400" rtl="0" eaLnBrk="1" latinLnBrk="0" hangingPunct="1">
      <a:defRPr kumimoji="1" sz="2800" b="1" kern="1200">
        <a:solidFill>
          <a:schemeClr val="tx1"/>
        </a:solidFill>
        <a:latin typeface="イワタ中丸ゴシック体(GT)" charset="-128"/>
        <a:ea typeface="MS PGothic" panose="020B0600070205080204" pitchFamily="34" charset="-128"/>
        <a:cs typeface="+mn-cs"/>
      </a:defRPr>
    </a:lvl8pPr>
    <a:lvl9pPr marL="3657600" algn="l" defTabSz="914400" rtl="0" eaLnBrk="1" latinLnBrk="0" hangingPunct="1">
      <a:defRPr kumimoji="1" sz="2800" b="1" kern="1200">
        <a:solidFill>
          <a:schemeClr val="tx1"/>
        </a:solidFill>
        <a:latin typeface="イワタ中丸ゴシック体(GT)" charset="-128"/>
        <a:ea typeface="MS PGothic" panose="020B0600070205080204" pitchFamily="34" charset="-128"/>
        <a:cs typeface="+mn-cs"/>
      </a:defRPr>
    </a:lvl9pPr>
  </p:defaultTextStyle>
  <p:extLst>
    <p:ext uri="{EFAFB233-063F-42B5-8137-9DF3F51BA10A}">
      <p15:sldGuideLst xmlns:p15="http://schemas.microsoft.com/office/powerpoint/2012/main">
        <p15:guide id="1" orient="horz" pos="5136">
          <p15:clr>
            <a:srgbClr val="A4A3A4"/>
          </p15:clr>
        </p15:guide>
        <p15:guide id="2" orient="horz" pos="-624">
          <p15:clr>
            <a:srgbClr val="A4A3A4"/>
          </p15:clr>
        </p15:guide>
        <p15:guide id="3" orient="horz" pos="-240">
          <p15:clr>
            <a:srgbClr val="A4A3A4"/>
          </p15:clr>
        </p15:guide>
        <p15:guide id="4" orient="horz" pos="-336">
          <p15:clr>
            <a:srgbClr val="A4A3A4"/>
          </p15:clr>
        </p15:guide>
        <p15:guide id="5" orient="horz" pos="2208">
          <p15:clr>
            <a:srgbClr val="A4A3A4"/>
          </p15:clr>
        </p15:guide>
        <p15:guide id="6" orient="horz" pos="3792">
          <p15:clr>
            <a:srgbClr val="A4A3A4"/>
          </p15:clr>
        </p15:guide>
        <p15:guide id="7" orient="horz" pos="3264">
          <p15:clr>
            <a:srgbClr val="A4A3A4"/>
          </p15:clr>
        </p15:guide>
        <p15:guide id="8" orient="horz" pos="2784">
          <p15:clr>
            <a:srgbClr val="A4A3A4"/>
          </p15:clr>
        </p15:guide>
        <p15:guide id="9" pos="3120">
          <p15:clr>
            <a:srgbClr val="A4A3A4"/>
          </p15:clr>
        </p15:guide>
        <p15:guide id="10" pos="5040">
          <p15:clr>
            <a:srgbClr val="A4A3A4"/>
          </p15:clr>
        </p15:guide>
        <p15:guide id="11" pos="4944">
          <p15:clr>
            <a:srgbClr val="A4A3A4"/>
          </p15:clr>
        </p15:guide>
        <p15:guide id="12" pos="480">
          <p15:clr>
            <a:srgbClr val="A4A3A4"/>
          </p15:clr>
        </p15:guide>
        <p15:guide id="13" pos="4320">
          <p15:clr>
            <a:srgbClr val="A4A3A4"/>
          </p15:clr>
        </p15:guide>
      </p15:sldGuideLst>
    </p:ext>
    <p:ext uri="{2D200454-40CA-4A62-9FC3-DE9A4176ACB9}">
      <p15:notesGuideLst xmlns:p15="http://schemas.microsoft.com/office/powerpoint/2012/main">
        <p15:guide id="1" orient="horz" pos="3126">
          <p15:clr>
            <a:srgbClr val="A4A3A4"/>
          </p15:clr>
        </p15:guide>
        <p15:guide id="2" pos="214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99"/>
    <a:srgbClr val="00FF00"/>
    <a:srgbClr val="CC0066"/>
    <a:srgbClr val="D60093"/>
    <a:srgbClr val="0000CC"/>
    <a:srgbClr val="66FFCC"/>
    <a:srgbClr val="FFFFFF"/>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6290" autoAdjust="0"/>
  </p:normalViewPr>
  <p:slideViewPr>
    <p:cSldViewPr>
      <p:cViewPr varScale="1">
        <p:scale>
          <a:sx n="82" d="100"/>
          <a:sy n="82" d="100"/>
        </p:scale>
        <p:origin x="1277" y="72"/>
      </p:cViewPr>
      <p:guideLst>
        <p:guide orient="horz" pos="5136"/>
        <p:guide orient="horz" pos="-624"/>
        <p:guide orient="horz" pos="-240"/>
        <p:guide orient="horz" pos="-336"/>
        <p:guide orient="horz" pos="2208"/>
        <p:guide orient="horz" pos="3792"/>
        <p:guide orient="horz" pos="3264"/>
        <p:guide orient="horz" pos="2784"/>
        <p:guide pos="3120"/>
        <p:guide pos="5040"/>
        <p:guide pos="4944"/>
        <p:guide pos="480"/>
        <p:guide pos="432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0" d="100"/>
          <a:sy n="50" d="100"/>
        </p:scale>
        <p:origin x="-1896" y="-72"/>
      </p:cViewPr>
      <p:guideLst>
        <p:guide orient="horz" pos="3126"/>
        <p:guide pos="214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6674" name="Rectangle 2"/>
          <p:cNvSpPr>
            <a:spLocks noGrp="1" noChangeArrowheads="1"/>
          </p:cNvSpPr>
          <p:nvPr>
            <p:ph type="hdr" sz="quarter"/>
          </p:nvPr>
        </p:nvSpPr>
        <p:spPr bwMode="auto">
          <a:xfrm>
            <a:off x="0" y="0"/>
            <a:ext cx="2959100" cy="469900"/>
          </a:xfrm>
          <a:prstGeom prst="rect">
            <a:avLst/>
          </a:prstGeom>
          <a:noFill/>
          <a:ln w="9525">
            <a:noFill/>
            <a:miter lim="800000"/>
            <a:headEnd/>
            <a:tailEnd/>
          </a:ln>
          <a:effectLst/>
        </p:spPr>
        <p:txBody>
          <a:bodyPr vert="horz" wrap="square" lIns="93930" tIns="46966" rIns="93930" bIns="46966" numCol="1" anchor="t" anchorCtr="0" compatLnSpc="1">
            <a:prstTxWarp prst="textNoShape">
              <a:avLst/>
            </a:prstTxWarp>
          </a:bodyPr>
          <a:lstStyle>
            <a:lvl1pPr defTabSz="939800">
              <a:defRPr sz="1200" b="0" smtClean="0">
                <a:latin typeface="Times New Roman" pitchFamily="18" charset="0"/>
              </a:defRPr>
            </a:lvl1pPr>
          </a:lstStyle>
          <a:p>
            <a:pPr>
              <a:defRPr/>
            </a:pPr>
            <a:endParaRPr lang="en-US" altLang="ja-JP"/>
          </a:p>
        </p:txBody>
      </p:sp>
      <p:sp>
        <p:nvSpPr>
          <p:cNvPr id="156675" name="Rectangle 3"/>
          <p:cNvSpPr>
            <a:spLocks noGrp="1" noChangeArrowheads="1"/>
          </p:cNvSpPr>
          <p:nvPr>
            <p:ph type="dt" sz="quarter" idx="1"/>
          </p:nvPr>
        </p:nvSpPr>
        <p:spPr bwMode="auto">
          <a:xfrm>
            <a:off x="3814763" y="0"/>
            <a:ext cx="2959100" cy="469900"/>
          </a:xfrm>
          <a:prstGeom prst="rect">
            <a:avLst/>
          </a:prstGeom>
          <a:noFill/>
          <a:ln w="9525">
            <a:noFill/>
            <a:miter lim="800000"/>
            <a:headEnd/>
            <a:tailEnd/>
          </a:ln>
          <a:effectLst/>
        </p:spPr>
        <p:txBody>
          <a:bodyPr vert="horz" wrap="square" lIns="93930" tIns="46966" rIns="93930" bIns="46966" numCol="1" anchor="t" anchorCtr="0" compatLnSpc="1">
            <a:prstTxWarp prst="textNoShape">
              <a:avLst/>
            </a:prstTxWarp>
          </a:bodyPr>
          <a:lstStyle>
            <a:lvl1pPr algn="r" defTabSz="939800">
              <a:defRPr sz="1200" b="0" smtClean="0">
                <a:latin typeface="Times New Roman" pitchFamily="18" charset="0"/>
              </a:defRPr>
            </a:lvl1pPr>
          </a:lstStyle>
          <a:p>
            <a:pPr>
              <a:defRPr/>
            </a:pPr>
            <a:endParaRPr lang="en-US" altLang="ja-JP"/>
          </a:p>
        </p:txBody>
      </p:sp>
      <p:sp>
        <p:nvSpPr>
          <p:cNvPr id="156676" name="Rectangle 4"/>
          <p:cNvSpPr>
            <a:spLocks noGrp="1" noChangeArrowheads="1"/>
          </p:cNvSpPr>
          <p:nvPr>
            <p:ph type="ftr" sz="quarter" idx="2"/>
          </p:nvPr>
        </p:nvSpPr>
        <p:spPr bwMode="auto">
          <a:xfrm>
            <a:off x="0" y="9391650"/>
            <a:ext cx="2959100" cy="547688"/>
          </a:xfrm>
          <a:prstGeom prst="rect">
            <a:avLst/>
          </a:prstGeom>
          <a:noFill/>
          <a:ln w="9525">
            <a:noFill/>
            <a:miter lim="800000"/>
            <a:headEnd/>
            <a:tailEnd/>
          </a:ln>
          <a:effectLst/>
        </p:spPr>
        <p:txBody>
          <a:bodyPr vert="horz" wrap="square" lIns="93930" tIns="46966" rIns="93930" bIns="46966" numCol="1" anchor="b" anchorCtr="0" compatLnSpc="1">
            <a:prstTxWarp prst="textNoShape">
              <a:avLst/>
            </a:prstTxWarp>
          </a:bodyPr>
          <a:lstStyle>
            <a:lvl1pPr defTabSz="939800">
              <a:defRPr sz="1200" b="0" smtClean="0">
                <a:latin typeface="Times New Roman" pitchFamily="18" charset="0"/>
              </a:defRPr>
            </a:lvl1pPr>
          </a:lstStyle>
          <a:p>
            <a:pPr>
              <a:defRPr/>
            </a:pPr>
            <a:endParaRPr lang="en-US" altLang="ja-JP"/>
          </a:p>
        </p:txBody>
      </p:sp>
      <p:sp>
        <p:nvSpPr>
          <p:cNvPr id="156677" name="Rectangle 5"/>
          <p:cNvSpPr>
            <a:spLocks noGrp="1" noChangeArrowheads="1"/>
          </p:cNvSpPr>
          <p:nvPr>
            <p:ph type="sldNum" sz="quarter" idx="3"/>
          </p:nvPr>
        </p:nvSpPr>
        <p:spPr bwMode="auto">
          <a:xfrm>
            <a:off x="3814763" y="9391650"/>
            <a:ext cx="2959100" cy="547688"/>
          </a:xfrm>
          <a:prstGeom prst="rect">
            <a:avLst/>
          </a:prstGeom>
          <a:noFill/>
          <a:ln w="9525">
            <a:noFill/>
            <a:miter lim="800000"/>
            <a:headEnd/>
            <a:tailEnd/>
          </a:ln>
          <a:effectLst/>
        </p:spPr>
        <p:txBody>
          <a:bodyPr vert="horz" wrap="square" lIns="93930" tIns="46966" rIns="93930" bIns="46966" numCol="1" anchor="b" anchorCtr="0" compatLnSpc="1">
            <a:prstTxWarp prst="textNoShape">
              <a:avLst/>
            </a:prstTxWarp>
          </a:bodyPr>
          <a:lstStyle>
            <a:lvl1pPr algn="r" defTabSz="939800">
              <a:defRPr sz="1200" b="0">
                <a:latin typeface="Times New Roman" panose="02020603050405020304" pitchFamily="18" charset="0"/>
              </a:defRPr>
            </a:lvl1pPr>
          </a:lstStyle>
          <a:p>
            <a:fld id="{0FD68706-D80A-4443-BFA4-C0D221B8F560}" type="slidenum">
              <a:rPr lang="en-US" altLang="ja-JP"/>
              <a:pPr/>
              <a:t>‹#›</a:t>
            </a:fld>
            <a:endParaRPr lang="en-US" altLang="ja-JP"/>
          </a:p>
        </p:txBody>
      </p:sp>
    </p:spTree>
    <p:extLst>
      <p:ext uri="{BB962C8B-B14F-4D97-AF65-F5344CB8AC3E}">
        <p14:creationId xmlns:p14="http://schemas.microsoft.com/office/powerpoint/2010/main" val="102874037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44813" cy="495300"/>
          </a:xfrm>
          <a:prstGeom prst="rect">
            <a:avLst/>
          </a:prstGeom>
          <a:noFill/>
          <a:ln w="9525">
            <a:noFill/>
            <a:miter lim="800000"/>
            <a:headEnd/>
            <a:tailEnd/>
          </a:ln>
          <a:effectLst/>
        </p:spPr>
        <p:txBody>
          <a:bodyPr vert="horz" wrap="square" lIns="93921" tIns="46962" rIns="93921" bIns="46962" numCol="1" anchor="t" anchorCtr="0" compatLnSpc="1">
            <a:prstTxWarp prst="textNoShape">
              <a:avLst/>
            </a:prstTxWarp>
          </a:bodyPr>
          <a:lstStyle>
            <a:lvl1pPr defTabSz="939800">
              <a:defRPr sz="1200" b="0">
                <a:latin typeface="Times New Roman" pitchFamily="18" charset="0"/>
                <a:ea typeface="MS PGothic" pitchFamily="34" charset="-128"/>
              </a:defRPr>
            </a:lvl1pPr>
          </a:lstStyle>
          <a:p>
            <a:pPr>
              <a:defRPr/>
            </a:pPr>
            <a:endParaRPr lang="en-US" altLang="ja-JP"/>
          </a:p>
        </p:txBody>
      </p:sp>
      <p:sp>
        <p:nvSpPr>
          <p:cNvPr id="6147" name="Rectangle 3"/>
          <p:cNvSpPr>
            <a:spLocks noGrp="1" noChangeArrowheads="1"/>
          </p:cNvSpPr>
          <p:nvPr>
            <p:ph type="dt" idx="1"/>
          </p:nvPr>
        </p:nvSpPr>
        <p:spPr bwMode="auto">
          <a:xfrm>
            <a:off x="3852863" y="0"/>
            <a:ext cx="2944812" cy="495300"/>
          </a:xfrm>
          <a:prstGeom prst="rect">
            <a:avLst/>
          </a:prstGeom>
          <a:noFill/>
          <a:ln w="9525">
            <a:noFill/>
            <a:miter lim="800000"/>
            <a:headEnd/>
            <a:tailEnd/>
          </a:ln>
          <a:effectLst/>
        </p:spPr>
        <p:txBody>
          <a:bodyPr vert="horz" wrap="square" lIns="93921" tIns="46962" rIns="93921" bIns="46962" numCol="1" anchor="t" anchorCtr="0" compatLnSpc="1">
            <a:prstTxWarp prst="textNoShape">
              <a:avLst/>
            </a:prstTxWarp>
          </a:bodyPr>
          <a:lstStyle>
            <a:lvl1pPr algn="r" defTabSz="939800">
              <a:defRPr sz="1200" b="0">
                <a:latin typeface="Times New Roman" pitchFamily="18" charset="0"/>
                <a:ea typeface="MS PGothic" pitchFamily="34" charset="-128"/>
              </a:defRPr>
            </a:lvl1pPr>
          </a:lstStyle>
          <a:p>
            <a:pPr>
              <a:defRPr/>
            </a:pPr>
            <a:endParaRPr lang="en-US" altLang="ja-JP"/>
          </a:p>
        </p:txBody>
      </p:sp>
      <p:sp>
        <p:nvSpPr>
          <p:cNvPr id="61444" name="Rectangle 4"/>
          <p:cNvSpPr>
            <a:spLocks noGrp="1" noRot="1" noChangeAspect="1" noChangeArrowheads="1" noTextEdit="1"/>
          </p:cNvSpPr>
          <p:nvPr>
            <p:ph type="sldImg" idx="2"/>
          </p:nvPr>
        </p:nvSpPr>
        <p:spPr bwMode="auto">
          <a:xfrm>
            <a:off x="709613" y="744538"/>
            <a:ext cx="5376862" cy="37226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p:cNvSpPr>
            <a:spLocks noGrp="1" noChangeArrowheads="1"/>
          </p:cNvSpPr>
          <p:nvPr>
            <p:ph type="body" sz="quarter" idx="3"/>
          </p:nvPr>
        </p:nvSpPr>
        <p:spPr bwMode="auto">
          <a:xfrm>
            <a:off x="906463" y="4714875"/>
            <a:ext cx="4984750" cy="4467225"/>
          </a:xfrm>
          <a:prstGeom prst="rect">
            <a:avLst/>
          </a:prstGeom>
          <a:noFill/>
          <a:ln w="9525">
            <a:noFill/>
            <a:miter lim="800000"/>
            <a:headEnd/>
            <a:tailEnd/>
          </a:ln>
          <a:effectLst/>
        </p:spPr>
        <p:txBody>
          <a:bodyPr vert="horz" wrap="square" lIns="93921" tIns="46962" rIns="93921" bIns="46962" numCol="1" anchor="t" anchorCtr="0" compatLnSpc="1">
            <a:prstTxWarp prst="textNoShape">
              <a:avLst/>
            </a:prstTxWarp>
          </a:bodyPr>
          <a:lstStyle/>
          <a:p>
            <a:pPr lvl="0"/>
            <a:r>
              <a:rPr lang="ja-JP" altLang="en-US" noProof="0"/>
              <a:t>マスター</a:t>
            </a:r>
            <a:r>
              <a:rPr lang="en-US" altLang="ja-JP" noProof="0"/>
              <a:t> </a:t>
            </a:r>
            <a:r>
              <a:rPr lang="ja-JP" altLang="en-US" noProof="0"/>
              <a:t>テキストの書式設定</a:t>
            </a:r>
            <a:endParaRPr lang="en-US" altLang="ja-JP" noProof="0"/>
          </a:p>
          <a:p>
            <a:pPr lvl="1"/>
            <a:r>
              <a:rPr lang="ja-JP" altLang="en-US" noProof="0"/>
              <a:t>第</a:t>
            </a:r>
            <a:r>
              <a:rPr lang="en-US" altLang="ja-JP" noProof="0"/>
              <a:t> 2 </a:t>
            </a:r>
            <a:r>
              <a:rPr lang="ja-JP" altLang="en-US" noProof="0"/>
              <a:t>レベル</a:t>
            </a:r>
            <a:endParaRPr lang="en-US" altLang="ja-JP" noProof="0"/>
          </a:p>
          <a:p>
            <a:pPr lvl="2"/>
            <a:r>
              <a:rPr lang="ja-JP" altLang="en-US" noProof="0"/>
              <a:t>第</a:t>
            </a:r>
            <a:r>
              <a:rPr lang="en-US" altLang="ja-JP" noProof="0"/>
              <a:t> 3 </a:t>
            </a:r>
            <a:r>
              <a:rPr lang="ja-JP" altLang="en-US" noProof="0"/>
              <a:t>レベル</a:t>
            </a:r>
            <a:endParaRPr lang="en-US" altLang="ja-JP" noProof="0"/>
          </a:p>
          <a:p>
            <a:pPr lvl="3"/>
            <a:r>
              <a:rPr lang="ja-JP" altLang="en-US" noProof="0"/>
              <a:t>第</a:t>
            </a:r>
            <a:r>
              <a:rPr lang="en-US" altLang="ja-JP" noProof="0"/>
              <a:t> 4 </a:t>
            </a:r>
            <a:r>
              <a:rPr lang="ja-JP" altLang="en-US" noProof="0"/>
              <a:t>レベル</a:t>
            </a:r>
            <a:endParaRPr lang="en-US" altLang="ja-JP" noProof="0"/>
          </a:p>
          <a:p>
            <a:pPr lvl="4"/>
            <a:r>
              <a:rPr lang="ja-JP" altLang="en-US" noProof="0"/>
              <a:t>第</a:t>
            </a:r>
            <a:r>
              <a:rPr lang="en-US" altLang="ja-JP" noProof="0"/>
              <a:t> 5 </a:t>
            </a:r>
            <a:r>
              <a:rPr lang="ja-JP" altLang="en-US" noProof="0"/>
              <a:t>レベル</a:t>
            </a:r>
            <a:endParaRPr lang="en-US" altLang="ja-JP" noProof="0"/>
          </a:p>
        </p:txBody>
      </p:sp>
      <p:sp>
        <p:nvSpPr>
          <p:cNvPr id="6150" name="Rectangle 6"/>
          <p:cNvSpPr>
            <a:spLocks noGrp="1" noChangeArrowheads="1"/>
          </p:cNvSpPr>
          <p:nvPr>
            <p:ph type="ftr" sz="quarter" idx="4"/>
          </p:nvPr>
        </p:nvSpPr>
        <p:spPr bwMode="auto">
          <a:xfrm>
            <a:off x="0" y="9431338"/>
            <a:ext cx="2944813" cy="495300"/>
          </a:xfrm>
          <a:prstGeom prst="rect">
            <a:avLst/>
          </a:prstGeom>
          <a:noFill/>
          <a:ln w="9525">
            <a:noFill/>
            <a:miter lim="800000"/>
            <a:headEnd/>
            <a:tailEnd/>
          </a:ln>
          <a:effectLst/>
        </p:spPr>
        <p:txBody>
          <a:bodyPr vert="horz" wrap="square" lIns="93921" tIns="46962" rIns="93921" bIns="46962" numCol="1" anchor="b" anchorCtr="0" compatLnSpc="1">
            <a:prstTxWarp prst="textNoShape">
              <a:avLst/>
            </a:prstTxWarp>
          </a:bodyPr>
          <a:lstStyle>
            <a:lvl1pPr defTabSz="939800">
              <a:defRPr sz="1200" b="0">
                <a:latin typeface="Times New Roman" pitchFamily="18" charset="0"/>
                <a:ea typeface="MS PGothic" pitchFamily="34" charset="-128"/>
              </a:defRPr>
            </a:lvl1pPr>
          </a:lstStyle>
          <a:p>
            <a:pPr>
              <a:defRPr/>
            </a:pPr>
            <a:endParaRPr lang="en-US" altLang="ja-JP"/>
          </a:p>
        </p:txBody>
      </p:sp>
      <p:sp>
        <p:nvSpPr>
          <p:cNvPr id="6151" name="Rectangle 7"/>
          <p:cNvSpPr>
            <a:spLocks noGrp="1" noChangeArrowheads="1"/>
          </p:cNvSpPr>
          <p:nvPr>
            <p:ph type="sldNum" sz="quarter" idx="5"/>
          </p:nvPr>
        </p:nvSpPr>
        <p:spPr bwMode="auto">
          <a:xfrm>
            <a:off x="3852863" y="9431338"/>
            <a:ext cx="2944812" cy="495300"/>
          </a:xfrm>
          <a:prstGeom prst="rect">
            <a:avLst/>
          </a:prstGeom>
          <a:noFill/>
          <a:ln w="9525">
            <a:noFill/>
            <a:miter lim="800000"/>
            <a:headEnd/>
            <a:tailEnd/>
          </a:ln>
          <a:effectLst/>
        </p:spPr>
        <p:txBody>
          <a:bodyPr vert="horz" wrap="square" lIns="93921" tIns="46962" rIns="93921" bIns="46962" numCol="1" anchor="b" anchorCtr="0" compatLnSpc="1">
            <a:prstTxWarp prst="textNoShape">
              <a:avLst/>
            </a:prstTxWarp>
          </a:bodyPr>
          <a:lstStyle>
            <a:lvl1pPr algn="r" defTabSz="939800">
              <a:defRPr sz="1200" b="0">
                <a:latin typeface="Times New Roman" panose="02020603050405020304" pitchFamily="18" charset="0"/>
              </a:defRPr>
            </a:lvl1pPr>
          </a:lstStyle>
          <a:p>
            <a:fld id="{EA83C05C-B5E5-4A57-9AC2-4741BA34D60E}" type="slidenum">
              <a:rPr lang="en-US" altLang="ja-JP"/>
              <a:pPr/>
              <a:t>‹#›</a:t>
            </a:fld>
            <a:endParaRPr lang="en-US" altLang="ja-JP"/>
          </a:p>
        </p:txBody>
      </p:sp>
    </p:spTree>
    <p:extLst>
      <p:ext uri="{BB962C8B-B14F-4D97-AF65-F5344CB8AC3E}">
        <p14:creationId xmlns:p14="http://schemas.microsoft.com/office/powerpoint/2010/main" val="207007487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08" charset="0"/>
        <a:ea typeface="MS PMincho" pitchFamily="18" charset="-128"/>
        <a:cs typeface="ＭＳ Ｐ明朝" pitchFamily="-108" charset="-128"/>
      </a:defRPr>
    </a:lvl1pPr>
    <a:lvl2pPr marL="457200" algn="l" rtl="0" eaLnBrk="0" fontAlgn="base" hangingPunct="0">
      <a:spcBef>
        <a:spcPct val="30000"/>
      </a:spcBef>
      <a:spcAft>
        <a:spcPct val="0"/>
      </a:spcAft>
      <a:defRPr kumimoji="1" sz="1200" kern="1200">
        <a:solidFill>
          <a:schemeClr val="tx1"/>
        </a:solidFill>
        <a:latin typeface="Times New Roman" pitchFamily="-108" charset="0"/>
        <a:ea typeface="MS PMincho" pitchFamily="18" charset="-128"/>
        <a:cs typeface="ＭＳ Ｐ明朝" pitchFamily="-108" charset="-128"/>
      </a:defRPr>
    </a:lvl2pPr>
    <a:lvl3pPr marL="914400" algn="l" rtl="0" eaLnBrk="0" fontAlgn="base" hangingPunct="0">
      <a:spcBef>
        <a:spcPct val="30000"/>
      </a:spcBef>
      <a:spcAft>
        <a:spcPct val="0"/>
      </a:spcAft>
      <a:defRPr kumimoji="1" sz="1200" kern="1200">
        <a:solidFill>
          <a:schemeClr val="tx1"/>
        </a:solidFill>
        <a:latin typeface="Times New Roman" pitchFamily="-108" charset="0"/>
        <a:ea typeface="MS PMincho" pitchFamily="18" charset="-128"/>
        <a:cs typeface="ＭＳ Ｐ明朝" pitchFamily="-108" charset="-128"/>
      </a:defRPr>
    </a:lvl3pPr>
    <a:lvl4pPr marL="1371600" algn="l" rtl="0" eaLnBrk="0" fontAlgn="base" hangingPunct="0">
      <a:spcBef>
        <a:spcPct val="30000"/>
      </a:spcBef>
      <a:spcAft>
        <a:spcPct val="0"/>
      </a:spcAft>
      <a:defRPr kumimoji="1" sz="1200" kern="1200">
        <a:solidFill>
          <a:schemeClr val="tx1"/>
        </a:solidFill>
        <a:latin typeface="Times New Roman" pitchFamily="-108" charset="0"/>
        <a:ea typeface="MS PMincho" pitchFamily="18" charset="-128"/>
        <a:cs typeface="ＭＳ Ｐ明朝" pitchFamily="-108" charset="-128"/>
      </a:defRPr>
    </a:lvl4pPr>
    <a:lvl5pPr marL="1828800" algn="l" rtl="0" eaLnBrk="0" fontAlgn="base" hangingPunct="0">
      <a:spcBef>
        <a:spcPct val="30000"/>
      </a:spcBef>
      <a:spcAft>
        <a:spcPct val="0"/>
      </a:spcAft>
      <a:defRPr kumimoji="1" sz="1200" kern="1200">
        <a:solidFill>
          <a:schemeClr val="tx1"/>
        </a:solidFill>
        <a:latin typeface="Times New Roman" pitchFamily="-108" charset="0"/>
        <a:ea typeface="MS PMincho" pitchFamily="18" charset="-128"/>
        <a:cs typeface="ＭＳ Ｐ明朝" pitchFamily="-108" charset="-128"/>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eaLnBrk="0" hangingPunct="0">
              <a:defRPr kumimoji="1" sz="2800" b="1">
                <a:solidFill>
                  <a:schemeClr val="tx1"/>
                </a:solidFill>
                <a:latin typeface="イワタ中丸ゴシック体(GT)" charset="-128"/>
                <a:ea typeface="MS PGothic" panose="020B0600070205080204" pitchFamily="34" charset="-128"/>
              </a:defRPr>
            </a:lvl1pPr>
            <a:lvl2pPr marL="742950" indent="-285750" defTabSz="939800" eaLnBrk="0" hangingPunct="0">
              <a:defRPr kumimoji="1" sz="2800" b="1">
                <a:solidFill>
                  <a:schemeClr val="tx1"/>
                </a:solidFill>
                <a:latin typeface="イワタ中丸ゴシック体(GT)" charset="-128"/>
                <a:ea typeface="MS PGothic" panose="020B0600070205080204" pitchFamily="34" charset="-128"/>
              </a:defRPr>
            </a:lvl2pPr>
            <a:lvl3pPr marL="1143000" indent="-228600" defTabSz="939800" eaLnBrk="0" hangingPunct="0">
              <a:defRPr kumimoji="1" sz="2800" b="1">
                <a:solidFill>
                  <a:schemeClr val="tx1"/>
                </a:solidFill>
                <a:latin typeface="イワタ中丸ゴシック体(GT)" charset="-128"/>
                <a:ea typeface="MS PGothic" panose="020B0600070205080204" pitchFamily="34" charset="-128"/>
              </a:defRPr>
            </a:lvl3pPr>
            <a:lvl4pPr marL="1600200" indent="-228600" defTabSz="939800" eaLnBrk="0" hangingPunct="0">
              <a:defRPr kumimoji="1" sz="2800" b="1">
                <a:solidFill>
                  <a:schemeClr val="tx1"/>
                </a:solidFill>
                <a:latin typeface="イワタ中丸ゴシック体(GT)" charset="-128"/>
                <a:ea typeface="MS PGothic" panose="020B0600070205080204" pitchFamily="34" charset="-128"/>
              </a:defRPr>
            </a:lvl4pPr>
            <a:lvl5pPr marL="2057400" indent="-228600" defTabSz="939800" eaLnBrk="0" hangingPunct="0">
              <a:defRPr kumimoji="1" sz="2800" b="1">
                <a:solidFill>
                  <a:schemeClr val="tx1"/>
                </a:solidFill>
                <a:latin typeface="イワタ中丸ゴシック体(GT)" charset="-128"/>
                <a:ea typeface="MS PGothic" panose="020B0600070205080204" pitchFamily="34" charset="-128"/>
              </a:defRPr>
            </a:lvl5pPr>
            <a:lvl6pPr marL="25146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fld id="{12D95E7F-8A34-4954-9705-3A4A14B50731}" type="slidenum">
              <a:rPr lang="en-US" altLang="ja-JP" sz="1200" b="0">
                <a:latin typeface="Times New Roman" panose="02020603050405020304" pitchFamily="18" charset="0"/>
              </a:rPr>
              <a:pPr eaLnBrk="1" hangingPunct="1"/>
              <a:t>1</a:t>
            </a:fld>
            <a:endParaRPr lang="en-US" altLang="ja-JP" sz="1200" b="0">
              <a:latin typeface="Times New Roman" panose="02020603050405020304" pitchFamily="18" charset="0"/>
            </a:endParaRPr>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ms-MY">
              <a:latin typeface="Times New Roman" panose="02020603050405020304" pitchFamily="18" charset="0"/>
            </a:endParaRPr>
          </a:p>
        </p:txBody>
      </p:sp>
    </p:spTree>
    <p:extLst>
      <p:ext uri="{BB962C8B-B14F-4D97-AF65-F5344CB8AC3E}">
        <p14:creationId xmlns:p14="http://schemas.microsoft.com/office/powerpoint/2010/main" val="1827004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eaLnBrk="0" hangingPunct="0">
              <a:defRPr kumimoji="1" sz="2800" b="1">
                <a:solidFill>
                  <a:schemeClr val="tx1"/>
                </a:solidFill>
                <a:latin typeface="イワタ中丸ゴシック体(GT)" charset="-128"/>
                <a:ea typeface="MS PGothic" panose="020B0600070205080204" pitchFamily="34" charset="-128"/>
              </a:defRPr>
            </a:lvl1pPr>
            <a:lvl2pPr marL="742950" indent="-285750" defTabSz="939800" eaLnBrk="0" hangingPunct="0">
              <a:defRPr kumimoji="1" sz="2800" b="1">
                <a:solidFill>
                  <a:schemeClr val="tx1"/>
                </a:solidFill>
                <a:latin typeface="イワタ中丸ゴシック体(GT)" charset="-128"/>
                <a:ea typeface="MS PGothic" panose="020B0600070205080204" pitchFamily="34" charset="-128"/>
              </a:defRPr>
            </a:lvl2pPr>
            <a:lvl3pPr marL="1143000" indent="-228600" defTabSz="939800" eaLnBrk="0" hangingPunct="0">
              <a:defRPr kumimoji="1" sz="2800" b="1">
                <a:solidFill>
                  <a:schemeClr val="tx1"/>
                </a:solidFill>
                <a:latin typeface="イワタ中丸ゴシック体(GT)" charset="-128"/>
                <a:ea typeface="MS PGothic" panose="020B0600070205080204" pitchFamily="34" charset="-128"/>
              </a:defRPr>
            </a:lvl3pPr>
            <a:lvl4pPr marL="1600200" indent="-228600" defTabSz="939800" eaLnBrk="0" hangingPunct="0">
              <a:defRPr kumimoji="1" sz="2800" b="1">
                <a:solidFill>
                  <a:schemeClr val="tx1"/>
                </a:solidFill>
                <a:latin typeface="イワタ中丸ゴシック体(GT)" charset="-128"/>
                <a:ea typeface="MS PGothic" panose="020B0600070205080204" pitchFamily="34" charset="-128"/>
              </a:defRPr>
            </a:lvl4pPr>
            <a:lvl5pPr marL="2057400" indent="-228600" defTabSz="939800" eaLnBrk="0" hangingPunct="0">
              <a:defRPr kumimoji="1" sz="2800" b="1">
                <a:solidFill>
                  <a:schemeClr val="tx1"/>
                </a:solidFill>
                <a:latin typeface="イワタ中丸ゴシック体(GT)" charset="-128"/>
                <a:ea typeface="MS PGothic" panose="020B0600070205080204" pitchFamily="34" charset="-128"/>
              </a:defRPr>
            </a:lvl5pPr>
            <a:lvl6pPr marL="25146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fld id="{E5F5D446-C3B3-4082-81A5-08F2AD51E16F}" type="slidenum">
              <a:rPr lang="en-US" altLang="ja-JP" sz="1200" b="0">
                <a:latin typeface="Times New Roman" panose="02020603050405020304" pitchFamily="18" charset="0"/>
              </a:rPr>
              <a:pPr eaLnBrk="1" hangingPunct="1"/>
              <a:t>7</a:t>
            </a:fld>
            <a:endParaRPr lang="en-US" altLang="ja-JP" sz="1200" b="0">
              <a:latin typeface="Times New Roman" panose="02020603050405020304" pitchFamily="18" charset="0"/>
            </a:endParaRPr>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50000"/>
              </a:spcBef>
            </a:pPr>
            <a:r>
              <a:rPr lang="en-US" altLang="ja-JP" b="1">
                <a:effectLst>
                  <a:outerShdw blurRad="38100" dist="38100" dir="2700000" algn="tl">
                    <a:srgbClr val="C0C0C0"/>
                  </a:outerShdw>
                </a:effectLst>
                <a:latin typeface="Times New Roman" panose="02020603050405020304" pitchFamily="18" charset="0"/>
              </a:rPr>
              <a:t>QC Circle :</a:t>
            </a:r>
          </a:p>
          <a:p>
            <a:r>
              <a:rPr lang="en-US" altLang="ja-JP" b="1">
                <a:effectLst>
                  <a:outerShdw blurRad="38100" dist="38100" dir="2700000" algn="tl">
                    <a:srgbClr val="C0C0C0"/>
                  </a:outerShdw>
                </a:effectLst>
                <a:latin typeface="Times New Roman" panose="02020603050405020304" pitchFamily="18" charset="0"/>
              </a:rPr>
              <a:t>are small groups consisting of first-line employees who </a:t>
            </a:r>
          </a:p>
          <a:p>
            <a:r>
              <a:rPr lang="en-US" altLang="ja-JP" b="1">
                <a:effectLst>
                  <a:outerShdw blurRad="38100" dist="38100" dir="2700000" algn="tl">
                    <a:srgbClr val="C0C0C0"/>
                  </a:outerShdw>
                </a:effectLst>
                <a:latin typeface="Times New Roman" panose="02020603050405020304" pitchFamily="18" charset="0"/>
              </a:rPr>
              <a:t>continually control and improve the quality of their work, products and services</a:t>
            </a:r>
            <a:endParaRPr lang="th-TH" altLang="ja-JP" b="1">
              <a:effectLst>
                <a:outerShdw blurRad="38100" dist="38100" dir="2700000" algn="tl">
                  <a:srgbClr val="C0C0C0"/>
                </a:outerShdw>
              </a:effectLst>
              <a:latin typeface="Times New Roman" panose="02020603050405020304" pitchFamily="18" charset="0"/>
              <a:cs typeface="Angsana New" pitchFamily="18" charset="-34"/>
            </a:endParaRPr>
          </a:p>
          <a:p>
            <a:r>
              <a:rPr lang="en-US" altLang="ja-JP" b="1">
                <a:effectLst>
                  <a:outerShdw blurRad="38100" dist="38100" dir="2700000" algn="tl">
                    <a:srgbClr val="C0C0C0"/>
                  </a:outerShdw>
                </a:effectLst>
                <a:latin typeface="Times New Roman" panose="02020603050405020304" pitchFamily="18" charset="0"/>
              </a:rPr>
              <a:t>These activities</a:t>
            </a:r>
            <a:endParaRPr lang="th-TH" altLang="ja-JP" b="1">
              <a:effectLst>
                <a:outerShdw blurRad="38100" dist="38100" dir="2700000" algn="tl">
                  <a:srgbClr val="C0C0C0"/>
                </a:outerShdw>
              </a:effectLst>
              <a:latin typeface="Times New Roman" panose="02020603050405020304" pitchFamily="18" charset="0"/>
              <a:cs typeface="Angsana New" pitchFamily="18" charset="-34"/>
            </a:endParaRPr>
          </a:p>
          <a:p>
            <a:r>
              <a:rPr lang="en-US" altLang="ja-JP" b="1">
                <a:effectLst>
                  <a:outerShdw blurRad="38100" dist="38100" dir="2700000" algn="tl">
                    <a:srgbClr val="C0C0C0"/>
                  </a:outerShdw>
                </a:effectLst>
                <a:latin typeface="Times New Roman" panose="02020603050405020304" pitchFamily="18" charset="0"/>
              </a:rPr>
              <a:t>Develop members’ capabilities and achieve self-actualization </a:t>
            </a:r>
          </a:p>
          <a:p>
            <a:r>
              <a:rPr lang="en-US" altLang="ja-JP" b="1">
                <a:effectLst>
                  <a:outerShdw blurRad="38100" dist="38100" dir="2700000" algn="tl">
                    <a:srgbClr val="C0C0C0"/>
                  </a:outerShdw>
                </a:effectLst>
                <a:latin typeface="Times New Roman" panose="02020603050405020304" pitchFamily="18" charset="0"/>
              </a:rPr>
              <a:t> Make the workplace more pleasant, lively and satisfying.</a:t>
            </a:r>
          </a:p>
          <a:p>
            <a:r>
              <a:rPr lang="en-US" altLang="ja-JP" b="1">
                <a:effectLst>
                  <a:outerShdw blurRad="38100" dist="38100" dir="2700000" algn="tl">
                    <a:srgbClr val="C0C0C0"/>
                  </a:outerShdw>
                </a:effectLst>
                <a:latin typeface="Times New Roman" panose="02020603050405020304" pitchFamily="18" charset="0"/>
              </a:rPr>
              <a:t> improve customer satisfaction and contribute to society.</a:t>
            </a:r>
          </a:p>
          <a:p>
            <a:r>
              <a:rPr lang="en-US" altLang="ja-JP" b="1">
                <a:effectLst>
                  <a:outerShdw blurRad="38100" dist="38100" dir="2700000" algn="tl">
                    <a:srgbClr val="C0C0C0"/>
                  </a:outerShdw>
                </a:effectLst>
                <a:latin typeface="Times New Roman" panose="02020603050405020304" pitchFamily="18" charset="0"/>
              </a:rPr>
              <a:t>These small groups</a:t>
            </a:r>
          </a:p>
          <a:p>
            <a:pPr eaLnBrk="1" hangingPunct="1">
              <a:spcBef>
                <a:spcPct val="0"/>
              </a:spcBef>
            </a:pPr>
            <a:r>
              <a:rPr lang="en-US" altLang="ms-MY" b="1">
                <a:effectLst>
                  <a:outerShdw blurRad="38100" dist="38100" dir="2700000" algn="tl">
                    <a:srgbClr val="C0C0C0"/>
                  </a:outerShdw>
                </a:effectLst>
                <a:latin typeface="Times New Roman" panose="02020603050405020304" pitchFamily="18" charset="0"/>
              </a:rPr>
              <a:t>Operate autonomously, utilize quality control concepts and techniques and other improvement tools, tap members creativity and promote self- and mutual-development.</a:t>
            </a:r>
          </a:p>
          <a:p>
            <a:pPr eaLnBrk="1" hangingPunct="1">
              <a:spcBef>
                <a:spcPct val="0"/>
              </a:spcBef>
            </a:pPr>
            <a:r>
              <a:rPr lang="en-US" altLang="ja-JP" b="1">
                <a:effectLst>
                  <a:outerShdw blurRad="38100" dist="38100" dir="2700000" algn="tl">
                    <a:srgbClr val="C0C0C0"/>
                  </a:outerShdw>
                </a:effectLst>
                <a:latin typeface="Times New Roman" panose="02020603050405020304" pitchFamily="18" charset="0"/>
              </a:rPr>
              <a:t>Executives and managers</a:t>
            </a:r>
            <a:endParaRPr lang="th-TH" altLang="ja-JP" b="1">
              <a:effectLst>
                <a:outerShdw blurRad="38100" dist="38100" dir="2700000" algn="tl">
                  <a:srgbClr val="C0C0C0"/>
                </a:outerShdw>
              </a:effectLst>
              <a:latin typeface="Times New Roman" panose="02020603050405020304" pitchFamily="18" charset="0"/>
              <a:cs typeface="Angsana New" pitchFamily="18" charset="-34"/>
            </a:endParaRPr>
          </a:p>
          <a:p>
            <a:r>
              <a:rPr lang="en-US" altLang="ja-JP" b="1">
                <a:effectLst>
                  <a:outerShdw blurRad="38100" dist="38100" dir="2700000" algn="tl">
                    <a:srgbClr val="C0C0C0"/>
                  </a:outerShdw>
                </a:effectLst>
                <a:latin typeface="Times New Roman" panose="02020603050405020304" pitchFamily="18" charset="0"/>
              </a:rPr>
              <a:t>Ensure that QC circle activities contribute to improving the health of the enterprise by : </a:t>
            </a:r>
          </a:p>
          <a:p>
            <a:r>
              <a:rPr lang="en-US" altLang="ja-JP" b="1">
                <a:effectLst>
                  <a:outerShdw blurRad="38100" dist="38100" dir="2700000" algn="tl">
                    <a:srgbClr val="C0C0C0"/>
                  </a:outerShdw>
                </a:effectLst>
                <a:latin typeface="Times New Roman" panose="02020603050405020304" pitchFamily="18" charset="0"/>
              </a:rPr>
              <a:t>   treating QC circle activities as an important part of employee development and workplace vitalization, personally practicing company-wide improvement activities such as TQM and providing guidance and support for total participation while respecting the humanity of all employees.</a:t>
            </a:r>
            <a:endParaRPr lang="th-TH" altLang="ms-MY" b="1">
              <a:effectLst>
                <a:outerShdw blurRad="38100" dist="38100" dir="2700000" algn="tl">
                  <a:srgbClr val="C0C0C0"/>
                </a:outerShdw>
              </a:effectLst>
              <a:latin typeface="Times New Roman" panose="02020603050405020304" pitchFamily="18" charset="0"/>
            </a:endParaRPr>
          </a:p>
        </p:txBody>
      </p:sp>
    </p:spTree>
    <p:extLst>
      <p:ext uri="{BB962C8B-B14F-4D97-AF65-F5344CB8AC3E}">
        <p14:creationId xmlns:p14="http://schemas.microsoft.com/office/powerpoint/2010/main" val="38195734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eaLnBrk="0" hangingPunct="0">
              <a:defRPr kumimoji="1" sz="2800" b="1">
                <a:solidFill>
                  <a:schemeClr val="tx1"/>
                </a:solidFill>
                <a:latin typeface="イワタ中丸ゴシック体(GT)" charset="-128"/>
                <a:ea typeface="MS PGothic" panose="020B0600070205080204" pitchFamily="34" charset="-128"/>
              </a:defRPr>
            </a:lvl1pPr>
            <a:lvl2pPr marL="742950" indent="-285750" defTabSz="939800" eaLnBrk="0" hangingPunct="0">
              <a:defRPr kumimoji="1" sz="2800" b="1">
                <a:solidFill>
                  <a:schemeClr val="tx1"/>
                </a:solidFill>
                <a:latin typeface="イワタ中丸ゴシック体(GT)" charset="-128"/>
                <a:ea typeface="MS PGothic" panose="020B0600070205080204" pitchFamily="34" charset="-128"/>
              </a:defRPr>
            </a:lvl2pPr>
            <a:lvl3pPr marL="1143000" indent="-228600" defTabSz="939800" eaLnBrk="0" hangingPunct="0">
              <a:defRPr kumimoji="1" sz="2800" b="1">
                <a:solidFill>
                  <a:schemeClr val="tx1"/>
                </a:solidFill>
                <a:latin typeface="イワタ中丸ゴシック体(GT)" charset="-128"/>
                <a:ea typeface="MS PGothic" panose="020B0600070205080204" pitchFamily="34" charset="-128"/>
              </a:defRPr>
            </a:lvl3pPr>
            <a:lvl4pPr marL="1600200" indent="-228600" defTabSz="939800" eaLnBrk="0" hangingPunct="0">
              <a:defRPr kumimoji="1" sz="2800" b="1">
                <a:solidFill>
                  <a:schemeClr val="tx1"/>
                </a:solidFill>
                <a:latin typeface="イワタ中丸ゴシック体(GT)" charset="-128"/>
                <a:ea typeface="MS PGothic" panose="020B0600070205080204" pitchFamily="34" charset="-128"/>
              </a:defRPr>
            </a:lvl4pPr>
            <a:lvl5pPr marL="2057400" indent="-228600" defTabSz="939800" eaLnBrk="0" hangingPunct="0">
              <a:defRPr kumimoji="1" sz="2800" b="1">
                <a:solidFill>
                  <a:schemeClr val="tx1"/>
                </a:solidFill>
                <a:latin typeface="イワタ中丸ゴシック体(GT)" charset="-128"/>
                <a:ea typeface="MS PGothic" panose="020B0600070205080204" pitchFamily="34" charset="-128"/>
              </a:defRPr>
            </a:lvl5pPr>
            <a:lvl6pPr marL="25146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fld id="{FC81FD91-C308-4A96-AB25-F4CB4B75C405}" type="slidenum">
              <a:rPr lang="en-US" altLang="ja-JP" sz="1200" b="0">
                <a:latin typeface="Times New Roman" panose="02020603050405020304" pitchFamily="18" charset="0"/>
              </a:rPr>
              <a:pPr eaLnBrk="1" hangingPunct="1"/>
              <a:t>8</a:t>
            </a:fld>
            <a:endParaRPr lang="en-US" altLang="ja-JP" sz="1200" b="0">
              <a:latin typeface="Times New Roman" panose="02020603050405020304" pitchFamily="18" charset="0"/>
            </a:endParaRPr>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ms-MY">
              <a:latin typeface="Times New Roman" panose="02020603050405020304" pitchFamily="18" charset="0"/>
            </a:endParaRPr>
          </a:p>
        </p:txBody>
      </p:sp>
    </p:spTree>
    <p:extLst>
      <p:ext uri="{BB962C8B-B14F-4D97-AF65-F5344CB8AC3E}">
        <p14:creationId xmlns:p14="http://schemas.microsoft.com/office/powerpoint/2010/main" val="16100804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eaLnBrk="0" hangingPunct="0">
              <a:defRPr kumimoji="1" sz="2800" b="1">
                <a:solidFill>
                  <a:schemeClr val="tx1"/>
                </a:solidFill>
                <a:latin typeface="イワタ中丸ゴシック体(GT)" charset="-128"/>
                <a:ea typeface="MS PGothic" panose="020B0600070205080204" pitchFamily="34" charset="-128"/>
              </a:defRPr>
            </a:lvl1pPr>
            <a:lvl2pPr marL="742950" indent="-285750" defTabSz="939800" eaLnBrk="0" hangingPunct="0">
              <a:defRPr kumimoji="1" sz="2800" b="1">
                <a:solidFill>
                  <a:schemeClr val="tx1"/>
                </a:solidFill>
                <a:latin typeface="イワタ中丸ゴシック体(GT)" charset="-128"/>
                <a:ea typeface="MS PGothic" panose="020B0600070205080204" pitchFamily="34" charset="-128"/>
              </a:defRPr>
            </a:lvl2pPr>
            <a:lvl3pPr marL="1143000" indent="-228600" defTabSz="939800" eaLnBrk="0" hangingPunct="0">
              <a:defRPr kumimoji="1" sz="2800" b="1">
                <a:solidFill>
                  <a:schemeClr val="tx1"/>
                </a:solidFill>
                <a:latin typeface="イワタ中丸ゴシック体(GT)" charset="-128"/>
                <a:ea typeface="MS PGothic" panose="020B0600070205080204" pitchFamily="34" charset="-128"/>
              </a:defRPr>
            </a:lvl3pPr>
            <a:lvl4pPr marL="1600200" indent="-228600" defTabSz="939800" eaLnBrk="0" hangingPunct="0">
              <a:defRPr kumimoji="1" sz="2800" b="1">
                <a:solidFill>
                  <a:schemeClr val="tx1"/>
                </a:solidFill>
                <a:latin typeface="イワタ中丸ゴシック体(GT)" charset="-128"/>
                <a:ea typeface="MS PGothic" panose="020B0600070205080204" pitchFamily="34" charset="-128"/>
              </a:defRPr>
            </a:lvl4pPr>
            <a:lvl5pPr marL="2057400" indent="-228600" defTabSz="939800" eaLnBrk="0" hangingPunct="0">
              <a:defRPr kumimoji="1" sz="2800" b="1">
                <a:solidFill>
                  <a:schemeClr val="tx1"/>
                </a:solidFill>
                <a:latin typeface="イワタ中丸ゴシック体(GT)" charset="-128"/>
                <a:ea typeface="MS PGothic" panose="020B0600070205080204" pitchFamily="34" charset="-128"/>
              </a:defRPr>
            </a:lvl5pPr>
            <a:lvl6pPr marL="25146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fld id="{9BBD5CCA-97FF-4558-9882-0738B66515EB}" type="slidenum">
              <a:rPr lang="en-US" altLang="ja-JP" sz="1200" b="0">
                <a:latin typeface="Times New Roman" panose="02020603050405020304" pitchFamily="18" charset="0"/>
              </a:rPr>
              <a:pPr eaLnBrk="1" hangingPunct="1"/>
              <a:t>9</a:t>
            </a:fld>
            <a:endParaRPr lang="en-US" altLang="ja-JP" sz="1200" b="0">
              <a:latin typeface="Times New Roman" panose="02020603050405020304" pitchFamily="18" charset="0"/>
            </a:endParaRPr>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ms-MY">
              <a:latin typeface="Times New Roman" panose="02020603050405020304" pitchFamily="18" charset="0"/>
            </a:endParaRPr>
          </a:p>
        </p:txBody>
      </p:sp>
    </p:spTree>
    <p:extLst>
      <p:ext uri="{BB962C8B-B14F-4D97-AF65-F5344CB8AC3E}">
        <p14:creationId xmlns:p14="http://schemas.microsoft.com/office/powerpoint/2010/main" val="11528166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eaLnBrk="0" hangingPunct="0">
              <a:defRPr kumimoji="1" sz="2800" b="1">
                <a:solidFill>
                  <a:schemeClr val="tx1"/>
                </a:solidFill>
                <a:latin typeface="イワタ中丸ゴシック体(GT)" charset="-128"/>
                <a:ea typeface="MS PGothic" panose="020B0600070205080204" pitchFamily="34" charset="-128"/>
              </a:defRPr>
            </a:lvl1pPr>
            <a:lvl2pPr marL="742950" indent="-285750" defTabSz="939800" eaLnBrk="0" hangingPunct="0">
              <a:defRPr kumimoji="1" sz="2800" b="1">
                <a:solidFill>
                  <a:schemeClr val="tx1"/>
                </a:solidFill>
                <a:latin typeface="イワタ中丸ゴシック体(GT)" charset="-128"/>
                <a:ea typeface="MS PGothic" panose="020B0600070205080204" pitchFamily="34" charset="-128"/>
              </a:defRPr>
            </a:lvl2pPr>
            <a:lvl3pPr marL="1143000" indent="-228600" defTabSz="939800" eaLnBrk="0" hangingPunct="0">
              <a:defRPr kumimoji="1" sz="2800" b="1">
                <a:solidFill>
                  <a:schemeClr val="tx1"/>
                </a:solidFill>
                <a:latin typeface="イワタ中丸ゴシック体(GT)" charset="-128"/>
                <a:ea typeface="MS PGothic" panose="020B0600070205080204" pitchFamily="34" charset="-128"/>
              </a:defRPr>
            </a:lvl3pPr>
            <a:lvl4pPr marL="1600200" indent="-228600" defTabSz="939800" eaLnBrk="0" hangingPunct="0">
              <a:defRPr kumimoji="1" sz="2800" b="1">
                <a:solidFill>
                  <a:schemeClr val="tx1"/>
                </a:solidFill>
                <a:latin typeface="イワタ中丸ゴシック体(GT)" charset="-128"/>
                <a:ea typeface="MS PGothic" panose="020B0600070205080204" pitchFamily="34" charset="-128"/>
              </a:defRPr>
            </a:lvl4pPr>
            <a:lvl5pPr marL="2057400" indent="-228600" defTabSz="939800" eaLnBrk="0" hangingPunct="0">
              <a:defRPr kumimoji="1" sz="2800" b="1">
                <a:solidFill>
                  <a:schemeClr val="tx1"/>
                </a:solidFill>
                <a:latin typeface="イワタ中丸ゴシック体(GT)" charset="-128"/>
                <a:ea typeface="MS PGothic" panose="020B0600070205080204" pitchFamily="34" charset="-128"/>
              </a:defRPr>
            </a:lvl5pPr>
            <a:lvl6pPr marL="25146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fld id="{D6C30C1A-720C-4297-9D63-50274D925106}" type="slidenum">
              <a:rPr lang="en-US" altLang="ja-JP" sz="1200" b="0">
                <a:latin typeface="Times New Roman" panose="02020603050405020304" pitchFamily="18" charset="0"/>
              </a:rPr>
              <a:pPr eaLnBrk="1" hangingPunct="1"/>
              <a:t>10</a:t>
            </a:fld>
            <a:endParaRPr lang="en-US" altLang="ja-JP" sz="1200" b="0">
              <a:latin typeface="Times New Roman" panose="02020603050405020304" pitchFamily="18" charset="0"/>
            </a:endParaRPr>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ms-MY">
              <a:latin typeface="Times New Roman" panose="02020603050405020304" pitchFamily="18" charset="0"/>
            </a:endParaRPr>
          </a:p>
        </p:txBody>
      </p:sp>
    </p:spTree>
    <p:extLst>
      <p:ext uri="{BB962C8B-B14F-4D97-AF65-F5344CB8AC3E}">
        <p14:creationId xmlns:p14="http://schemas.microsoft.com/office/powerpoint/2010/main" val="29708357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eaLnBrk="0" hangingPunct="0">
              <a:defRPr kumimoji="1" sz="2800" b="1">
                <a:solidFill>
                  <a:schemeClr val="tx1"/>
                </a:solidFill>
                <a:latin typeface="イワタ中丸ゴシック体(GT)" charset="-128"/>
                <a:ea typeface="MS PGothic" panose="020B0600070205080204" pitchFamily="34" charset="-128"/>
              </a:defRPr>
            </a:lvl1pPr>
            <a:lvl2pPr marL="742950" indent="-285750" defTabSz="939800" eaLnBrk="0" hangingPunct="0">
              <a:defRPr kumimoji="1" sz="2800" b="1">
                <a:solidFill>
                  <a:schemeClr val="tx1"/>
                </a:solidFill>
                <a:latin typeface="イワタ中丸ゴシック体(GT)" charset="-128"/>
                <a:ea typeface="MS PGothic" panose="020B0600070205080204" pitchFamily="34" charset="-128"/>
              </a:defRPr>
            </a:lvl2pPr>
            <a:lvl3pPr marL="1143000" indent="-228600" defTabSz="939800" eaLnBrk="0" hangingPunct="0">
              <a:defRPr kumimoji="1" sz="2800" b="1">
                <a:solidFill>
                  <a:schemeClr val="tx1"/>
                </a:solidFill>
                <a:latin typeface="イワタ中丸ゴシック体(GT)" charset="-128"/>
                <a:ea typeface="MS PGothic" panose="020B0600070205080204" pitchFamily="34" charset="-128"/>
              </a:defRPr>
            </a:lvl3pPr>
            <a:lvl4pPr marL="1600200" indent="-228600" defTabSz="939800" eaLnBrk="0" hangingPunct="0">
              <a:defRPr kumimoji="1" sz="2800" b="1">
                <a:solidFill>
                  <a:schemeClr val="tx1"/>
                </a:solidFill>
                <a:latin typeface="イワタ中丸ゴシック体(GT)" charset="-128"/>
                <a:ea typeface="MS PGothic" panose="020B0600070205080204" pitchFamily="34" charset="-128"/>
              </a:defRPr>
            </a:lvl4pPr>
            <a:lvl5pPr marL="2057400" indent="-228600" defTabSz="939800" eaLnBrk="0" hangingPunct="0">
              <a:defRPr kumimoji="1" sz="2800" b="1">
                <a:solidFill>
                  <a:schemeClr val="tx1"/>
                </a:solidFill>
                <a:latin typeface="イワタ中丸ゴシック体(GT)" charset="-128"/>
                <a:ea typeface="MS PGothic" panose="020B0600070205080204" pitchFamily="34" charset="-128"/>
              </a:defRPr>
            </a:lvl5pPr>
            <a:lvl6pPr marL="25146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fld id="{B7DEF124-EB5A-4C86-B89D-6675EFB574EC}" type="slidenum">
              <a:rPr lang="en-US" altLang="ja-JP" sz="1200" b="0">
                <a:latin typeface="Times New Roman" panose="02020603050405020304" pitchFamily="18" charset="0"/>
              </a:rPr>
              <a:pPr eaLnBrk="1" hangingPunct="1"/>
              <a:t>11</a:t>
            </a:fld>
            <a:endParaRPr lang="en-US" altLang="ja-JP" sz="1200" b="0">
              <a:latin typeface="Times New Roman" panose="02020603050405020304" pitchFamily="18" charset="0"/>
            </a:endParaRPr>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ms-MY">
              <a:latin typeface="Times New Roman" panose="02020603050405020304" pitchFamily="18" charset="0"/>
            </a:endParaRPr>
          </a:p>
        </p:txBody>
      </p:sp>
    </p:spTree>
    <p:extLst>
      <p:ext uri="{BB962C8B-B14F-4D97-AF65-F5344CB8AC3E}">
        <p14:creationId xmlns:p14="http://schemas.microsoft.com/office/powerpoint/2010/main" val="40861823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eaLnBrk="0" hangingPunct="0">
              <a:defRPr kumimoji="1" sz="2800" b="1">
                <a:solidFill>
                  <a:schemeClr val="tx1"/>
                </a:solidFill>
                <a:latin typeface="イワタ中丸ゴシック体(GT)" charset="-128"/>
                <a:ea typeface="MS PGothic" panose="020B0600070205080204" pitchFamily="34" charset="-128"/>
              </a:defRPr>
            </a:lvl1pPr>
            <a:lvl2pPr marL="742950" indent="-285750" defTabSz="939800" eaLnBrk="0" hangingPunct="0">
              <a:defRPr kumimoji="1" sz="2800" b="1">
                <a:solidFill>
                  <a:schemeClr val="tx1"/>
                </a:solidFill>
                <a:latin typeface="イワタ中丸ゴシック体(GT)" charset="-128"/>
                <a:ea typeface="MS PGothic" panose="020B0600070205080204" pitchFamily="34" charset="-128"/>
              </a:defRPr>
            </a:lvl2pPr>
            <a:lvl3pPr marL="1143000" indent="-228600" defTabSz="939800" eaLnBrk="0" hangingPunct="0">
              <a:defRPr kumimoji="1" sz="2800" b="1">
                <a:solidFill>
                  <a:schemeClr val="tx1"/>
                </a:solidFill>
                <a:latin typeface="イワタ中丸ゴシック体(GT)" charset="-128"/>
                <a:ea typeface="MS PGothic" panose="020B0600070205080204" pitchFamily="34" charset="-128"/>
              </a:defRPr>
            </a:lvl3pPr>
            <a:lvl4pPr marL="1600200" indent="-228600" defTabSz="939800" eaLnBrk="0" hangingPunct="0">
              <a:defRPr kumimoji="1" sz="2800" b="1">
                <a:solidFill>
                  <a:schemeClr val="tx1"/>
                </a:solidFill>
                <a:latin typeface="イワタ中丸ゴシック体(GT)" charset="-128"/>
                <a:ea typeface="MS PGothic" panose="020B0600070205080204" pitchFamily="34" charset="-128"/>
              </a:defRPr>
            </a:lvl4pPr>
            <a:lvl5pPr marL="2057400" indent="-228600" defTabSz="939800" eaLnBrk="0" hangingPunct="0">
              <a:defRPr kumimoji="1" sz="2800" b="1">
                <a:solidFill>
                  <a:schemeClr val="tx1"/>
                </a:solidFill>
                <a:latin typeface="イワタ中丸ゴシック体(GT)" charset="-128"/>
                <a:ea typeface="MS PGothic" panose="020B0600070205080204" pitchFamily="34" charset="-128"/>
              </a:defRPr>
            </a:lvl5pPr>
            <a:lvl6pPr marL="25146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fld id="{BF209C5D-1637-4E37-96B2-484A581A06CD}" type="slidenum">
              <a:rPr lang="en-US" altLang="ja-JP" sz="1200" b="0">
                <a:latin typeface="Times New Roman" panose="02020603050405020304" pitchFamily="18" charset="0"/>
              </a:rPr>
              <a:pPr eaLnBrk="1" hangingPunct="1"/>
              <a:t>12</a:t>
            </a:fld>
            <a:endParaRPr lang="en-US" altLang="ja-JP" sz="1200" b="0">
              <a:latin typeface="Times New Roman" panose="02020603050405020304" pitchFamily="18" charset="0"/>
            </a:endParaRPr>
          </a:p>
        </p:txBody>
      </p:sp>
      <p:sp>
        <p:nvSpPr>
          <p:cNvPr id="71683" name="Rectangle 2"/>
          <p:cNvSpPr>
            <a:spLocks noGrp="1" noRot="1" noChangeAspect="1" noChangeArrowheads="1" noTextEdit="1"/>
          </p:cNvSpPr>
          <p:nvPr>
            <p:ph type="sldImg"/>
          </p:nvPr>
        </p:nvSpPr>
        <p:spPr>
          <a:xfrm>
            <a:off x="773113" y="782638"/>
            <a:ext cx="5313362" cy="3678237"/>
          </a:xfrm>
          <a:ln/>
        </p:spPr>
      </p:sp>
      <p:sp>
        <p:nvSpPr>
          <p:cNvPr id="71684" name="Rectangle 3"/>
          <p:cNvSpPr>
            <a:spLocks noGrp="1" noChangeArrowheads="1"/>
          </p:cNvSpPr>
          <p:nvPr>
            <p:ph type="body" idx="1"/>
          </p:nvPr>
        </p:nvSpPr>
        <p:spPr>
          <a:xfrm>
            <a:off x="933450" y="4695825"/>
            <a:ext cx="4983163" cy="44608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ms-MY">
              <a:latin typeface="Times New Roman" panose="02020603050405020304" pitchFamily="18" charset="0"/>
            </a:endParaRPr>
          </a:p>
        </p:txBody>
      </p:sp>
    </p:spTree>
    <p:extLst>
      <p:ext uri="{BB962C8B-B14F-4D97-AF65-F5344CB8AC3E}">
        <p14:creationId xmlns:p14="http://schemas.microsoft.com/office/powerpoint/2010/main" val="29654874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Rot="1" noChangeAspect="1" noChangeArrowheads="1" noTextEdit="1"/>
          </p:cNvSpPr>
          <p:nvPr>
            <p:ph type="sldImg"/>
          </p:nvPr>
        </p:nvSpPr>
        <p:spPr>
          <a:xfrm>
            <a:off x="773113" y="782638"/>
            <a:ext cx="5313362" cy="3678237"/>
          </a:xfrm>
          <a:ln/>
        </p:spPr>
      </p:sp>
      <p:sp>
        <p:nvSpPr>
          <p:cNvPr id="134147" name="Rectangle 3"/>
          <p:cNvSpPr>
            <a:spLocks noGrp="1" noChangeArrowheads="1"/>
          </p:cNvSpPr>
          <p:nvPr>
            <p:ph type="body" idx="1"/>
          </p:nvPr>
        </p:nvSpPr>
        <p:spPr>
          <a:xfrm>
            <a:off x="933450" y="4695825"/>
            <a:ext cx="4983163" cy="44608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th-TH" altLang="ms-MY">
              <a:latin typeface="Times New Roman" panose="02020603050405020304" pitchFamily="18" charset="0"/>
            </a:endParaRPr>
          </a:p>
        </p:txBody>
      </p:sp>
    </p:spTree>
    <p:extLst>
      <p:ext uri="{BB962C8B-B14F-4D97-AF65-F5344CB8AC3E}">
        <p14:creationId xmlns:p14="http://schemas.microsoft.com/office/powerpoint/2010/main" val="7942542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eaLnBrk="0" hangingPunct="0">
              <a:defRPr kumimoji="1" sz="2800" b="1">
                <a:solidFill>
                  <a:schemeClr val="tx1"/>
                </a:solidFill>
                <a:latin typeface="イワタ中丸ゴシック体(GT)" charset="-128"/>
                <a:ea typeface="MS PGothic" panose="020B0600070205080204" pitchFamily="34" charset="-128"/>
              </a:defRPr>
            </a:lvl1pPr>
            <a:lvl2pPr marL="742950" indent="-285750" defTabSz="939800" eaLnBrk="0" hangingPunct="0">
              <a:defRPr kumimoji="1" sz="2800" b="1">
                <a:solidFill>
                  <a:schemeClr val="tx1"/>
                </a:solidFill>
                <a:latin typeface="イワタ中丸ゴシック体(GT)" charset="-128"/>
                <a:ea typeface="MS PGothic" panose="020B0600070205080204" pitchFamily="34" charset="-128"/>
              </a:defRPr>
            </a:lvl2pPr>
            <a:lvl3pPr marL="1143000" indent="-228600" defTabSz="939800" eaLnBrk="0" hangingPunct="0">
              <a:defRPr kumimoji="1" sz="2800" b="1">
                <a:solidFill>
                  <a:schemeClr val="tx1"/>
                </a:solidFill>
                <a:latin typeface="イワタ中丸ゴシック体(GT)" charset="-128"/>
                <a:ea typeface="MS PGothic" panose="020B0600070205080204" pitchFamily="34" charset="-128"/>
              </a:defRPr>
            </a:lvl3pPr>
            <a:lvl4pPr marL="1600200" indent="-228600" defTabSz="939800" eaLnBrk="0" hangingPunct="0">
              <a:defRPr kumimoji="1" sz="2800" b="1">
                <a:solidFill>
                  <a:schemeClr val="tx1"/>
                </a:solidFill>
                <a:latin typeface="イワタ中丸ゴシック体(GT)" charset="-128"/>
                <a:ea typeface="MS PGothic" panose="020B0600070205080204" pitchFamily="34" charset="-128"/>
              </a:defRPr>
            </a:lvl4pPr>
            <a:lvl5pPr marL="2057400" indent="-228600" defTabSz="939800" eaLnBrk="0" hangingPunct="0">
              <a:defRPr kumimoji="1" sz="2800" b="1">
                <a:solidFill>
                  <a:schemeClr val="tx1"/>
                </a:solidFill>
                <a:latin typeface="イワタ中丸ゴシック体(GT)" charset="-128"/>
                <a:ea typeface="MS PGothic" panose="020B0600070205080204" pitchFamily="34" charset="-128"/>
              </a:defRPr>
            </a:lvl5pPr>
            <a:lvl6pPr marL="25146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fld id="{23558199-53E7-4204-A7C2-7E7F30FE8EE7}" type="slidenum">
              <a:rPr lang="en-US" altLang="ja-JP" sz="1200" b="0">
                <a:latin typeface="Times New Roman" panose="02020603050405020304" pitchFamily="18" charset="0"/>
              </a:rPr>
              <a:pPr eaLnBrk="1" hangingPunct="1"/>
              <a:t>14</a:t>
            </a:fld>
            <a:endParaRPr lang="en-US" altLang="ja-JP" sz="1200" b="0">
              <a:latin typeface="Times New Roman" panose="02020603050405020304" pitchFamily="18" charset="0"/>
            </a:endParaRPr>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ms-MY">
              <a:latin typeface="Times New Roman" panose="02020603050405020304" pitchFamily="18" charset="0"/>
            </a:endParaRPr>
          </a:p>
        </p:txBody>
      </p:sp>
    </p:spTree>
    <p:extLst>
      <p:ext uri="{BB962C8B-B14F-4D97-AF65-F5344CB8AC3E}">
        <p14:creationId xmlns:p14="http://schemas.microsoft.com/office/powerpoint/2010/main" val="16654249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eaLnBrk="0" hangingPunct="0">
              <a:defRPr kumimoji="1" sz="2800" b="1">
                <a:solidFill>
                  <a:schemeClr val="tx1"/>
                </a:solidFill>
                <a:latin typeface="イワタ中丸ゴシック体(GT)" charset="-128"/>
                <a:ea typeface="MS PGothic" panose="020B0600070205080204" pitchFamily="34" charset="-128"/>
              </a:defRPr>
            </a:lvl1pPr>
            <a:lvl2pPr marL="742950" indent="-285750" defTabSz="939800" eaLnBrk="0" hangingPunct="0">
              <a:defRPr kumimoji="1" sz="2800" b="1">
                <a:solidFill>
                  <a:schemeClr val="tx1"/>
                </a:solidFill>
                <a:latin typeface="イワタ中丸ゴシック体(GT)" charset="-128"/>
                <a:ea typeface="MS PGothic" panose="020B0600070205080204" pitchFamily="34" charset="-128"/>
              </a:defRPr>
            </a:lvl2pPr>
            <a:lvl3pPr marL="1143000" indent="-228600" defTabSz="939800" eaLnBrk="0" hangingPunct="0">
              <a:defRPr kumimoji="1" sz="2800" b="1">
                <a:solidFill>
                  <a:schemeClr val="tx1"/>
                </a:solidFill>
                <a:latin typeface="イワタ中丸ゴシック体(GT)" charset="-128"/>
                <a:ea typeface="MS PGothic" panose="020B0600070205080204" pitchFamily="34" charset="-128"/>
              </a:defRPr>
            </a:lvl3pPr>
            <a:lvl4pPr marL="1600200" indent="-228600" defTabSz="939800" eaLnBrk="0" hangingPunct="0">
              <a:defRPr kumimoji="1" sz="2800" b="1">
                <a:solidFill>
                  <a:schemeClr val="tx1"/>
                </a:solidFill>
                <a:latin typeface="イワタ中丸ゴシック体(GT)" charset="-128"/>
                <a:ea typeface="MS PGothic" panose="020B0600070205080204" pitchFamily="34" charset="-128"/>
              </a:defRPr>
            </a:lvl4pPr>
            <a:lvl5pPr marL="2057400" indent="-228600" defTabSz="939800" eaLnBrk="0" hangingPunct="0">
              <a:defRPr kumimoji="1" sz="2800" b="1">
                <a:solidFill>
                  <a:schemeClr val="tx1"/>
                </a:solidFill>
                <a:latin typeface="イワタ中丸ゴシック体(GT)" charset="-128"/>
                <a:ea typeface="MS PGothic" panose="020B0600070205080204" pitchFamily="34" charset="-128"/>
              </a:defRPr>
            </a:lvl5pPr>
            <a:lvl6pPr marL="25146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fld id="{86C0B521-0FDF-4CCA-9F24-B8C58645D613}" type="slidenum">
              <a:rPr lang="en-US" altLang="ja-JP" sz="1200" b="0">
                <a:latin typeface="Times New Roman" panose="02020603050405020304" pitchFamily="18" charset="0"/>
              </a:rPr>
              <a:pPr eaLnBrk="1" hangingPunct="1"/>
              <a:t>15</a:t>
            </a:fld>
            <a:endParaRPr lang="en-US" altLang="ja-JP" sz="1200" b="0">
              <a:latin typeface="Times New Roman" panose="02020603050405020304" pitchFamily="18" charset="0"/>
            </a:endParaRPr>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ms-MY">
              <a:latin typeface="Times New Roman" panose="02020603050405020304" pitchFamily="18" charset="0"/>
            </a:endParaRPr>
          </a:p>
        </p:txBody>
      </p:sp>
    </p:spTree>
    <p:extLst>
      <p:ext uri="{BB962C8B-B14F-4D97-AF65-F5344CB8AC3E}">
        <p14:creationId xmlns:p14="http://schemas.microsoft.com/office/powerpoint/2010/main" val="4653651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eaLnBrk="0" hangingPunct="0">
              <a:defRPr kumimoji="1" sz="2800" b="1">
                <a:solidFill>
                  <a:schemeClr val="tx1"/>
                </a:solidFill>
                <a:latin typeface="イワタ中丸ゴシック体(GT)" charset="-128"/>
                <a:ea typeface="MS PGothic" panose="020B0600070205080204" pitchFamily="34" charset="-128"/>
              </a:defRPr>
            </a:lvl1pPr>
            <a:lvl2pPr marL="742950" indent="-285750" defTabSz="939800" eaLnBrk="0" hangingPunct="0">
              <a:defRPr kumimoji="1" sz="2800" b="1">
                <a:solidFill>
                  <a:schemeClr val="tx1"/>
                </a:solidFill>
                <a:latin typeface="イワタ中丸ゴシック体(GT)" charset="-128"/>
                <a:ea typeface="MS PGothic" panose="020B0600070205080204" pitchFamily="34" charset="-128"/>
              </a:defRPr>
            </a:lvl2pPr>
            <a:lvl3pPr marL="1143000" indent="-228600" defTabSz="939800" eaLnBrk="0" hangingPunct="0">
              <a:defRPr kumimoji="1" sz="2800" b="1">
                <a:solidFill>
                  <a:schemeClr val="tx1"/>
                </a:solidFill>
                <a:latin typeface="イワタ中丸ゴシック体(GT)" charset="-128"/>
                <a:ea typeface="MS PGothic" panose="020B0600070205080204" pitchFamily="34" charset="-128"/>
              </a:defRPr>
            </a:lvl3pPr>
            <a:lvl4pPr marL="1600200" indent="-228600" defTabSz="939800" eaLnBrk="0" hangingPunct="0">
              <a:defRPr kumimoji="1" sz="2800" b="1">
                <a:solidFill>
                  <a:schemeClr val="tx1"/>
                </a:solidFill>
                <a:latin typeface="イワタ中丸ゴシック体(GT)" charset="-128"/>
                <a:ea typeface="MS PGothic" panose="020B0600070205080204" pitchFamily="34" charset="-128"/>
              </a:defRPr>
            </a:lvl4pPr>
            <a:lvl5pPr marL="2057400" indent="-228600" defTabSz="939800" eaLnBrk="0" hangingPunct="0">
              <a:defRPr kumimoji="1" sz="2800" b="1">
                <a:solidFill>
                  <a:schemeClr val="tx1"/>
                </a:solidFill>
                <a:latin typeface="イワタ中丸ゴシック体(GT)" charset="-128"/>
                <a:ea typeface="MS PGothic" panose="020B0600070205080204" pitchFamily="34" charset="-128"/>
              </a:defRPr>
            </a:lvl5pPr>
            <a:lvl6pPr marL="25146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fld id="{1FA49EFD-5927-4CD7-AAD2-08E95A6442FB}" type="slidenum">
              <a:rPr lang="en-US" altLang="ja-JP" sz="1200" b="0">
                <a:latin typeface="Times New Roman" panose="02020603050405020304" pitchFamily="18" charset="0"/>
              </a:rPr>
              <a:pPr eaLnBrk="1" hangingPunct="1"/>
              <a:t>16</a:t>
            </a:fld>
            <a:endParaRPr lang="en-US" altLang="ja-JP" sz="1200" b="0">
              <a:latin typeface="Times New Roman" panose="02020603050405020304" pitchFamily="18" charset="0"/>
            </a:endParaRPr>
          </a:p>
        </p:txBody>
      </p:sp>
      <p:sp>
        <p:nvSpPr>
          <p:cNvPr id="81923"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ms-MY">
              <a:latin typeface="Times New Roman" panose="02020603050405020304" pitchFamily="18" charset="0"/>
            </a:endParaRPr>
          </a:p>
        </p:txBody>
      </p:sp>
    </p:spTree>
    <p:extLst>
      <p:ext uri="{BB962C8B-B14F-4D97-AF65-F5344CB8AC3E}">
        <p14:creationId xmlns:p14="http://schemas.microsoft.com/office/powerpoint/2010/main" val="2021329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eaLnBrk="0" hangingPunct="0">
              <a:defRPr kumimoji="1" sz="2800" b="1">
                <a:solidFill>
                  <a:schemeClr val="tx1"/>
                </a:solidFill>
                <a:latin typeface="イワタ中丸ゴシック体(GT)" charset="-128"/>
                <a:ea typeface="MS PGothic" panose="020B0600070205080204" pitchFamily="34" charset="-128"/>
              </a:defRPr>
            </a:lvl1pPr>
            <a:lvl2pPr marL="742950" indent="-285750" defTabSz="939800" eaLnBrk="0" hangingPunct="0">
              <a:defRPr kumimoji="1" sz="2800" b="1">
                <a:solidFill>
                  <a:schemeClr val="tx1"/>
                </a:solidFill>
                <a:latin typeface="イワタ中丸ゴシック体(GT)" charset="-128"/>
                <a:ea typeface="MS PGothic" panose="020B0600070205080204" pitchFamily="34" charset="-128"/>
              </a:defRPr>
            </a:lvl2pPr>
            <a:lvl3pPr marL="1143000" indent="-228600" defTabSz="939800" eaLnBrk="0" hangingPunct="0">
              <a:defRPr kumimoji="1" sz="2800" b="1">
                <a:solidFill>
                  <a:schemeClr val="tx1"/>
                </a:solidFill>
                <a:latin typeface="イワタ中丸ゴシック体(GT)" charset="-128"/>
                <a:ea typeface="MS PGothic" panose="020B0600070205080204" pitchFamily="34" charset="-128"/>
              </a:defRPr>
            </a:lvl3pPr>
            <a:lvl4pPr marL="1600200" indent="-228600" defTabSz="939800" eaLnBrk="0" hangingPunct="0">
              <a:defRPr kumimoji="1" sz="2800" b="1">
                <a:solidFill>
                  <a:schemeClr val="tx1"/>
                </a:solidFill>
                <a:latin typeface="イワタ中丸ゴシック体(GT)" charset="-128"/>
                <a:ea typeface="MS PGothic" panose="020B0600070205080204" pitchFamily="34" charset="-128"/>
              </a:defRPr>
            </a:lvl4pPr>
            <a:lvl5pPr marL="2057400" indent="-228600" defTabSz="939800" eaLnBrk="0" hangingPunct="0">
              <a:defRPr kumimoji="1" sz="2800" b="1">
                <a:solidFill>
                  <a:schemeClr val="tx1"/>
                </a:solidFill>
                <a:latin typeface="イワタ中丸ゴシック体(GT)" charset="-128"/>
                <a:ea typeface="MS PGothic" panose="020B0600070205080204" pitchFamily="34" charset="-128"/>
              </a:defRPr>
            </a:lvl5pPr>
            <a:lvl6pPr marL="25146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fld id="{EECD79CE-51AD-473D-9D18-365EF4A1D950}" type="slidenum">
              <a:rPr lang="en-US" altLang="ja-JP" sz="1200" b="0">
                <a:latin typeface="Times New Roman" panose="02020603050405020304" pitchFamily="18" charset="0"/>
              </a:rPr>
              <a:pPr eaLnBrk="1" hangingPunct="1"/>
              <a:t>17</a:t>
            </a:fld>
            <a:endParaRPr lang="en-US" altLang="ja-JP" sz="1200" b="0">
              <a:latin typeface="Times New Roman" panose="02020603050405020304"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ms-MY">
              <a:latin typeface="Times New Roman" panose="02020603050405020304" pitchFamily="18" charset="0"/>
            </a:endParaRPr>
          </a:p>
        </p:txBody>
      </p:sp>
    </p:spTree>
    <p:extLst>
      <p:ext uri="{BB962C8B-B14F-4D97-AF65-F5344CB8AC3E}">
        <p14:creationId xmlns:p14="http://schemas.microsoft.com/office/powerpoint/2010/main" val="28347605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eaLnBrk="0" hangingPunct="0">
              <a:defRPr kumimoji="1" sz="2800" b="1">
                <a:solidFill>
                  <a:schemeClr val="tx1"/>
                </a:solidFill>
                <a:latin typeface="イワタ中丸ゴシック体(GT)" charset="-128"/>
                <a:ea typeface="MS PGothic" panose="020B0600070205080204" pitchFamily="34" charset="-128"/>
              </a:defRPr>
            </a:lvl1pPr>
            <a:lvl2pPr marL="742950" indent="-285750" defTabSz="939800" eaLnBrk="0" hangingPunct="0">
              <a:defRPr kumimoji="1" sz="2800" b="1">
                <a:solidFill>
                  <a:schemeClr val="tx1"/>
                </a:solidFill>
                <a:latin typeface="イワタ中丸ゴシック体(GT)" charset="-128"/>
                <a:ea typeface="MS PGothic" panose="020B0600070205080204" pitchFamily="34" charset="-128"/>
              </a:defRPr>
            </a:lvl2pPr>
            <a:lvl3pPr marL="1143000" indent="-228600" defTabSz="939800" eaLnBrk="0" hangingPunct="0">
              <a:defRPr kumimoji="1" sz="2800" b="1">
                <a:solidFill>
                  <a:schemeClr val="tx1"/>
                </a:solidFill>
                <a:latin typeface="イワタ中丸ゴシック体(GT)" charset="-128"/>
                <a:ea typeface="MS PGothic" panose="020B0600070205080204" pitchFamily="34" charset="-128"/>
              </a:defRPr>
            </a:lvl3pPr>
            <a:lvl4pPr marL="1600200" indent="-228600" defTabSz="939800" eaLnBrk="0" hangingPunct="0">
              <a:defRPr kumimoji="1" sz="2800" b="1">
                <a:solidFill>
                  <a:schemeClr val="tx1"/>
                </a:solidFill>
                <a:latin typeface="イワタ中丸ゴシック体(GT)" charset="-128"/>
                <a:ea typeface="MS PGothic" panose="020B0600070205080204" pitchFamily="34" charset="-128"/>
              </a:defRPr>
            </a:lvl4pPr>
            <a:lvl5pPr marL="2057400" indent="-228600" defTabSz="939800" eaLnBrk="0" hangingPunct="0">
              <a:defRPr kumimoji="1" sz="2800" b="1">
                <a:solidFill>
                  <a:schemeClr val="tx1"/>
                </a:solidFill>
                <a:latin typeface="イワタ中丸ゴシック体(GT)" charset="-128"/>
                <a:ea typeface="MS PGothic" panose="020B0600070205080204" pitchFamily="34" charset="-128"/>
              </a:defRPr>
            </a:lvl5pPr>
            <a:lvl6pPr marL="25146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fld id="{951C44BA-3344-44C8-9326-8D66236E3D6C}" type="slidenum">
              <a:rPr lang="en-US" altLang="ja-JP" sz="1200" b="0">
                <a:latin typeface="Times New Roman" panose="02020603050405020304" pitchFamily="18" charset="0"/>
              </a:rPr>
              <a:pPr eaLnBrk="1" hangingPunct="1"/>
              <a:t>18</a:t>
            </a:fld>
            <a:endParaRPr lang="en-US" altLang="ja-JP" sz="1200" b="0">
              <a:latin typeface="Times New Roman" panose="02020603050405020304" pitchFamily="18" charset="0"/>
            </a:endParaRPr>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ms-MY">
              <a:latin typeface="Times New Roman" panose="02020603050405020304" pitchFamily="18" charset="0"/>
            </a:endParaRPr>
          </a:p>
        </p:txBody>
      </p:sp>
    </p:spTree>
    <p:extLst>
      <p:ext uri="{BB962C8B-B14F-4D97-AF65-F5344CB8AC3E}">
        <p14:creationId xmlns:p14="http://schemas.microsoft.com/office/powerpoint/2010/main" val="4334746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eaLnBrk="0" hangingPunct="0">
              <a:defRPr kumimoji="1" sz="2800" b="1">
                <a:solidFill>
                  <a:schemeClr val="tx1"/>
                </a:solidFill>
                <a:latin typeface="イワタ中丸ゴシック体(GT)" charset="-128"/>
                <a:ea typeface="MS PGothic" panose="020B0600070205080204" pitchFamily="34" charset="-128"/>
              </a:defRPr>
            </a:lvl1pPr>
            <a:lvl2pPr marL="742950" indent="-285750" defTabSz="939800" eaLnBrk="0" hangingPunct="0">
              <a:defRPr kumimoji="1" sz="2800" b="1">
                <a:solidFill>
                  <a:schemeClr val="tx1"/>
                </a:solidFill>
                <a:latin typeface="イワタ中丸ゴシック体(GT)" charset="-128"/>
                <a:ea typeface="MS PGothic" panose="020B0600070205080204" pitchFamily="34" charset="-128"/>
              </a:defRPr>
            </a:lvl2pPr>
            <a:lvl3pPr marL="1143000" indent="-228600" defTabSz="939800" eaLnBrk="0" hangingPunct="0">
              <a:defRPr kumimoji="1" sz="2800" b="1">
                <a:solidFill>
                  <a:schemeClr val="tx1"/>
                </a:solidFill>
                <a:latin typeface="イワタ中丸ゴシック体(GT)" charset="-128"/>
                <a:ea typeface="MS PGothic" panose="020B0600070205080204" pitchFamily="34" charset="-128"/>
              </a:defRPr>
            </a:lvl3pPr>
            <a:lvl4pPr marL="1600200" indent="-228600" defTabSz="939800" eaLnBrk="0" hangingPunct="0">
              <a:defRPr kumimoji="1" sz="2800" b="1">
                <a:solidFill>
                  <a:schemeClr val="tx1"/>
                </a:solidFill>
                <a:latin typeface="イワタ中丸ゴシック体(GT)" charset="-128"/>
                <a:ea typeface="MS PGothic" panose="020B0600070205080204" pitchFamily="34" charset="-128"/>
              </a:defRPr>
            </a:lvl4pPr>
            <a:lvl5pPr marL="2057400" indent="-228600" defTabSz="939800" eaLnBrk="0" hangingPunct="0">
              <a:defRPr kumimoji="1" sz="2800" b="1">
                <a:solidFill>
                  <a:schemeClr val="tx1"/>
                </a:solidFill>
                <a:latin typeface="イワタ中丸ゴシック体(GT)" charset="-128"/>
                <a:ea typeface="MS PGothic" panose="020B0600070205080204" pitchFamily="34" charset="-128"/>
              </a:defRPr>
            </a:lvl5pPr>
            <a:lvl6pPr marL="25146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fld id="{E266E5F5-6904-4744-B229-928F2C789FCF}" type="slidenum">
              <a:rPr lang="en-US" altLang="ja-JP" sz="1200" b="0">
                <a:latin typeface="Times New Roman" panose="02020603050405020304" pitchFamily="18" charset="0"/>
              </a:rPr>
              <a:pPr eaLnBrk="1" hangingPunct="1"/>
              <a:t>19</a:t>
            </a:fld>
            <a:endParaRPr lang="en-US" altLang="ja-JP" sz="1200" b="0">
              <a:latin typeface="Times New Roman" panose="02020603050405020304" pitchFamily="18" charset="0"/>
            </a:endParaRPr>
          </a:p>
        </p:txBody>
      </p:sp>
      <p:sp>
        <p:nvSpPr>
          <p:cNvPr id="8601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ms-MY">
              <a:latin typeface="Times New Roman" panose="02020603050405020304" pitchFamily="18" charset="0"/>
            </a:endParaRPr>
          </a:p>
        </p:txBody>
      </p:sp>
    </p:spTree>
    <p:extLst>
      <p:ext uri="{BB962C8B-B14F-4D97-AF65-F5344CB8AC3E}">
        <p14:creationId xmlns:p14="http://schemas.microsoft.com/office/powerpoint/2010/main" val="37585446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eaLnBrk="0" hangingPunct="0">
              <a:defRPr kumimoji="1" sz="2800" b="1">
                <a:solidFill>
                  <a:schemeClr val="tx1"/>
                </a:solidFill>
                <a:latin typeface="イワタ中丸ゴシック体(GT)" charset="-128"/>
                <a:ea typeface="MS PGothic" panose="020B0600070205080204" pitchFamily="34" charset="-128"/>
              </a:defRPr>
            </a:lvl1pPr>
            <a:lvl2pPr marL="742950" indent="-285750" defTabSz="939800" eaLnBrk="0" hangingPunct="0">
              <a:defRPr kumimoji="1" sz="2800" b="1">
                <a:solidFill>
                  <a:schemeClr val="tx1"/>
                </a:solidFill>
                <a:latin typeface="イワタ中丸ゴシック体(GT)" charset="-128"/>
                <a:ea typeface="MS PGothic" panose="020B0600070205080204" pitchFamily="34" charset="-128"/>
              </a:defRPr>
            </a:lvl2pPr>
            <a:lvl3pPr marL="1143000" indent="-228600" defTabSz="939800" eaLnBrk="0" hangingPunct="0">
              <a:defRPr kumimoji="1" sz="2800" b="1">
                <a:solidFill>
                  <a:schemeClr val="tx1"/>
                </a:solidFill>
                <a:latin typeface="イワタ中丸ゴシック体(GT)" charset="-128"/>
                <a:ea typeface="MS PGothic" panose="020B0600070205080204" pitchFamily="34" charset="-128"/>
              </a:defRPr>
            </a:lvl3pPr>
            <a:lvl4pPr marL="1600200" indent="-228600" defTabSz="939800" eaLnBrk="0" hangingPunct="0">
              <a:defRPr kumimoji="1" sz="2800" b="1">
                <a:solidFill>
                  <a:schemeClr val="tx1"/>
                </a:solidFill>
                <a:latin typeface="イワタ中丸ゴシック体(GT)" charset="-128"/>
                <a:ea typeface="MS PGothic" panose="020B0600070205080204" pitchFamily="34" charset="-128"/>
              </a:defRPr>
            </a:lvl4pPr>
            <a:lvl5pPr marL="2057400" indent="-228600" defTabSz="939800" eaLnBrk="0" hangingPunct="0">
              <a:defRPr kumimoji="1" sz="2800" b="1">
                <a:solidFill>
                  <a:schemeClr val="tx1"/>
                </a:solidFill>
                <a:latin typeface="イワタ中丸ゴシック体(GT)" charset="-128"/>
                <a:ea typeface="MS PGothic" panose="020B0600070205080204" pitchFamily="34" charset="-128"/>
              </a:defRPr>
            </a:lvl5pPr>
            <a:lvl6pPr marL="25146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fld id="{88BEFDC9-E8D1-442A-BBB9-319815C6B332}" type="slidenum">
              <a:rPr lang="en-US" altLang="ja-JP" sz="1200" b="0">
                <a:latin typeface="Times New Roman" panose="02020603050405020304" pitchFamily="18" charset="0"/>
              </a:rPr>
              <a:pPr eaLnBrk="1" hangingPunct="1"/>
              <a:t>20</a:t>
            </a:fld>
            <a:endParaRPr lang="en-US" altLang="ja-JP" sz="1200" b="0">
              <a:latin typeface="Times New Roman" panose="02020603050405020304" pitchFamily="18" charset="0"/>
            </a:endParaRPr>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ms-MY">
              <a:latin typeface="Times New Roman" panose="02020603050405020304" pitchFamily="18" charset="0"/>
            </a:endParaRPr>
          </a:p>
        </p:txBody>
      </p:sp>
    </p:spTree>
    <p:extLst>
      <p:ext uri="{BB962C8B-B14F-4D97-AF65-F5344CB8AC3E}">
        <p14:creationId xmlns:p14="http://schemas.microsoft.com/office/powerpoint/2010/main" val="33231536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eaLnBrk="0" hangingPunct="0">
              <a:defRPr kumimoji="1" sz="2800" b="1">
                <a:solidFill>
                  <a:schemeClr val="tx1"/>
                </a:solidFill>
                <a:latin typeface="イワタ中丸ゴシック体(GT)" charset="-128"/>
                <a:ea typeface="MS PGothic" panose="020B0600070205080204" pitchFamily="34" charset="-128"/>
              </a:defRPr>
            </a:lvl1pPr>
            <a:lvl2pPr marL="742950" indent="-285750" defTabSz="939800" eaLnBrk="0" hangingPunct="0">
              <a:defRPr kumimoji="1" sz="2800" b="1">
                <a:solidFill>
                  <a:schemeClr val="tx1"/>
                </a:solidFill>
                <a:latin typeface="イワタ中丸ゴシック体(GT)" charset="-128"/>
                <a:ea typeface="MS PGothic" panose="020B0600070205080204" pitchFamily="34" charset="-128"/>
              </a:defRPr>
            </a:lvl2pPr>
            <a:lvl3pPr marL="1143000" indent="-228600" defTabSz="939800" eaLnBrk="0" hangingPunct="0">
              <a:defRPr kumimoji="1" sz="2800" b="1">
                <a:solidFill>
                  <a:schemeClr val="tx1"/>
                </a:solidFill>
                <a:latin typeface="イワタ中丸ゴシック体(GT)" charset="-128"/>
                <a:ea typeface="MS PGothic" panose="020B0600070205080204" pitchFamily="34" charset="-128"/>
              </a:defRPr>
            </a:lvl3pPr>
            <a:lvl4pPr marL="1600200" indent="-228600" defTabSz="939800" eaLnBrk="0" hangingPunct="0">
              <a:defRPr kumimoji="1" sz="2800" b="1">
                <a:solidFill>
                  <a:schemeClr val="tx1"/>
                </a:solidFill>
                <a:latin typeface="イワタ中丸ゴシック体(GT)" charset="-128"/>
                <a:ea typeface="MS PGothic" panose="020B0600070205080204" pitchFamily="34" charset="-128"/>
              </a:defRPr>
            </a:lvl4pPr>
            <a:lvl5pPr marL="2057400" indent="-228600" defTabSz="939800" eaLnBrk="0" hangingPunct="0">
              <a:defRPr kumimoji="1" sz="2800" b="1">
                <a:solidFill>
                  <a:schemeClr val="tx1"/>
                </a:solidFill>
                <a:latin typeface="イワタ中丸ゴシック体(GT)" charset="-128"/>
                <a:ea typeface="MS PGothic" panose="020B0600070205080204" pitchFamily="34" charset="-128"/>
              </a:defRPr>
            </a:lvl5pPr>
            <a:lvl6pPr marL="25146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fld id="{1E707EDB-82DC-46D5-BE2B-8F84A06A62E0}" type="slidenum">
              <a:rPr lang="en-US" altLang="ja-JP" sz="1200" b="0">
                <a:latin typeface="Times New Roman" panose="02020603050405020304" pitchFamily="18" charset="0"/>
              </a:rPr>
              <a:pPr eaLnBrk="1" hangingPunct="1"/>
              <a:t>21</a:t>
            </a:fld>
            <a:endParaRPr lang="en-US" altLang="ja-JP" sz="1200" b="0">
              <a:latin typeface="Times New Roman" panose="02020603050405020304" pitchFamily="18" charset="0"/>
            </a:endParaRPr>
          </a:p>
        </p:txBody>
      </p:sp>
      <p:sp>
        <p:nvSpPr>
          <p:cNvPr id="88067" name="Rectangle 2"/>
          <p:cNvSpPr>
            <a:spLocks noGrp="1" noRot="1" noChangeAspect="1" noChangeArrowheads="1" noTextEdit="1"/>
          </p:cNvSpPr>
          <p:nvPr>
            <p:ph type="sldImg"/>
          </p:nvPr>
        </p:nvSpPr>
        <p:spPr>
          <a:ln/>
        </p:spPr>
      </p:sp>
      <p:sp>
        <p:nvSpPr>
          <p:cNvPr id="880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ms-MY">
              <a:latin typeface="Times New Roman" panose="02020603050405020304" pitchFamily="18" charset="0"/>
            </a:endParaRPr>
          </a:p>
        </p:txBody>
      </p:sp>
    </p:spTree>
    <p:extLst>
      <p:ext uri="{BB962C8B-B14F-4D97-AF65-F5344CB8AC3E}">
        <p14:creationId xmlns:p14="http://schemas.microsoft.com/office/powerpoint/2010/main" val="242731798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eaLnBrk="0" hangingPunct="0">
              <a:defRPr kumimoji="1" sz="2800" b="1">
                <a:solidFill>
                  <a:schemeClr val="tx1"/>
                </a:solidFill>
                <a:latin typeface="イワタ中丸ゴシック体(GT)" charset="-128"/>
                <a:ea typeface="MS PGothic" panose="020B0600070205080204" pitchFamily="34" charset="-128"/>
              </a:defRPr>
            </a:lvl1pPr>
            <a:lvl2pPr marL="742950" indent="-285750" defTabSz="939800" eaLnBrk="0" hangingPunct="0">
              <a:defRPr kumimoji="1" sz="2800" b="1">
                <a:solidFill>
                  <a:schemeClr val="tx1"/>
                </a:solidFill>
                <a:latin typeface="イワタ中丸ゴシック体(GT)" charset="-128"/>
                <a:ea typeface="MS PGothic" panose="020B0600070205080204" pitchFamily="34" charset="-128"/>
              </a:defRPr>
            </a:lvl2pPr>
            <a:lvl3pPr marL="1143000" indent="-228600" defTabSz="939800" eaLnBrk="0" hangingPunct="0">
              <a:defRPr kumimoji="1" sz="2800" b="1">
                <a:solidFill>
                  <a:schemeClr val="tx1"/>
                </a:solidFill>
                <a:latin typeface="イワタ中丸ゴシック体(GT)" charset="-128"/>
                <a:ea typeface="MS PGothic" panose="020B0600070205080204" pitchFamily="34" charset="-128"/>
              </a:defRPr>
            </a:lvl3pPr>
            <a:lvl4pPr marL="1600200" indent="-228600" defTabSz="939800" eaLnBrk="0" hangingPunct="0">
              <a:defRPr kumimoji="1" sz="2800" b="1">
                <a:solidFill>
                  <a:schemeClr val="tx1"/>
                </a:solidFill>
                <a:latin typeface="イワタ中丸ゴシック体(GT)" charset="-128"/>
                <a:ea typeface="MS PGothic" panose="020B0600070205080204" pitchFamily="34" charset="-128"/>
              </a:defRPr>
            </a:lvl4pPr>
            <a:lvl5pPr marL="2057400" indent="-228600" defTabSz="939800" eaLnBrk="0" hangingPunct="0">
              <a:defRPr kumimoji="1" sz="2800" b="1">
                <a:solidFill>
                  <a:schemeClr val="tx1"/>
                </a:solidFill>
                <a:latin typeface="イワタ中丸ゴシック体(GT)" charset="-128"/>
                <a:ea typeface="MS PGothic" panose="020B0600070205080204" pitchFamily="34" charset="-128"/>
              </a:defRPr>
            </a:lvl5pPr>
            <a:lvl6pPr marL="25146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fld id="{C05323C2-15AD-4D17-BEE5-5B9EDCA4682F}" type="slidenum">
              <a:rPr lang="en-US" altLang="ja-JP" sz="1200" b="0">
                <a:latin typeface="Times New Roman" panose="02020603050405020304" pitchFamily="18" charset="0"/>
              </a:rPr>
              <a:pPr eaLnBrk="1" hangingPunct="1"/>
              <a:t>22</a:t>
            </a:fld>
            <a:endParaRPr lang="en-US" altLang="ja-JP" sz="1200" b="0">
              <a:latin typeface="Times New Roman" panose="02020603050405020304" pitchFamily="18" charset="0"/>
            </a:endParaRPr>
          </a:p>
        </p:txBody>
      </p:sp>
      <p:sp>
        <p:nvSpPr>
          <p:cNvPr id="89091"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ms-MY">
              <a:latin typeface="Times New Roman" panose="02020603050405020304" pitchFamily="18" charset="0"/>
            </a:endParaRPr>
          </a:p>
        </p:txBody>
      </p:sp>
    </p:spTree>
    <p:extLst>
      <p:ext uri="{BB962C8B-B14F-4D97-AF65-F5344CB8AC3E}">
        <p14:creationId xmlns:p14="http://schemas.microsoft.com/office/powerpoint/2010/main" val="6783460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eaLnBrk="0" hangingPunct="0">
              <a:defRPr kumimoji="1" sz="2800" b="1">
                <a:solidFill>
                  <a:schemeClr val="tx1"/>
                </a:solidFill>
                <a:latin typeface="イワタ中丸ゴシック体(GT)" charset="-128"/>
                <a:ea typeface="MS PGothic" panose="020B0600070205080204" pitchFamily="34" charset="-128"/>
              </a:defRPr>
            </a:lvl1pPr>
            <a:lvl2pPr marL="742950" indent="-285750" defTabSz="939800" eaLnBrk="0" hangingPunct="0">
              <a:defRPr kumimoji="1" sz="2800" b="1">
                <a:solidFill>
                  <a:schemeClr val="tx1"/>
                </a:solidFill>
                <a:latin typeface="イワタ中丸ゴシック体(GT)" charset="-128"/>
                <a:ea typeface="MS PGothic" panose="020B0600070205080204" pitchFamily="34" charset="-128"/>
              </a:defRPr>
            </a:lvl2pPr>
            <a:lvl3pPr marL="1143000" indent="-228600" defTabSz="939800" eaLnBrk="0" hangingPunct="0">
              <a:defRPr kumimoji="1" sz="2800" b="1">
                <a:solidFill>
                  <a:schemeClr val="tx1"/>
                </a:solidFill>
                <a:latin typeface="イワタ中丸ゴシック体(GT)" charset="-128"/>
                <a:ea typeface="MS PGothic" panose="020B0600070205080204" pitchFamily="34" charset="-128"/>
              </a:defRPr>
            </a:lvl3pPr>
            <a:lvl4pPr marL="1600200" indent="-228600" defTabSz="939800" eaLnBrk="0" hangingPunct="0">
              <a:defRPr kumimoji="1" sz="2800" b="1">
                <a:solidFill>
                  <a:schemeClr val="tx1"/>
                </a:solidFill>
                <a:latin typeface="イワタ中丸ゴシック体(GT)" charset="-128"/>
                <a:ea typeface="MS PGothic" panose="020B0600070205080204" pitchFamily="34" charset="-128"/>
              </a:defRPr>
            </a:lvl4pPr>
            <a:lvl5pPr marL="2057400" indent="-228600" defTabSz="939800" eaLnBrk="0" hangingPunct="0">
              <a:defRPr kumimoji="1" sz="2800" b="1">
                <a:solidFill>
                  <a:schemeClr val="tx1"/>
                </a:solidFill>
                <a:latin typeface="イワタ中丸ゴシック体(GT)" charset="-128"/>
                <a:ea typeface="MS PGothic" panose="020B0600070205080204" pitchFamily="34" charset="-128"/>
              </a:defRPr>
            </a:lvl5pPr>
            <a:lvl6pPr marL="25146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fld id="{5373DCB2-B84C-4C14-8E78-538818D6C670}" type="slidenum">
              <a:rPr lang="en-US" altLang="ja-JP" sz="1200" b="0">
                <a:latin typeface="Times New Roman" panose="02020603050405020304" pitchFamily="18" charset="0"/>
              </a:rPr>
              <a:pPr eaLnBrk="1" hangingPunct="1"/>
              <a:t>23</a:t>
            </a:fld>
            <a:endParaRPr lang="en-US" altLang="ja-JP" sz="1200" b="0">
              <a:latin typeface="Times New Roman" panose="02020603050405020304" pitchFamily="18" charset="0"/>
            </a:endParaRPr>
          </a:p>
        </p:txBody>
      </p:sp>
      <p:sp>
        <p:nvSpPr>
          <p:cNvPr id="90115" name="Rectangle 2"/>
          <p:cNvSpPr>
            <a:spLocks noGrp="1" noRot="1" noChangeAspect="1" noChangeArrowheads="1" noTextEdit="1"/>
          </p:cNvSpPr>
          <p:nvPr>
            <p:ph type="sldImg"/>
          </p:nvPr>
        </p:nvSpPr>
        <p:spPr>
          <a:ln/>
        </p:spPr>
      </p:sp>
      <p:sp>
        <p:nvSpPr>
          <p:cNvPr id="901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ms-MY">
              <a:latin typeface="Times New Roman" panose="02020603050405020304" pitchFamily="18" charset="0"/>
            </a:endParaRPr>
          </a:p>
        </p:txBody>
      </p:sp>
    </p:spTree>
    <p:extLst>
      <p:ext uri="{BB962C8B-B14F-4D97-AF65-F5344CB8AC3E}">
        <p14:creationId xmlns:p14="http://schemas.microsoft.com/office/powerpoint/2010/main" val="1874122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eaLnBrk="0" hangingPunct="0">
              <a:defRPr kumimoji="1" sz="2800" b="1">
                <a:solidFill>
                  <a:schemeClr val="tx1"/>
                </a:solidFill>
                <a:latin typeface="イワタ中丸ゴシック体(GT)" charset="-128"/>
                <a:ea typeface="MS PGothic" panose="020B0600070205080204" pitchFamily="34" charset="-128"/>
              </a:defRPr>
            </a:lvl1pPr>
            <a:lvl2pPr marL="742950" indent="-285750" defTabSz="939800" eaLnBrk="0" hangingPunct="0">
              <a:defRPr kumimoji="1" sz="2800" b="1">
                <a:solidFill>
                  <a:schemeClr val="tx1"/>
                </a:solidFill>
                <a:latin typeface="イワタ中丸ゴシック体(GT)" charset="-128"/>
                <a:ea typeface="MS PGothic" panose="020B0600070205080204" pitchFamily="34" charset="-128"/>
              </a:defRPr>
            </a:lvl2pPr>
            <a:lvl3pPr marL="1143000" indent="-228600" defTabSz="939800" eaLnBrk="0" hangingPunct="0">
              <a:defRPr kumimoji="1" sz="2800" b="1">
                <a:solidFill>
                  <a:schemeClr val="tx1"/>
                </a:solidFill>
                <a:latin typeface="イワタ中丸ゴシック体(GT)" charset="-128"/>
                <a:ea typeface="MS PGothic" panose="020B0600070205080204" pitchFamily="34" charset="-128"/>
              </a:defRPr>
            </a:lvl3pPr>
            <a:lvl4pPr marL="1600200" indent="-228600" defTabSz="939800" eaLnBrk="0" hangingPunct="0">
              <a:defRPr kumimoji="1" sz="2800" b="1">
                <a:solidFill>
                  <a:schemeClr val="tx1"/>
                </a:solidFill>
                <a:latin typeface="イワタ中丸ゴシック体(GT)" charset="-128"/>
                <a:ea typeface="MS PGothic" panose="020B0600070205080204" pitchFamily="34" charset="-128"/>
              </a:defRPr>
            </a:lvl4pPr>
            <a:lvl5pPr marL="2057400" indent="-228600" defTabSz="939800" eaLnBrk="0" hangingPunct="0">
              <a:defRPr kumimoji="1" sz="2800" b="1">
                <a:solidFill>
                  <a:schemeClr val="tx1"/>
                </a:solidFill>
                <a:latin typeface="イワタ中丸ゴシック体(GT)" charset="-128"/>
                <a:ea typeface="MS PGothic" panose="020B0600070205080204" pitchFamily="34" charset="-128"/>
              </a:defRPr>
            </a:lvl5pPr>
            <a:lvl6pPr marL="25146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fld id="{1C7A27D0-3A1A-419A-B8EA-E9B1A4544A90}" type="slidenum">
              <a:rPr lang="en-US" altLang="ja-JP" sz="1200" b="0">
                <a:latin typeface="Times New Roman" panose="02020603050405020304" pitchFamily="18" charset="0"/>
              </a:rPr>
              <a:pPr eaLnBrk="1" hangingPunct="1"/>
              <a:t>24</a:t>
            </a:fld>
            <a:endParaRPr lang="en-US" altLang="ja-JP" sz="1200" b="0">
              <a:latin typeface="Times New Roman" panose="02020603050405020304" pitchFamily="18" charset="0"/>
            </a:endParaRPr>
          </a:p>
        </p:txBody>
      </p:sp>
      <p:sp>
        <p:nvSpPr>
          <p:cNvPr id="91139" name="Rectangle 2"/>
          <p:cNvSpPr>
            <a:spLocks noGrp="1" noRot="1" noChangeAspect="1" noChangeArrowheads="1" noTextEdit="1"/>
          </p:cNvSpPr>
          <p:nvPr>
            <p:ph type="sldImg"/>
          </p:nvPr>
        </p:nvSpPr>
        <p:spPr>
          <a:ln/>
        </p:spPr>
      </p:sp>
      <p:sp>
        <p:nvSpPr>
          <p:cNvPr id="911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ms-MY">
              <a:latin typeface="Times New Roman" panose="02020603050405020304" pitchFamily="18" charset="0"/>
            </a:endParaRPr>
          </a:p>
        </p:txBody>
      </p:sp>
    </p:spTree>
    <p:extLst>
      <p:ext uri="{BB962C8B-B14F-4D97-AF65-F5344CB8AC3E}">
        <p14:creationId xmlns:p14="http://schemas.microsoft.com/office/powerpoint/2010/main" val="22198262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eaLnBrk="0" hangingPunct="0">
              <a:defRPr kumimoji="1" sz="2800" b="1">
                <a:solidFill>
                  <a:schemeClr val="tx1"/>
                </a:solidFill>
                <a:latin typeface="イワタ中丸ゴシック体(GT)" charset="-128"/>
                <a:ea typeface="MS PGothic" panose="020B0600070205080204" pitchFamily="34" charset="-128"/>
              </a:defRPr>
            </a:lvl1pPr>
            <a:lvl2pPr marL="742950" indent="-285750" defTabSz="939800" eaLnBrk="0" hangingPunct="0">
              <a:defRPr kumimoji="1" sz="2800" b="1">
                <a:solidFill>
                  <a:schemeClr val="tx1"/>
                </a:solidFill>
                <a:latin typeface="イワタ中丸ゴシック体(GT)" charset="-128"/>
                <a:ea typeface="MS PGothic" panose="020B0600070205080204" pitchFamily="34" charset="-128"/>
              </a:defRPr>
            </a:lvl2pPr>
            <a:lvl3pPr marL="1143000" indent="-228600" defTabSz="939800" eaLnBrk="0" hangingPunct="0">
              <a:defRPr kumimoji="1" sz="2800" b="1">
                <a:solidFill>
                  <a:schemeClr val="tx1"/>
                </a:solidFill>
                <a:latin typeface="イワタ中丸ゴシック体(GT)" charset="-128"/>
                <a:ea typeface="MS PGothic" panose="020B0600070205080204" pitchFamily="34" charset="-128"/>
              </a:defRPr>
            </a:lvl3pPr>
            <a:lvl4pPr marL="1600200" indent="-228600" defTabSz="939800" eaLnBrk="0" hangingPunct="0">
              <a:defRPr kumimoji="1" sz="2800" b="1">
                <a:solidFill>
                  <a:schemeClr val="tx1"/>
                </a:solidFill>
                <a:latin typeface="イワタ中丸ゴシック体(GT)" charset="-128"/>
                <a:ea typeface="MS PGothic" panose="020B0600070205080204" pitchFamily="34" charset="-128"/>
              </a:defRPr>
            </a:lvl4pPr>
            <a:lvl5pPr marL="2057400" indent="-228600" defTabSz="939800" eaLnBrk="0" hangingPunct="0">
              <a:defRPr kumimoji="1" sz="2800" b="1">
                <a:solidFill>
                  <a:schemeClr val="tx1"/>
                </a:solidFill>
                <a:latin typeface="イワタ中丸ゴシック体(GT)" charset="-128"/>
                <a:ea typeface="MS PGothic" panose="020B0600070205080204" pitchFamily="34" charset="-128"/>
              </a:defRPr>
            </a:lvl5pPr>
            <a:lvl6pPr marL="25146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fld id="{7D63058D-2AA9-47F0-B698-EF13DE748439}" type="slidenum">
              <a:rPr lang="en-US" altLang="ja-JP" sz="1200" b="0">
                <a:latin typeface="Times New Roman" panose="02020603050405020304" pitchFamily="18" charset="0"/>
              </a:rPr>
              <a:pPr eaLnBrk="1" hangingPunct="1"/>
              <a:t>25</a:t>
            </a:fld>
            <a:endParaRPr lang="en-US" altLang="ja-JP" sz="1200" b="0">
              <a:latin typeface="Times New Roman" panose="02020603050405020304" pitchFamily="18" charset="0"/>
            </a:endParaRPr>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ms-MY">
              <a:latin typeface="Times New Roman" panose="02020603050405020304" pitchFamily="18" charset="0"/>
            </a:endParaRPr>
          </a:p>
        </p:txBody>
      </p:sp>
    </p:spTree>
    <p:extLst>
      <p:ext uri="{BB962C8B-B14F-4D97-AF65-F5344CB8AC3E}">
        <p14:creationId xmlns:p14="http://schemas.microsoft.com/office/powerpoint/2010/main" val="326086520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eaLnBrk="0" hangingPunct="0">
              <a:defRPr kumimoji="1" sz="2800" b="1">
                <a:solidFill>
                  <a:schemeClr val="tx1"/>
                </a:solidFill>
                <a:latin typeface="イワタ中丸ゴシック体(GT)" charset="-128"/>
                <a:ea typeface="MS PGothic" panose="020B0600070205080204" pitchFamily="34" charset="-128"/>
              </a:defRPr>
            </a:lvl1pPr>
            <a:lvl2pPr marL="742950" indent="-285750" defTabSz="939800" eaLnBrk="0" hangingPunct="0">
              <a:defRPr kumimoji="1" sz="2800" b="1">
                <a:solidFill>
                  <a:schemeClr val="tx1"/>
                </a:solidFill>
                <a:latin typeface="イワタ中丸ゴシック体(GT)" charset="-128"/>
                <a:ea typeface="MS PGothic" panose="020B0600070205080204" pitchFamily="34" charset="-128"/>
              </a:defRPr>
            </a:lvl2pPr>
            <a:lvl3pPr marL="1143000" indent="-228600" defTabSz="939800" eaLnBrk="0" hangingPunct="0">
              <a:defRPr kumimoji="1" sz="2800" b="1">
                <a:solidFill>
                  <a:schemeClr val="tx1"/>
                </a:solidFill>
                <a:latin typeface="イワタ中丸ゴシック体(GT)" charset="-128"/>
                <a:ea typeface="MS PGothic" panose="020B0600070205080204" pitchFamily="34" charset="-128"/>
              </a:defRPr>
            </a:lvl3pPr>
            <a:lvl4pPr marL="1600200" indent="-228600" defTabSz="939800" eaLnBrk="0" hangingPunct="0">
              <a:defRPr kumimoji="1" sz="2800" b="1">
                <a:solidFill>
                  <a:schemeClr val="tx1"/>
                </a:solidFill>
                <a:latin typeface="イワタ中丸ゴシック体(GT)" charset="-128"/>
                <a:ea typeface="MS PGothic" panose="020B0600070205080204" pitchFamily="34" charset="-128"/>
              </a:defRPr>
            </a:lvl4pPr>
            <a:lvl5pPr marL="2057400" indent="-228600" defTabSz="939800" eaLnBrk="0" hangingPunct="0">
              <a:defRPr kumimoji="1" sz="2800" b="1">
                <a:solidFill>
                  <a:schemeClr val="tx1"/>
                </a:solidFill>
                <a:latin typeface="イワタ中丸ゴシック体(GT)" charset="-128"/>
                <a:ea typeface="MS PGothic" panose="020B0600070205080204" pitchFamily="34" charset="-128"/>
              </a:defRPr>
            </a:lvl5pPr>
            <a:lvl6pPr marL="25146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fld id="{E5F21289-FA08-4DCA-9169-8B162B84DAE9}" type="slidenum">
              <a:rPr lang="en-US" altLang="ja-JP" sz="1200" b="0">
                <a:latin typeface="Times New Roman" panose="02020603050405020304" pitchFamily="18" charset="0"/>
              </a:rPr>
              <a:pPr eaLnBrk="1" hangingPunct="1"/>
              <a:t>26</a:t>
            </a:fld>
            <a:endParaRPr lang="en-US" altLang="ja-JP" sz="1200" b="0">
              <a:latin typeface="Times New Roman" panose="02020603050405020304" pitchFamily="18" charset="0"/>
            </a:endParaRPr>
          </a:p>
        </p:txBody>
      </p:sp>
      <p:sp>
        <p:nvSpPr>
          <p:cNvPr id="9318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ms-MY">
              <a:latin typeface="Times New Roman" panose="02020603050405020304" pitchFamily="18" charset="0"/>
            </a:endParaRPr>
          </a:p>
        </p:txBody>
      </p:sp>
    </p:spTree>
    <p:extLst>
      <p:ext uri="{BB962C8B-B14F-4D97-AF65-F5344CB8AC3E}">
        <p14:creationId xmlns:p14="http://schemas.microsoft.com/office/powerpoint/2010/main" val="31481334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eaLnBrk="0" hangingPunct="0">
              <a:defRPr kumimoji="1" sz="2800" b="1">
                <a:solidFill>
                  <a:schemeClr val="tx1"/>
                </a:solidFill>
                <a:latin typeface="イワタ中丸ゴシック体(GT)" charset="-128"/>
                <a:ea typeface="MS PGothic" panose="020B0600070205080204" pitchFamily="34" charset="-128"/>
              </a:defRPr>
            </a:lvl1pPr>
            <a:lvl2pPr marL="742950" indent="-285750" defTabSz="939800" eaLnBrk="0" hangingPunct="0">
              <a:defRPr kumimoji="1" sz="2800" b="1">
                <a:solidFill>
                  <a:schemeClr val="tx1"/>
                </a:solidFill>
                <a:latin typeface="イワタ中丸ゴシック体(GT)" charset="-128"/>
                <a:ea typeface="MS PGothic" panose="020B0600070205080204" pitchFamily="34" charset="-128"/>
              </a:defRPr>
            </a:lvl2pPr>
            <a:lvl3pPr marL="1143000" indent="-228600" defTabSz="939800" eaLnBrk="0" hangingPunct="0">
              <a:defRPr kumimoji="1" sz="2800" b="1">
                <a:solidFill>
                  <a:schemeClr val="tx1"/>
                </a:solidFill>
                <a:latin typeface="イワタ中丸ゴシック体(GT)" charset="-128"/>
                <a:ea typeface="MS PGothic" panose="020B0600070205080204" pitchFamily="34" charset="-128"/>
              </a:defRPr>
            </a:lvl3pPr>
            <a:lvl4pPr marL="1600200" indent="-228600" defTabSz="939800" eaLnBrk="0" hangingPunct="0">
              <a:defRPr kumimoji="1" sz="2800" b="1">
                <a:solidFill>
                  <a:schemeClr val="tx1"/>
                </a:solidFill>
                <a:latin typeface="イワタ中丸ゴシック体(GT)" charset="-128"/>
                <a:ea typeface="MS PGothic" panose="020B0600070205080204" pitchFamily="34" charset="-128"/>
              </a:defRPr>
            </a:lvl4pPr>
            <a:lvl5pPr marL="2057400" indent="-228600" defTabSz="939800" eaLnBrk="0" hangingPunct="0">
              <a:defRPr kumimoji="1" sz="2800" b="1">
                <a:solidFill>
                  <a:schemeClr val="tx1"/>
                </a:solidFill>
                <a:latin typeface="イワタ中丸ゴシック体(GT)" charset="-128"/>
                <a:ea typeface="MS PGothic" panose="020B0600070205080204" pitchFamily="34" charset="-128"/>
              </a:defRPr>
            </a:lvl5pPr>
            <a:lvl6pPr marL="25146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fld id="{8D7B0B8E-40E0-469E-8558-20BCEBA616C8}" type="slidenum">
              <a:rPr lang="en-US" altLang="ja-JP" sz="1200" b="0">
                <a:latin typeface="Times New Roman" panose="02020603050405020304" pitchFamily="18" charset="0"/>
              </a:rPr>
              <a:pPr eaLnBrk="1" hangingPunct="1"/>
              <a:t>27</a:t>
            </a:fld>
            <a:endParaRPr lang="en-US" altLang="ja-JP" sz="1200" b="0">
              <a:latin typeface="Times New Roman" panose="02020603050405020304" pitchFamily="18" charset="0"/>
            </a:endParaRPr>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ms-MY">
              <a:latin typeface="Times New Roman" panose="02020603050405020304" pitchFamily="18" charset="0"/>
            </a:endParaRPr>
          </a:p>
        </p:txBody>
      </p:sp>
    </p:spTree>
    <p:extLst>
      <p:ext uri="{BB962C8B-B14F-4D97-AF65-F5344CB8AC3E}">
        <p14:creationId xmlns:p14="http://schemas.microsoft.com/office/powerpoint/2010/main" val="271713191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eaLnBrk="0" hangingPunct="0">
              <a:defRPr kumimoji="1" sz="2800" b="1">
                <a:solidFill>
                  <a:schemeClr val="tx1"/>
                </a:solidFill>
                <a:latin typeface="イワタ中丸ゴシック体(GT)" charset="-128"/>
                <a:ea typeface="MS PGothic" panose="020B0600070205080204" pitchFamily="34" charset="-128"/>
              </a:defRPr>
            </a:lvl1pPr>
            <a:lvl2pPr marL="742950" indent="-285750" defTabSz="939800" eaLnBrk="0" hangingPunct="0">
              <a:defRPr kumimoji="1" sz="2800" b="1">
                <a:solidFill>
                  <a:schemeClr val="tx1"/>
                </a:solidFill>
                <a:latin typeface="イワタ中丸ゴシック体(GT)" charset="-128"/>
                <a:ea typeface="MS PGothic" panose="020B0600070205080204" pitchFamily="34" charset="-128"/>
              </a:defRPr>
            </a:lvl2pPr>
            <a:lvl3pPr marL="1143000" indent="-228600" defTabSz="939800" eaLnBrk="0" hangingPunct="0">
              <a:defRPr kumimoji="1" sz="2800" b="1">
                <a:solidFill>
                  <a:schemeClr val="tx1"/>
                </a:solidFill>
                <a:latin typeface="イワタ中丸ゴシック体(GT)" charset="-128"/>
                <a:ea typeface="MS PGothic" panose="020B0600070205080204" pitchFamily="34" charset="-128"/>
              </a:defRPr>
            </a:lvl3pPr>
            <a:lvl4pPr marL="1600200" indent="-228600" defTabSz="939800" eaLnBrk="0" hangingPunct="0">
              <a:defRPr kumimoji="1" sz="2800" b="1">
                <a:solidFill>
                  <a:schemeClr val="tx1"/>
                </a:solidFill>
                <a:latin typeface="イワタ中丸ゴシック体(GT)" charset="-128"/>
                <a:ea typeface="MS PGothic" panose="020B0600070205080204" pitchFamily="34" charset="-128"/>
              </a:defRPr>
            </a:lvl4pPr>
            <a:lvl5pPr marL="2057400" indent="-228600" defTabSz="939800" eaLnBrk="0" hangingPunct="0">
              <a:defRPr kumimoji="1" sz="2800" b="1">
                <a:solidFill>
                  <a:schemeClr val="tx1"/>
                </a:solidFill>
                <a:latin typeface="イワタ中丸ゴシック体(GT)" charset="-128"/>
                <a:ea typeface="MS PGothic" panose="020B0600070205080204" pitchFamily="34" charset="-128"/>
              </a:defRPr>
            </a:lvl5pPr>
            <a:lvl6pPr marL="25146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fld id="{623498AB-EDD5-4B66-BA9E-F2D48AC47078}" type="slidenum">
              <a:rPr lang="en-US" altLang="ja-JP" sz="1200" b="0">
                <a:latin typeface="Times New Roman" panose="02020603050405020304" pitchFamily="18" charset="0"/>
              </a:rPr>
              <a:pPr eaLnBrk="1" hangingPunct="1"/>
              <a:t>28</a:t>
            </a:fld>
            <a:endParaRPr lang="en-US" altLang="ja-JP" sz="1200" b="0">
              <a:latin typeface="Times New Roman" panose="02020603050405020304" pitchFamily="18" charset="0"/>
            </a:endParaRPr>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ms-MY">
              <a:latin typeface="Times New Roman" panose="02020603050405020304" pitchFamily="18" charset="0"/>
            </a:endParaRPr>
          </a:p>
        </p:txBody>
      </p:sp>
    </p:spTree>
    <p:extLst>
      <p:ext uri="{BB962C8B-B14F-4D97-AF65-F5344CB8AC3E}">
        <p14:creationId xmlns:p14="http://schemas.microsoft.com/office/powerpoint/2010/main" val="182528115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eaLnBrk="0" hangingPunct="0">
              <a:defRPr kumimoji="1" sz="2800" b="1">
                <a:solidFill>
                  <a:schemeClr val="tx1"/>
                </a:solidFill>
                <a:latin typeface="イワタ中丸ゴシック体(GT)" charset="-128"/>
                <a:ea typeface="MS PGothic" panose="020B0600070205080204" pitchFamily="34" charset="-128"/>
              </a:defRPr>
            </a:lvl1pPr>
            <a:lvl2pPr marL="742950" indent="-285750" defTabSz="939800" eaLnBrk="0" hangingPunct="0">
              <a:defRPr kumimoji="1" sz="2800" b="1">
                <a:solidFill>
                  <a:schemeClr val="tx1"/>
                </a:solidFill>
                <a:latin typeface="イワタ中丸ゴシック体(GT)" charset="-128"/>
                <a:ea typeface="MS PGothic" panose="020B0600070205080204" pitchFamily="34" charset="-128"/>
              </a:defRPr>
            </a:lvl2pPr>
            <a:lvl3pPr marL="1143000" indent="-228600" defTabSz="939800" eaLnBrk="0" hangingPunct="0">
              <a:defRPr kumimoji="1" sz="2800" b="1">
                <a:solidFill>
                  <a:schemeClr val="tx1"/>
                </a:solidFill>
                <a:latin typeface="イワタ中丸ゴシック体(GT)" charset="-128"/>
                <a:ea typeface="MS PGothic" panose="020B0600070205080204" pitchFamily="34" charset="-128"/>
              </a:defRPr>
            </a:lvl3pPr>
            <a:lvl4pPr marL="1600200" indent="-228600" defTabSz="939800" eaLnBrk="0" hangingPunct="0">
              <a:defRPr kumimoji="1" sz="2800" b="1">
                <a:solidFill>
                  <a:schemeClr val="tx1"/>
                </a:solidFill>
                <a:latin typeface="イワタ中丸ゴシック体(GT)" charset="-128"/>
                <a:ea typeface="MS PGothic" panose="020B0600070205080204" pitchFamily="34" charset="-128"/>
              </a:defRPr>
            </a:lvl4pPr>
            <a:lvl5pPr marL="2057400" indent="-228600" defTabSz="939800" eaLnBrk="0" hangingPunct="0">
              <a:defRPr kumimoji="1" sz="2800" b="1">
                <a:solidFill>
                  <a:schemeClr val="tx1"/>
                </a:solidFill>
                <a:latin typeface="イワタ中丸ゴシック体(GT)" charset="-128"/>
                <a:ea typeface="MS PGothic" panose="020B0600070205080204" pitchFamily="34" charset="-128"/>
              </a:defRPr>
            </a:lvl5pPr>
            <a:lvl6pPr marL="25146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fld id="{C75E09BF-9C99-47F8-9D3D-2D0BD215A43F}" type="slidenum">
              <a:rPr lang="en-US" altLang="ja-JP" sz="1200" b="0">
                <a:latin typeface="Times New Roman" panose="02020603050405020304" pitchFamily="18" charset="0"/>
              </a:rPr>
              <a:pPr eaLnBrk="1" hangingPunct="1"/>
              <a:t>29</a:t>
            </a:fld>
            <a:endParaRPr lang="en-US" altLang="ja-JP" sz="1200" b="0">
              <a:latin typeface="Times New Roman" panose="02020603050405020304" pitchFamily="18" charset="0"/>
            </a:endParaRPr>
          </a:p>
        </p:txBody>
      </p:sp>
      <p:sp>
        <p:nvSpPr>
          <p:cNvPr id="96259" name="Rectangle 2"/>
          <p:cNvSpPr>
            <a:spLocks noGrp="1" noRot="1" noChangeAspect="1" noChangeArrowheads="1" noTextEdit="1"/>
          </p:cNvSpPr>
          <p:nvPr>
            <p:ph type="sldImg"/>
          </p:nvPr>
        </p:nvSpPr>
        <p:spPr>
          <a:ln/>
        </p:spPr>
      </p:sp>
      <p:sp>
        <p:nvSpPr>
          <p:cNvPr id="962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ms-MY">
              <a:latin typeface="Times New Roman" panose="02020603050405020304" pitchFamily="18" charset="0"/>
            </a:endParaRPr>
          </a:p>
        </p:txBody>
      </p:sp>
    </p:spTree>
    <p:extLst>
      <p:ext uri="{BB962C8B-B14F-4D97-AF65-F5344CB8AC3E}">
        <p14:creationId xmlns:p14="http://schemas.microsoft.com/office/powerpoint/2010/main" val="408974265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eaLnBrk="0" hangingPunct="0">
              <a:defRPr kumimoji="1" sz="2800" b="1">
                <a:solidFill>
                  <a:schemeClr val="tx1"/>
                </a:solidFill>
                <a:latin typeface="イワタ中丸ゴシック体(GT)" charset="-128"/>
                <a:ea typeface="MS PGothic" panose="020B0600070205080204" pitchFamily="34" charset="-128"/>
              </a:defRPr>
            </a:lvl1pPr>
            <a:lvl2pPr marL="742950" indent="-285750" defTabSz="939800" eaLnBrk="0" hangingPunct="0">
              <a:defRPr kumimoji="1" sz="2800" b="1">
                <a:solidFill>
                  <a:schemeClr val="tx1"/>
                </a:solidFill>
                <a:latin typeface="イワタ中丸ゴシック体(GT)" charset="-128"/>
                <a:ea typeface="MS PGothic" panose="020B0600070205080204" pitchFamily="34" charset="-128"/>
              </a:defRPr>
            </a:lvl2pPr>
            <a:lvl3pPr marL="1143000" indent="-228600" defTabSz="939800" eaLnBrk="0" hangingPunct="0">
              <a:defRPr kumimoji="1" sz="2800" b="1">
                <a:solidFill>
                  <a:schemeClr val="tx1"/>
                </a:solidFill>
                <a:latin typeface="イワタ中丸ゴシック体(GT)" charset="-128"/>
                <a:ea typeface="MS PGothic" panose="020B0600070205080204" pitchFamily="34" charset="-128"/>
              </a:defRPr>
            </a:lvl3pPr>
            <a:lvl4pPr marL="1600200" indent="-228600" defTabSz="939800" eaLnBrk="0" hangingPunct="0">
              <a:defRPr kumimoji="1" sz="2800" b="1">
                <a:solidFill>
                  <a:schemeClr val="tx1"/>
                </a:solidFill>
                <a:latin typeface="イワタ中丸ゴシック体(GT)" charset="-128"/>
                <a:ea typeface="MS PGothic" panose="020B0600070205080204" pitchFamily="34" charset="-128"/>
              </a:defRPr>
            </a:lvl4pPr>
            <a:lvl5pPr marL="2057400" indent="-228600" defTabSz="939800" eaLnBrk="0" hangingPunct="0">
              <a:defRPr kumimoji="1" sz="2800" b="1">
                <a:solidFill>
                  <a:schemeClr val="tx1"/>
                </a:solidFill>
                <a:latin typeface="イワタ中丸ゴシック体(GT)" charset="-128"/>
                <a:ea typeface="MS PGothic" panose="020B0600070205080204" pitchFamily="34" charset="-128"/>
              </a:defRPr>
            </a:lvl5pPr>
            <a:lvl6pPr marL="25146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fld id="{98C7A38D-8452-4434-91E4-CF8C3632F5BF}" type="slidenum">
              <a:rPr lang="en-US" altLang="ja-JP" sz="1200" b="0">
                <a:latin typeface="Times New Roman" panose="02020603050405020304" pitchFamily="18" charset="0"/>
              </a:rPr>
              <a:pPr eaLnBrk="1" hangingPunct="1"/>
              <a:t>30</a:t>
            </a:fld>
            <a:endParaRPr lang="en-US" altLang="ja-JP" sz="1200" b="0">
              <a:latin typeface="Times New Roman" panose="02020603050405020304" pitchFamily="18" charset="0"/>
            </a:endParaRPr>
          </a:p>
        </p:txBody>
      </p:sp>
      <p:sp>
        <p:nvSpPr>
          <p:cNvPr id="97283" name="Rectangle 2"/>
          <p:cNvSpPr>
            <a:spLocks noGrp="1" noRot="1" noChangeAspect="1" noChangeArrowheads="1" noTextEdit="1"/>
          </p:cNvSpPr>
          <p:nvPr>
            <p:ph type="sldImg"/>
          </p:nvPr>
        </p:nvSpPr>
        <p:spPr>
          <a:ln/>
        </p:spPr>
      </p:sp>
      <p:sp>
        <p:nvSpPr>
          <p:cNvPr id="972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ms-MY">
              <a:latin typeface="Times New Roman" panose="02020603050405020304" pitchFamily="18" charset="0"/>
            </a:endParaRPr>
          </a:p>
        </p:txBody>
      </p:sp>
    </p:spTree>
    <p:extLst>
      <p:ext uri="{BB962C8B-B14F-4D97-AF65-F5344CB8AC3E}">
        <p14:creationId xmlns:p14="http://schemas.microsoft.com/office/powerpoint/2010/main" val="286604439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eaLnBrk="0" hangingPunct="0">
              <a:defRPr kumimoji="1" sz="2800" b="1">
                <a:solidFill>
                  <a:schemeClr val="tx1"/>
                </a:solidFill>
                <a:latin typeface="イワタ中丸ゴシック体(GT)" charset="-128"/>
                <a:ea typeface="MS PGothic" panose="020B0600070205080204" pitchFamily="34" charset="-128"/>
              </a:defRPr>
            </a:lvl1pPr>
            <a:lvl2pPr marL="742950" indent="-285750" defTabSz="939800" eaLnBrk="0" hangingPunct="0">
              <a:defRPr kumimoji="1" sz="2800" b="1">
                <a:solidFill>
                  <a:schemeClr val="tx1"/>
                </a:solidFill>
                <a:latin typeface="イワタ中丸ゴシック体(GT)" charset="-128"/>
                <a:ea typeface="MS PGothic" panose="020B0600070205080204" pitchFamily="34" charset="-128"/>
              </a:defRPr>
            </a:lvl2pPr>
            <a:lvl3pPr marL="1143000" indent="-228600" defTabSz="939800" eaLnBrk="0" hangingPunct="0">
              <a:defRPr kumimoji="1" sz="2800" b="1">
                <a:solidFill>
                  <a:schemeClr val="tx1"/>
                </a:solidFill>
                <a:latin typeface="イワタ中丸ゴシック体(GT)" charset="-128"/>
                <a:ea typeface="MS PGothic" panose="020B0600070205080204" pitchFamily="34" charset="-128"/>
              </a:defRPr>
            </a:lvl3pPr>
            <a:lvl4pPr marL="1600200" indent="-228600" defTabSz="939800" eaLnBrk="0" hangingPunct="0">
              <a:defRPr kumimoji="1" sz="2800" b="1">
                <a:solidFill>
                  <a:schemeClr val="tx1"/>
                </a:solidFill>
                <a:latin typeface="イワタ中丸ゴシック体(GT)" charset="-128"/>
                <a:ea typeface="MS PGothic" panose="020B0600070205080204" pitchFamily="34" charset="-128"/>
              </a:defRPr>
            </a:lvl4pPr>
            <a:lvl5pPr marL="2057400" indent="-228600" defTabSz="939800" eaLnBrk="0" hangingPunct="0">
              <a:defRPr kumimoji="1" sz="2800" b="1">
                <a:solidFill>
                  <a:schemeClr val="tx1"/>
                </a:solidFill>
                <a:latin typeface="イワタ中丸ゴシック体(GT)" charset="-128"/>
                <a:ea typeface="MS PGothic" panose="020B0600070205080204" pitchFamily="34" charset="-128"/>
              </a:defRPr>
            </a:lvl5pPr>
            <a:lvl6pPr marL="25146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fld id="{55FB813C-C6D7-4074-A85E-91D56953005F}" type="slidenum">
              <a:rPr lang="en-US" altLang="ja-JP" sz="1200" b="0">
                <a:latin typeface="Times New Roman" panose="02020603050405020304" pitchFamily="18" charset="0"/>
              </a:rPr>
              <a:pPr eaLnBrk="1" hangingPunct="1"/>
              <a:t>31</a:t>
            </a:fld>
            <a:endParaRPr lang="en-US" altLang="ja-JP" sz="1200" b="0">
              <a:latin typeface="Times New Roman" panose="02020603050405020304" pitchFamily="18" charset="0"/>
            </a:endParaRPr>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ms-MY">
              <a:latin typeface="Times New Roman" panose="02020603050405020304" pitchFamily="18" charset="0"/>
            </a:endParaRPr>
          </a:p>
        </p:txBody>
      </p:sp>
    </p:spTree>
    <p:extLst>
      <p:ext uri="{BB962C8B-B14F-4D97-AF65-F5344CB8AC3E}">
        <p14:creationId xmlns:p14="http://schemas.microsoft.com/office/powerpoint/2010/main" val="351801195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eaLnBrk="0" hangingPunct="0">
              <a:defRPr kumimoji="1" sz="2800" b="1">
                <a:solidFill>
                  <a:schemeClr val="tx1"/>
                </a:solidFill>
                <a:latin typeface="イワタ中丸ゴシック体(GT)" charset="-128"/>
                <a:ea typeface="MS PGothic" panose="020B0600070205080204" pitchFamily="34" charset="-128"/>
              </a:defRPr>
            </a:lvl1pPr>
            <a:lvl2pPr marL="742950" indent="-285750" defTabSz="939800" eaLnBrk="0" hangingPunct="0">
              <a:defRPr kumimoji="1" sz="2800" b="1">
                <a:solidFill>
                  <a:schemeClr val="tx1"/>
                </a:solidFill>
                <a:latin typeface="イワタ中丸ゴシック体(GT)" charset="-128"/>
                <a:ea typeface="MS PGothic" panose="020B0600070205080204" pitchFamily="34" charset="-128"/>
              </a:defRPr>
            </a:lvl2pPr>
            <a:lvl3pPr marL="1143000" indent="-228600" defTabSz="939800" eaLnBrk="0" hangingPunct="0">
              <a:defRPr kumimoji="1" sz="2800" b="1">
                <a:solidFill>
                  <a:schemeClr val="tx1"/>
                </a:solidFill>
                <a:latin typeface="イワタ中丸ゴシック体(GT)" charset="-128"/>
                <a:ea typeface="MS PGothic" panose="020B0600070205080204" pitchFamily="34" charset="-128"/>
              </a:defRPr>
            </a:lvl3pPr>
            <a:lvl4pPr marL="1600200" indent="-228600" defTabSz="939800" eaLnBrk="0" hangingPunct="0">
              <a:defRPr kumimoji="1" sz="2800" b="1">
                <a:solidFill>
                  <a:schemeClr val="tx1"/>
                </a:solidFill>
                <a:latin typeface="イワタ中丸ゴシック体(GT)" charset="-128"/>
                <a:ea typeface="MS PGothic" panose="020B0600070205080204" pitchFamily="34" charset="-128"/>
              </a:defRPr>
            </a:lvl4pPr>
            <a:lvl5pPr marL="2057400" indent="-228600" defTabSz="939800" eaLnBrk="0" hangingPunct="0">
              <a:defRPr kumimoji="1" sz="2800" b="1">
                <a:solidFill>
                  <a:schemeClr val="tx1"/>
                </a:solidFill>
                <a:latin typeface="イワタ中丸ゴシック体(GT)" charset="-128"/>
                <a:ea typeface="MS PGothic" panose="020B0600070205080204" pitchFamily="34" charset="-128"/>
              </a:defRPr>
            </a:lvl5pPr>
            <a:lvl6pPr marL="25146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fld id="{1C62DE62-D057-45A8-93B7-9A74B1450289}" type="slidenum">
              <a:rPr lang="en-US" altLang="ja-JP" sz="1200" b="0">
                <a:latin typeface="Times New Roman" panose="02020603050405020304" pitchFamily="18" charset="0"/>
              </a:rPr>
              <a:pPr eaLnBrk="1" hangingPunct="1"/>
              <a:t>32</a:t>
            </a:fld>
            <a:endParaRPr lang="en-US" altLang="ja-JP" sz="1200" b="0">
              <a:latin typeface="Times New Roman" panose="02020603050405020304" pitchFamily="18" charset="0"/>
            </a:endParaRPr>
          </a:p>
        </p:txBody>
      </p:sp>
      <p:sp>
        <p:nvSpPr>
          <p:cNvPr id="99331"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ms-MY">
              <a:latin typeface="Times New Roman" panose="02020603050405020304" pitchFamily="18" charset="0"/>
            </a:endParaRPr>
          </a:p>
        </p:txBody>
      </p:sp>
    </p:spTree>
    <p:extLst>
      <p:ext uri="{BB962C8B-B14F-4D97-AF65-F5344CB8AC3E}">
        <p14:creationId xmlns:p14="http://schemas.microsoft.com/office/powerpoint/2010/main" val="374325448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eaLnBrk="0" hangingPunct="0">
              <a:defRPr kumimoji="1" sz="2800" b="1">
                <a:solidFill>
                  <a:schemeClr val="tx1"/>
                </a:solidFill>
                <a:latin typeface="イワタ中丸ゴシック体(GT)" charset="-128"/>
                <a:ea typeface="MS PGothic" panose="020B0600070205080204" pitchFamily="34" charset="-128"/>
              </a:defRPr>
            </a:lvl1pPr>
            <a:lvl2pPr marL="742950" indent="-285750" defTabSz="939800" eaLnBrk="0" hangingPunct="0">
              <a:defRPr kumimoji="1" sz="2800" b="1">
                <a:solidFill>
                  <a:schemeClr val="tx1"/>
                </a:solidFill>
                <a:latin typeface="イワタ中丸ゴシック体(GT)" charset="-128"/>
                <a:ea typeface="MS PGothic" panose="020B0600070205080204" pitchFamily="34" charset="-128"/>
              </a:defRPr>
            </a:lvl2pPr>
            <a:lvl3pPr marL="1143000" indent="-228600" defTabSz="939800" eaLnBrk="0" hangingPunct="0">
              <a:defRPr kumimoji="1" sz="2800" b="1">
                <a:solidFill>
                  <a:schemeClr val="tx1"/>
                </a:solidFill>
                <a:latin typeface="イワタ中丸ゴシック体(GT)" charset="-128"/>
                <a:ea typeface="MS PGothic" panose="020B0600070205080204" pitchFamily="34" charset="-128"/>
              </a:defRPr>
            </a:lvl3pPr>
            <a:lvl4pPr marL="1600200" indent="-228600" defTabSz="939800" eaLnBrk="0" hangingPunct="0">
              <a:defRPr kumimoji="1" sz="2800" b="1">
                <a:solidFill>
                  <a:schemeClr val="tx1"/>
                </a:solidFill>
                <a:latin typeface="イワタ中丸ゴシック体(GT)" charset="-128"/>
                <a:ea typeface="MS PGothic" panose="020B0600070205080204" pitchFamily="34" charset="-128"/>
              </a:defRPr>
            </a:lvl4pPr>
            <a:lvl5pPr marL="2057400" indent="-228600" defTabSz="939800" eaLnBrk="0" hangingPunct="0">
              <a:defRPr kumimoji="1" sz="2800" b="1">
                <a:solidFill>
                  <a:schemeClr val="tx1"/>
                </a:solidFill>
                <a:latin typeface="イワタ中丸ゴシック体(GT)" charset="-128"/>
                <a:ea typeface="MS PGothic" panose="020B0600070205080204" pitchFamily="34" charset="-128"/>
              </a:defRPr>
            </a:lvl5pPr>
            <a:lvl6pPr marL="25146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fld id="{ED92951B-3F30-4177-8A4C-F38FA005AE8E}" type="slidenum">
              <a:rPr lang="en-US" altLang="ja-JP" sz="1200" b="0">
                <a:latin typeface="Times New Roman" panose="02020603050405020304" pitchFamily="18" charset="0"/>
              </a:rPr>
              <a:pPr eaLnBrk="1" hangingPunct="1"/>
              <a:t>33</a:t>
            </a:fld>
            <a:endParaRPr lang="en-US" altLang="ja-JP" sz="1200" b="0">
              <a:latin typeface="Times New Roman" panose="02020603050405020304" pitchFamily="18" charset="0"/>
            </a:endParaRPr>
          </a:p>
        </p:txBody>
      </p:sp>
      <p:sp>
        <p:nvSpPr>
          <p:cNvPr id="100355" name="Rectangle 2"/>
          <p:cNvSpPr>
            <a:spLocks noGrp="1" noRot="1" noChangeAspect="1" noChangeArrowheads="1" noTextEdit="1"/>
          </p:cNvSpPr>
          <p:nvPr>
            <p:ph type="sldImg"/>
          </p:nvPr>
        </p:nvSpPr>
        <p:spPr>
          <a:ln/>
        </p:spPr>
      </p:sp>
      <p:sp>
        <p:nvSpPr>
          <p:cNvPr id="1003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ms-MY">
              <a:latin typeface="Times New Roman" panose="02020603050405020304" pitchFamily="18" charset="0"/>
            </a:endParaRPr>
          </a:p>
        </p:txBody>
      </p:sp>
    </p:spTree>
    <p:extLst>
      <p:ext uri="{BB962C8B-B14F-4D97-AF65-F5344CB8AC3E}">
        <p14:creationId xmlns:p14="http://schemas.microsoft.com/office/powerpoint/2010/main" val="157252529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eaLnBrk="0" hangingPunct="0">
              <a:defRPr kumimoji="1" sz="2800" b="1">
                <a:solidFill>
                  <a:schemeClr val="tx1"/>
                </a:solidFill>
                <a:latin typeface="イワタ中丸ゴシック体(GT)" charset="-128"/>
                <a:ea typeface="MS PGothic" panose="020B0600070205080204" pitchFamily="34" charset="-128"/>
              </a:defRPr>
            </a:lvl1pPr>
            <a:lvl2pPr marL="742950" indent="-285750" defTabSz="939800" eaLnBrk="0" hangingPunct="0">
              <a:defRPr kumimoji="1" sz="2800" b="1">
                <a:solidFill>
                  <a:schemeClr val="tx1"/>
                </a:solidFill>
                <a:latin typeface="イワタ中丸ゴシック体(GT)" charset="-128"/>
                <a:ea typeface="MS PGothic" panose="020B0600070205080204" pitchFamily="34" charset="-128"/>
              </a:defRPr>
            </a:lvl2pPr>
            <a:lvl3pPr marL="1143000" indent="-228600" defTabSz="939800" eaLnBrk="0" hangingPunct="0">
              <a:defRPr kumimoji="1" sz="2800" b="1">
                <a:solidFill>
                  <a:schemeClr val="tx1"/>
                </a:solidFill>
                <a:latin typeface="イワタ中丸ゴシック体(GT)" charset="-128"/>
                <a:ea typeface="MS PGothic" panose="020B0600070205080204" pitchFamily="34" charset="-128"/>
              </a:defRPr>
            </a:lvl3pPr>
            <a:lvl4pPr marL="1600200" indent="-228600" defTabSz="939800" eaLnBrk="0" hangingPunct="0">
              <a:defRPr kumimoji="1" sz="2800" b="1">
                <a:solidFill>
                  <a:schemeClr val="tx1"/>
                </a:solidFill>
                <a:latin typeface="イワタ中丸ゴシック体(GT)" charset="-128"/>
                <a:ea typeface="MS PGothic" panose="020B0600070205080204" pitchFamily="34" charset="-128"/>
              </a:defRPr>
            </a:lvl4pPr>
            <a:lvl5pPr marL="2057400" indent="-228600" defTabSz="939800" eaLnBrk="0" hangingPunct="0">
              <a:defRPr kumimoji="1" sz="2800" b="1">
                <a:solidFill>
                  <a:schemeClr val="tx1"/>
                </a:solidFill>
                <a:latin typeface="イワタ中丸ゴシック体(GT)" charset="-128"/>
                <a:ea typeface="MS PGothic" panose="020B0600070205080204" pitchFamily="34" charset="-128"/>
              </a:defRPr>
            </a:lvl5pPr>
            <a:lvl6pPr marL="25146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fld id="{DE997313-186B-4658-AF94-32694073E0A4}" type="slidenum">
              <a:rPr lang="en-US" altLang="ja-JP" sz="1200" b="0">
                <a:latin typeface="Times New Roman" panose="02020603050405020304" pitchFamily="18" charset="0"/>
              </a:rPr>
              <a:pPr eaLnBrk="1" hangingPunct="1"/>
              <a:t>34</a:t>
            </a:fld>
            <a:endParaRPr lang="en-US" altLang="ja-JP" sz="1200" b="0">
              <a:latin typeface="Times New Roman" panose="02020603050405020304" pitchFamily="18" charset="0"/>
            </a:endParaRPr>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ms-MY">
              <a:latin typeface="Times New Roman" panose="02020603050405020304" pitchFamily="18" charset="0"/>
            </a:endParaRPr>
          </a:p>
        </p:txBody>
      </p:sp>
    </p:spTree>
    <p:extLst>
      <p:ext uri="{BB962C8B-B14F-4D97-AF65-F5344CB8AC3E}">
        <p14:creationId xmlns:p14="http://schemas.microsoft.com/office/powerpoint/2010/main" val="219352804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eaLnBrk="0" hangingPunct="0">
              <a:defRPr kumimoji="1" sz="2800" b="1">
                <a:solidFill>
                  <a:schemeClr val="tx1"/>
                </a:solidFill>
                <a:latin typeface="イワタ中丸ゴシック体(GT)" charset="-128"/>
                <a:ea typeface="MS PGothic" panose="020B0600070205080204" pitchFamily="34" charset="-128"/>
              </a:defRPr>
            </a:lvl1pPr>
            <a:lvl2pPr marL="742950" indent="-285750" defTabSz="939800" eaLnBrk="0" hangingPunct="0">
              <a:defRPr kumimoji="1" sz="2800" b="1">
                <a:solidFill>
                  <a:schemeClr val="tx1"/>
                </a:solidFill>
                <a:latin typeface="イワタ中丸ゴシック体(GT)" charset="-128"/>
                <a:ea typeface="MS PGothic" panose="020B0600070205080204" pitchFamily="34" charset="-128"/>
              </a:defRPr>
            </a:lvl2pPr>
            <a:lvl3pPr marL="1143000" indent="-228600" defTabSz="939800" eaLnBrk="0" hangingPunct="0">
              <a:defRPr kumimoji="1" sz="2800" b="1">
                <a:solidFill>
                  <a:schemeClr val="tx1"/>
                </a:solidFill>
                <a:latin typeface="イワタ中丸ゴシック体(GT)" charset="-128"/>
                <a:ea typeface="MS PGothic" panose="020B0600070205080204" pitchFamily="34" charset="-128"/>
              </a:defRPr>
            </a:lvl3pPr>
            <a:lvl4pPr marL="1600200" indent="-228600" defTabSz="939800" eaLnBrk="0" hangingPunct="0">
              <a:defRPr kumimoji="1" sz="2800" b="1">
                <a:solidFill>
                  <a:schemeClr val="tx1"/>
                </a:solidFill>
                <a:latin typeface="イワタ中丸ゴシック体(GT)" charset="-128"/>
                <a:ea typeface="MS PGothic" panose="020B0600070205080204" pitchFamily="34" charset="-128"/>
              </a:defRPr>
            </a:lvl4pPr>
            <a:lvl5pPr marL="2057400" indent="-228600" defTabSz="939800" eaLnBrk="0" hangingPunct="0">
              <a:defRPr kumimoji="1" sz="2800" b="1">
                <a:solidFill>
                  <a:schemeClr val="tx1"/>
                </a:solidFill>
                <a:latin typeface="イワタ中丸ゴシック体(GT)" charset="-128"/>
                <a:ea typeface="MS PGothic" panose="020B0600070205080204" pitchFamily="34" charset="-128"/>
              </a:defRPr>
            </a:lvl5pPr>
            <a:lvl6pPr marL="25146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fld id="{3C099864-5C0B-459E-9709-EB59C8E2C32F}" type="slidenum">
              <a:rPr lang="en-US" altLang="ja-JP" sz="1200" b="0">
                <a:latin typeface="Times New Roman" panose="02020603050405020304" pitchFamily="18" charset="0"/>
              </a:rPr>
              <a:pPr eaLnBrk="1" hangingPunct="1"/>
              <a:t>35</a:t>
            </a:fld>
            <a:endParaRPr lang="en-US" altLang="ja-JP" sz="1200" b="0">
              <a:latin typeface="Times New Roman" panose="02020603050405020304" pitchFamily="18" charset="0"/>
            </a:endParaRPr>
          </a:p>
        </p:txBody>
      </p:sp>
      <p:sp>
        <p:nvSpPr>
          <p:cNvPr id="102403" name="Rectangle 2"/>
          <p:cNvSpPr>
            <a:spLocks noGrp="1" noRot="1" noChangeAspect="1" noChangeArrowheads="1" noTextEdit="1"/>
          </p:cNvSpPr>
          <p:nvPr>
            <p:ph type="sldImg"/>
          </p:nvPr>
        </p:nvSpPr>
        <p:spPr>
          <a:ln/>
        </p:spPr>
      </p:sp>
      <p:sp>
        <p:nvSpPr>
          <p:cNvPr id="1024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ms-MY">
              <a:latin typeface="Times New Roman" panose="02020603050405020304" pitchFamily="18" charset="0"/>
            </a:endParaRPr>
          </a:p>
        </p:txBody>
      </p:sp>
    </p:spTree>
    <p:extLst>
      <p:ext uri="{BB962C8B-B14F-4D97-AF65-F5344CB8AC3E}">
        <p14:creationId xmlns:p14="http://schemas.microsoft.com/office/powerpoint/2010/main" val="54792061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eaLnBrk="0" hangingPunct="0">
              <a:defRPr kumimoji="1" sz="2800" b="1">
                <a:solidFill>
                  <a:schemeClr val="tx1"/>
                </a:solidFill>
                <a:latin typeface="イワタ中丸ゴシック体(GT)" charset="-128"/>
                <a:ea typeface="MS PGothic" panose="020B0600070205080204" pitchFamily="34" charset="-128"/>
              </a:defRPr>
            </a:lvl1pPr>
            <a:lvl2pPr marL="742950" indent="-285750" defTabSz="939800" eaLnBrk="0" hangingPunct="0">
              <a:defRPr kumimoji="1" sz="2800" b="1">
                <a:solidFill>
                  <a:schemeClr val="tx1"/>
                </a:solidFill>
                <a:latin typeface="イワタ中丸ゴシック体(GT)" charset="-128"/>
                <a:ea typeface="MS PGothic" panose="020B0600070205080204" pitchFamily="34" charset="-128"/>
              </a:defRPr>
            </a:lvl2pPr>
            <a:lvl3pPr marL="1143000" indent="-228600" defTabSz="939800" eaLnBrk="0" hangingPunct="0">
              <a:defRPr kumimoji="1" sz="2800" b="1">
                <a:solidFill>
                  <a:schemeClr val="tx1"/>
                </a:solidFill>
                <a:latin typeface="イワタ中丸ゴシック体(GT)" charset="-128"/>
                <a:ea typeface="MS PGothic" panose="020B0600070205080204" pitchFamily="34" charset="-128"/>
              </a:defRPr>
            </a:lvl3pPr>
            <a:lvl4pPr marL="1600200" indent="-228600" defTabSz="939800" eaLnBrk="0" hangingPunct="0">
              <a:defRPr kumimoji="1" sz="2800" b="1">
                <a:solidFill>
                  <a:schemeClr val="tx1"/>
                </a:solidFill>
                <a:latin typeface="イワタ中丸ゴシック体(GT)" charset="-128"/>
                <a:ea typeface="MS PGothic" panose="020B0600070205080204" pitchFamily="34" charset="-128"/>
              </a:defRPr>
            </a:lvl4pPr>
            <a:lvl5pPr marL="2057400" indent="-228600" defTabSz="939800" eaLnBrk="0" hangingPunct="0">
              <a:defRPr kumimoji="1" sz="2800" b="1">
                <a:solidFill>
                  <a:schemeClr val="tx1"/>
                </a:solidFill>
                <a:latin typeface="イワタ中丸ゴシック体(GT)" charset="-128"/>
                <a:ea typeface="MS PGothic" panose="020B0600070205080204" pitchFamily="34" charset="-128"/>
              </a:defRPr>
            </a:lvl5pPr>
            <a:lvl6pPr marL="25146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fld id="{28765C92-CB60-47CB-89D8-8C84A7CA93A0}" type="slidenum">
              <a:rPr lang="en-US" altLang="ja-JP" sz="1200" b="0">
                <a:latin typeface="Times New Roman" panose="02020603050405020304" pitchFamily="18" charset="0"/>
              </a:rPr>
              <a:pPr eaLnBrk="1" hangingPunct="1"/>
              <a:t>36</a:t>
            </a:fld>
            <a:endParaRPr lang="en-US" altLang="ja-JP" sz="1200" b="0">
              <a:latin typeface="Times New Roman" panose="02020603050405020304" pitchFamily="18" charset="0"/>
            </a:endParaRPr>
          </a:p>
        </p:txBody>
      </p:sp>
      <p:sp>
        <p:nvSpPr>
          <p:cNvPr id="103427" name="Rectangle 2"/>
          <p:cNvSpPr>
            <a:spLocks noGrp="1" noRot="1" noChangeAspect="1" noChangeArrowheads="1" noTextEdit="1"/>
          </p:cNvSpPr>
          <p:nvPr>
            <p:ph type="sldImg"/>
          </p:nvPr>
        </p:nvSpPr>
        <p:spPr>
          <a:ln/>
        </p:spPr>
      </p:sp>
      <p:sp>
        <p:nvSpPr>
          <p:cNvPr id="1034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ms-MY">
              <a:latin typeface="Times New Roman" panose="02020603050405020304" pitchFamily="18" charset="0"/>
            </a:endParaRPr>
          </a:p>
        </p:txBody>
      </p:sp>
    </p:spTree>
    <p:extLst>
      <p:ext uri="{BB962C8B-B14F-4D97-AF65-F5344CB8AC3E}">
        <p14:creationId xmlns:p14="http://schemas.microsoft.com/office/powerpoint/2010/main" val="230178455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eaLnBrk="0" hangingPunct="0">
              <a:defRPr kumimoji="1" sz="2800" b="1">
                <a:solidFill>
                  <a:schemeClr val="tx1"/>
                </a:solidFill>
                <a:latin typeface="イワタ中丸ゴシック体(GT)" charset="-128"/>
                <a:ea typeface="MS PGothic" panose="020B0600070205080204" pitchFamily="34" charset="-128"/>
              </a:defRPr>
            </a:lvl1pPr>
            <a:lvl2pPr marL="742950" indent="-285750" defTabSz="939800" eaLnBrk="0" hangingPunct="0">
              <a:defRPr kumimoji="1" sz="2800" b="1">
                <a:solidFill>
                  <a:schemeClr val="tx1"/>
                </a:solidFill>
                <a:latin typeface="イワタ中丸ゴシック体(GT)" charset="-128"/>
                <a:ea typeface="MS PGothic" panose="020B0600070205080204" pitchFamily="34" charset="-128"/>
              </a:defRPr>
            </a:lvl2pPr>
            <a:lvl3pPr marL="1143000" indent="-228600" defTabSz="939800" eaLnBrk="0" hangingPunct="0">
              <a:defRPr kumimoji="1" sz="2800" b="1">
                <a:solidFill>
                  <a:schemeClr val="tx1"/>
                </a:solidFill>
                <a:latin typeface="イワタ中丸ゴシック体(GT)" charset="-128"/>
                <a:ea typeface="MS PGothic" panose="020B0600070205080204" pitchFamily="34" charset="-128"/>
              </a:defRPr>
            </a:lvl3pPr>
            <a:lvl4pPr marL="1600200" indent="-228600" defTabSz="939800" eaLnBrk="0" hangingPunct="0">
              <a:defRPr kumimoji="1" sz="2800" b="1">
                <a:solidFill>
                  <a:schemeClr val="tx1"/>
                </a:solidFill>
                <a:latin typeface="イワタ中丸ゴシック体(GT)" charset="-128"/>
                <a:ea typeface="MS PGothic" panose="020B0600070205080204" pitchFamily="34" charset="-128"/>
              </a:defRPr>
            </a:lvl4pPr>
            <a:lvl5pPr marL="2057400" indent="-228600" defTabSz="939800" eaLnBrk="0" hangingPunct="0">
              <a:defRPr kumimoji="1" sz="2800" b="1">
                <a:solidFill>
                  <a:schemeClr val="tx1"/>
                </a:solidFill>
                <a:latin typeface="イワタ中丸ゴシック体(GT)" charset="-128"/>
                <a:ea typeface="MS PGothic" panose="020B0600070205080204" pitchFamily="34" charset="-128"/>
              </a:defRPr>
            </a:lvl5pPr>
            <a:lvl6pPr marL="25146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fld id="{AC29DDB4-11D0-4503-A0AB-E94D36FC7BF2}" type="slidenum">
              <a:rPr lang="en-US" altLang="ja-JP" sz="1200" b="0">
                <a:latin typeface="Times New Roman" panose="02020603050405020304" pitchFamily="18" charset="0"/>
              </a:rPr>
              <a:pPr eaLnBrk="1" hangingPunct="1"/>
              <a:t>37</a:t>
            </a:fld>
            <a:endParaRPr lang="en-US" altLang="ja-JP" sz="1200" b="0">
              <a:latin typeface="Times New Roman" panose="02020603050405020304" pitchFamily="18" charset="0"/>
            </a:endParaRPr>
          </a:p>
        </p:txBody>
      </p:sp>
      <p:sp>
        <p:nvSpPr>
          <p:cNvPr id="104451" name="Rectangle 2"/>
          <p:cNvSpPr>
            <a:spLocks noGrp="1" noRot="1" noChangeAspect="1" noChangeArrowheads="1" noTextEdit="1"/>
          </p:cNvSpPr>
          <p:nvPr>
            <p:ph type="sldImg"/>
          </p:nvPr>
        </p:nvSpPr>
        <p:spPr>
          <a:ln/>
        </p:spPr>
      </p:sp>
      <p:sp>
        <p:nvSpPr>
          <p:cNvPr id="1044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ms-MY">
              <a:latin typeface="Times New Roman" panose="02020603050405020304" pitchFamily="18" charset="0"/>
            </a:endParaRPr>
          </a:p>
        </p:txBody>
      </p:sp>
    </p:spTree>
    <p:extLst>
      <p:ext uri="{BB962C8B-B14F-4D97-AF65-F5344CB8AC3E}">
        <p14:creationId xmlns:p14="http://schemas.microsoft.com/office/powerpoint/2010/main" val="60361685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eaLnBrk="0" hangingPunct="0">
              <a:defRPr kumimoji="1" sz="2800" b="1">
                <a:solidFill>
                  <a:schemeClr val="tx1"/>
                </a:solidFill>
                <a:latin typeface="イワタ中丸ゴシック体(GT)" charset="-128"/>
                <a:ea typeface="MS PGothic" panose="020B0600070205080204" pitchFamily="34" charset="-128"/>
              </a:defRPr>
            </a:lvl1pPr>
            <a:lvl2pPr marL="742950" indent="-285750" defTabSz="939800" eaLnBrk="0" hangingPunct="0">
              <a:defRPr kumimoji="1" sz="2800" b="1">
                <a:solidFill>
                  <a:schemeClr val="tx1"/>
                </a:solidFill>
                <a:latin typeface="イワタ中丸ゴシック体(GT)" charset="-128"/>
                <a:ea typeface="MS PGothic" panose="020B0600070205080204" pitchFamily="34" charset="-128"/>
              </a:defRPr>
            </a:lvl2pPr>
            <a:lvl3pPr marL="1143000" indent="-228600" defTabSz="939800" eaLnBrk="0" hangingPunct="0">
              <a:defRPr kumimoji="1" sz="2800" b="1">
                <a:solidFill>
                  <a:schemeClr val="tx1"/>
                </a:solidFill>
                <a:latin typeface="イワタ中丸ゴシック体(GT)" charset="-128"/>
                <a:ea typeface="MS PGothic" panose="020B0600070205080204" pitchFamily="34" charset="-128"/>
              </a:defRPr>
            </a:lvl3pPr>
            <a:lvl4pPr marL="1600200" indent="-228600" defTabSz="939800" eaLnBrk="0" hangingPunct="0">
              <a:defRPr kumimoji="1" sz="2800" b="1">
                <a:solidFill>
                  <a:schemeClr val="tx1"/>
                </a:solidFill>
                <a:latin typeface="イワタ中丸ゴシック体(GT)" charset="-128"/>
                <a:ea typeface="MS PGothic" panose="020B0600070205080204" pitchFamily="34" charset="-128"/>
              </a:defRPr>
            </a:lvl4pPr>
            <a:lvl5pPr marL="2057400" indent="-228600" defTabSz="939800" eaLnBrk="0" hangingPunct="0">
              <a:defRPr kumimoji="1" sz="2800" b="1">
                <a:solidFill>
                  <a:schemeClr val="tx1"/>
                </a:solidFill>
                <a:latin typeface="イワタ中丸ゴシック体(GT)" charset="-128"/>
                <a:ea typeface="MS PGothic" panose="020B0600070205080204" pitchFamily="34" charset="-128"/>
              </a:defRPr>
            </a:lvl5pPr>
            <a:lvl6pPr marL="25146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fld id="{849004F3-6B30-4669-87DF-023FF130144E}" type="slidenum">
              <a:rPr lang="en-US" altLang="ja-JP" sz="1200" b="0">
                <a:latin typeface="Times New Roman" panose="02020603050405020304" pitchFamily="18" charset="0"/>
              </a:rPr>
              <a:pPr eaLnBrk="1" hangingPunct="1"/>
              <a:t>38</a:t>
            </a:fld>
            <a:endParaRPr lang="en-US" altLang="ja-JP" sz="1200" b="0">
              <a:latin typeface="Times New Roman" panose="02020603050405020304" pitchFamily="18" charset="0"/>
            </a:endParaRPr>
          </a:p>
        </p:txBody>
      </p:sp>
      <p:sp>
        <p:nvSpPr>
          <p:cNvPr id="105475" name="Rectangle 2"/>
          <p:cNvSpPr>
            <a:spLocks noGrp="1" noRot="1" noChangeAspect="1" noChangeArrowheads="1" noTextEdit="1"/>
          </p:cNvSpPr>
          <p:nvPr>
            <p:ph type="sldImg"/>
          </p:nvPr>
        </p:nvSpPr>
        <p:spPr>
          <a:ln/>
        </p:spPr>
      </p:sp>
      <p:sp>
        <p:nvSpPr>
          <p:cNvPr id="1054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ms-MY">
              <a:latin typeface="Times New Roman" panose="02020603050405020304" pitchFamily="18" charset="0"/>
            </a:endParaRPr>
          </a:p>
        </p:txBody>
      </p:sp>
    </p:spTree>
    <p:extLst>
      <p:ext uri="{BB962C8B-B14F-4D97-AF65-F5344CB8AC3E}">
        <p14:creationId xmlns:p14="http://schemas.microsoft.com/office/powerpoint/2010/main" val="401126373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eaLnBrk="0" hangingPunct="0">
              <a:defRPr kumimoji="1" sz="2800" b="1">
                <a:solidFill>
                  <a:schemeClr val="tx1"/>
                </a:solidFill>
                <a:latin typeface="イワタ中丸ゴシック体(GT)" charset="-128"/>
                <a:ea typeface="MS PGothic" panose="020B0600070205080204" pitchFamily="34" charset="-128"/>
              </a:defRPr>
            </a:lvl1pPr>
            <a:lvl2pPr marL="742950" indent="-285750" defTabSz="939800" eaLnBrk="0" hangingPunct="0">
              <a:defRPr kumimoji="1" sz="2800" b="1">
                <a:solidFill>
                  <a:schemeClr val="tx1"/>
                </a:solidFill>
                <a:latin typeface="イワタ中丸ゴシック体(GT)" charset="-128"/>
                <a:ea typeface="MS PGothic" panose="020B0600070205080204" pitchFamily="34" charset="-128"/>
              </a:defRPr>
            </a:lvl2pPr>
            <a:lvl3pPr marL="1143000" indent="-228600" defTabSz="939800" eaLnBrk="0" hangingPunct="0">
              <a:defRPr kumimoji="1" sz="2800" b="1">
                <a:solidFill>
                  <a:schemeClr val="tx1"/>
                </a:solidFill>
                <a:latin typeface="イワタ中丸ゴシック体(GT)" charset="-128"/>
                <a:ea typeface="MS PGothic" panose="020B0600070205080204" pitchFamily="34" charset="-128"/>
              </a:defRPr>
            </a:lvl3pPr>
            <a:lvl4pPr marL="1600200" indent="-228600" defTabSz="939800" eaLnBrk="0" hangingPunct="0">
              <a:defRPr kumimoji="1" sz="2800" b="1">
                <a:solidFill>
                  <a:schemeClr val="tx1"/>
                </a:solidFill>
                <a:latin typeface="イワタ中丸ゴシック体(GT)" charset="-128"/>
                <a:ea typeface="MS PGothic" panose="020B0600070205080204" pitchFamily="34" charset="-128"/>
              </a:defRPr>
            </a:lvl4pPr>
            <a:lvl5pPr marL="2057400" indent="-228600" defTabSz="939800" eaLnBrk="0" hangingPunct="0">
              <a:defRPr kumimoji="1" sz="2800" b="1">
                <a:solidFill>
                  <a:schemeClr val="tx1"/>
                </a:solidFill>
                <a:latin typeface="イワタ中丸ゴシック体(GT)" charset="-128"/>
                <a:ea typeface="MS PGothic" panose="020B0600070205080204" pitchFamily="34" charset="-128"/>
              </a:defRPr>
            </a:lvl5pPr>
            <a:lvl6pPr marL="25146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fld id="{345CA307-1F3A-44F8-AAE7-3B2EE4EDFEF9}" type="slidenum">
              <a:rPr lang="en-US" altLang="ja-JP" sz="1200" b="0">
                <a:latin typeface="Times New Roman" panose="02020603050405020304" pitchFamily="18" charset="0"/>
              </a:rPr>
              <a:pPr eaLnBrk="1" hangingPunct="1"/>
              <a:t>39</a:t>
            </a:fld>
            <a:endParaRPr lang="en-US" altLang="ja-JP" sz="1200" b="0">
              <a:latin typeface="Times New Roman" panose="02020603050405020304" pitchFamily="18" charset="0"/>
            </a:endParaRPr>
          </a:p>
        </p:txBody>
      </p:sp>
      <p:sp>
        <p:nvSpPr>
          <p:cNvPr id="106499" name="Rectangle 2"/>
          <p:cNvSpPr>
            <a:spLocks noGrp="1" noRot="1" noChangeAspect="1" noChangeArrowheads="1" noTextEdit="1"/>
          </p:cNvSpPr>
          <p:nvPr>
            <p:ph type="sldImg"/>
          </p:nvPr>
        </p:nvSpPr>
        <p:spPr>
          <a:ln/>
        </p:spPr>
      </p:sp>
      <p:sp>
        <p:nvSpPr>
          <p:cNvPr id="1065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ms-MY">
              <a:latin typeface="Times New Roman" panose="02020603050405020304" pitchFamily="18" charset="0"/>
            </a:endParaRPr>
          </a:p>
        </p:txBody>
      </p:sp>
    </p:spTree>
    <p:extLst>
      <p:ext uri="{BB962C8B-B14F-4D97-AF65-F5344CB8AC3E}">
        <p14:creationId xmlns:p14="http://schemas.microsoft.com/office/powerpoint/2010/main" val="294993828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eaLnBrk="0" hangingPunct="0">
              <a:defRPr kumimoji="1" sz="2800" b="1">
                <a:solidFill>
                  <a:schemeClr val="tx1"/>
                </a:solidFill>
                <a:latin typeface="イワタ中丸ゴシック体(GT)" charset="-128"/>
                <a:ea typeface="MS PGothic" panose="020B0600070205080204" pitchFamily="34" charset="-128"/>
              </a:defRPr>
            </a:lvl1pPr>
            <a:lvl2pPr marL="742950" indent="-285750" defTabSz="939800" eaLnBrk="0" hangingPunct="0">
              <a:defRPr kumimoji="1" sz="2800" b="1">
                <a:solidFill>
                  <a:schemeClr val="tx1"/>
                </a:solidFill>
                <a:latin typeface="イワタ中丸ゴシック体(GT)" charset="-128"/>
                <a:ea typeface="MS PGothic" panose="020B0600070205080204" pitchFamily="34" charset="-128"/>
              </a:defRPr>
            </a:lvl2pPr>
            <a:lvl3pPr marL="1143000" indent="-228600" defTabSz="939800" eaLnBrk="0" hangingPunct="0">
              <a:defRPr kumimoji="1" sz="2800" b="1">
                <a:solidFill>
                  <a:schemeClr val="tx1"/>
                </a:solidFill>
                <a:latin typeface="イワタ中丸ゴシック体(GT)" charset="-128"/>
                <a:ea typeface="MS PGothic" panose="020B0600070205080204" pitchFamily="34" charset="-128"/>
              </a:defRPr>
            </a:lvl3pPr>
            <a:lvl4pPr marL="1600200" indent="-228600" defTabSz="939800" eaLnBrk="0" hangingPunct="0">
              <a:defRPr kumimoji="1" sz="2800" b="1">
                <a:solidFill>
                  <a:schemeClr val="tx1"/>
                </a:solidFill>
                <a:latin typeface="イワタ中丸ゴシック体(GT)" charset="-128"/>
                <a:ea typeface="MS PGothic" panose="020B0600070205080204" pitchFamily="34" charset="-128"/>
              </a:defRPr>
            </a:lvl4pPr>
            <a:lvl5pPr marL="2057400" indent="-228600" defTabSz="939800" eaLnBrk="0" hangingPunct="0">
              <a:defRPr kumimoji="1" sz="2800" b="1">
                <a:solidFill>
                  <a:schemeClr val="tx1"/>
                </a:solidFill>
                <a:latin typeface="イワタ中丸ゴシック体(GT)" charset="-128"/>
                <a:ea typeface="MS PGothic" panose="020B0600070205080204" pitchFamily="34" charset="-128"/>
              </a:defRPr>
            </a:lvl5pPr>
            <a:lvl6pPr marL="25146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fld id="{E8CE915D-FAF7-4119-9339-DA0DE1A7A7F4}" type="slidenum">
              <a:rPr lang="en-US" altLang="ja-JP" sz="1200" b="0">
                <a:latin typeface="Times New Roman" panose="02020603050405020304" pitchFamily="18" charset="0"/>
              </a:rPr>
              <a:pPr eaLnBrk="1" hangingPunct="1"/>
              <a:t>40</a:t>
            </a:fld>
            <a:endParaRPr lang="en-US" altLang="ja-JP" sz="1200" b="0">
              <a:latin typeface="Times New Roman" panose="02020603050405020304" pitchFamily="18" charset="0"/>
            </a:endParaRPr>
          </a:p>
        </p:txBody>
      </p:sp>
      <p:sp>
        <p:nvSpPr>
          <p:cNvPr id="107523" name="Rectangle 2"/>
          <p:cNvSpPr>
            <a:spLocks noGrp="1" noRot="1" noChangeAspect="1" noChangeArrowheads="1" noTextEdit="1"/>
          </p:cNvSpPr>
          <p:nvPr>
            <p:ph type="sldImg"/>
          </p:nvPr>
        </p:nvSpPr>
        <p:spPr>
          <a:ln/>
        </p:spPr>
      </p:sp>
      <p:sp>
        <p:nvSpPr>
          <p:cNvPr id="1075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ms-MY">
              <a:latin typeface="Times New Roman" panose="02020603050405020304" pitchFamily="18" charset="0"/>
            </a:endParaRPr>
          </a:p>
        </p:txBody>
      </p:sp>
    </p:spTree>
    <p:extLst>
      <p:ext uri="{BB962C8B-B14F-4D97-AF65-F5344CB8AC3E}">
        <p14:creationId xmlns:p14="http://schemas.microsoft.com/office/powerpoint/2010/main" val="19236935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eaLnBrk="0" hangingPunct="0">
              <a:defRPr kumimoji="1" sz="2800" b="1">
                <a:solidFill>
                  <a:schemeClr val="tx1"/>
                </a:solidFill>
                <a:latin typeface="イワタ中丸ゴシック体(GT)" charset="-128"/>
                <a:ea typeface="MS PGothic" panose="020B0600070205080204" pitchFamily="34" charset="-128"/>
              </a:defRPr>
            </a:lvl1pPr>
            <a:lvl2pPr marL="742950" indent="-285750" defTabSz="939800" eaLnBrk="0" hangingPunct="0">
              <a:defRPr kumimoji="1" sz="2800" b="1">
                <a:solidFill>
                  <a:schemeClr val="tx1"/>
                </a:solidFill>
                <a:latin typeface="イワタ中丸ゴシック体(GT)" charset="-128"/>
                <a:ea typeface="MS PGothic" panose="020B0600070205080204" pitchFamily="34" charset="-128"/>
              </a:defRPr>
            </a:lvl2pPr>
            <a:lvl3pPr marL="1143000" indent="-228600" defTabSz="939800" eaLnBrk="0" hangingPunct="0">
              <a:defRPr kumimoji="1" sz="2800" b="1">
                <a:solidFill>
                  <a:schemeClr val="tx1"/>
                </a:solidFill>
                <a:latin typeface="イワタ中丸ゴシック体(GT)" charset="-128"/>
                <a:ea typeface="MS PGothic" panose="020B0600070205080204" pitchFamily="34" charset="-128"/>
              </a:defRPr>
            </a:lvl3pPr>
            <a:lvl4pPr marL="1600200" indent="-228600" defTabSz="939800" eaLnBrk="0" hangingPunct="0">
              <a:defRPr kumimoji="1" sz="2800" b="1">
                <a:solidFill>
                  <a:schemeClr val="tx1"/>
                </a:solidFill>
                <a:latin typeface="イワタ中丸ゴシック体(GT)" charset="-128"/>
                <a:ea typeface="MS PGothic" panose="020B0600070205080204" pitchFamily="34" charset="-128"/>
              </a:defRPr>
            </a:lvl4pPr>
            <a:lvl5pPr marL="2057400" indent="-228600" defTabSz="939800" eaLnBrk="0" hangingPunct="0">
              <a:defRPr kumimoji="1" sz="2800" b="1">
                <a:solidFill>
                  <a:schemeClr val="tx1"/>
                </a:solidFill>
                <a:latin typeface="イワタ中丸ゴシック体(GT)" charset="-128"/>
                <a:ea typeface="MS PGothic" panose="020B0600070205080204" pitchFamily="34" charset="-128"/>
              </a:defRPr>
            </a:lvl5pPr>
            <a:lvl6pPr marL="25146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fld id="{8784DF11-2E25-4D68-A39D-32D39AE1CCFD}" type="slidenum">
              <a:rPr lang="en-US" altLang="ja-JP" sz="1200" b="0">
                <a:latin typeface="Times New Roman" panose="02020603050405020304" pitchFamily="18" charset="0"/>
              </a:rPr>
              <a:pPr eaLnBrk="1" hangingPunct="1"/>
              <a:t>41</a:t>
            </a:fld>
            <a:endParaRPr lang="en-US" altLang="ja-JP" sz="1200" b="0">
              <a:latin typeface="Times New Roman" panose="02020603050405020304" pitchFamily="18" charset="0"/>
            </a:endParaRPr>
          </a:p>
        </p:txBody>
      </p:sp>
      <p:sp>
        <p:nvSpPr>
          <p:cNvPr id="108547" name="Rectangle 2"/>
          <p:cNvSpPr>
            <a:spLocks noGrp="1" noRot="1" noChangeAspect="1" noChangeArrowheads="1" noTextEdit="1"/>
          </p:cNvSpPr>
          <p:nvPr>
            <p:ph type="sldImg"/>
          </p:nvPr>
        </p:nvSpPr>
        <p:spPr>
          <a:ln/>
        </p:spPr>
      </p:sp>
      <p:sp>
        <p:nvSpPr>
          <p:cNvPr id="1085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ms-MY">
              <a:latin typeface="Times New Roman" panose="02020603050405020304" pitchFamily="18" charset="0"/>
            </a:endParaRPr>
          </a:p>
        </p:txBody>
      </p:sp>
    </p:spTree>
    <p:extLst>
      <p:ext uri="{BB962C8B-B14F-4D97-AF65-F5344CB8AC3E}">
        <p14:creationId xmlns:p14="http://schemas.microsoft.com/office/powerpoint/2010/main" val="224466612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eaLnBrk="0" hangingPunct="0">
              <a:defRPr kumimoji="1" sz="2800" b="1">
                <a:solidFill>
                  <a:schemeClr val="tx1"/>
                </a:solidFill>
                <a:latin typeface="イワタ中丸ゴシック体(GT)" charset="-128"/>
                <a:ea typeface="MS PGothic" panose="020B0600070205080204" pitchFamily="34" charset="-128"/>
              </a:defRPr>
            </a:lvl1pPr>
            <a:lvl2pPr marL="742950" indent="-285750" defTabSz="939800" eaLnBrk="0" hangingPunct="0">
              <a:defRPr kumimoji="1" sz="2800" b="1">
                <a:solidFill>
                  <a:schemeClr val="tx1"/>
                </a:solidFill>
                <a:latin typeface="イワタ中丸ゴシック体(GT)" charset="-128"/>
                <a:ea typeface="MS PGothic" panose="020B0600070205080204" pitchFamily="34" charset="-128"/>
              </a:defRPr>
            </a:lvl2pPr>
            <a:lvl3pPr marL="1143000" indent="-228600" defTabSz="939800" eaLnBrk="0" hangingPunct="0">
              <a:defRPr kumimoji="1" sz="2800" b="1">
                <a:solidFill>
                  <a:schemeClr val="tx1"/>
                </a:solidFill>
                <a:latin typeface="イワタ中丸ゴシック体(GT)" charset="-128"/>
                <a:ea typeface="MS PGothic" panose="020B0600070205080204" pitchFamily="34" charset="-128"/>
              </a:defRPr>
            </a:lvl3pPr>
            <a:lvl4pPr marL="1600200" indent="-228600" defTabSz="939800" eaLnBrk="0" hangingPunct="0">
              <a:defRPr kumimoji="1" sz="2800" b="1">
                <a:solidFill>
                  <a:schemeClr val="tx1"/>
                </a:solidFill>
                <a:latin typeface="イワタ中丸ゴシック体(GT)" charset="-128"/>
                <a:ea typeface="MS PGothic" panose="020B0600070205080204" pitchFamily="34" charset="-128"/>
              </a:defRPr>
            </a:lvl4pPr>
            <a:lvl5pPr marL="2057400" indent="-228600" defTabSz="939800" eaLnBrk="0" hangingPunct="0">
              <a:defRPr kumimoji="1" sz="2800" b="1">
                <a:solidFill>
                  <a:schemeClr val="tx1"/>
                </a:solidFill>
                <a:latin typeface="イワタ中丸ゴシック体(GT)" charset="-128"/>
                <a:ea typeface="MS PGothic" panose="020B0600070205080204" pitchFamily="34" charset="-128"/>
              </a:defRPr>
            </a:lvl5pPr>
            <a:lvl6pPr marL="25146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fld id="{7780FCEE-0808-4246-B62D-F8043AD7B85B}" type="slidenum">
              <a:rPr lang="en-US" altLang="ja-JP" sz="1200" b="0">
                <a:latin typeface="Times New Roman" panose="02020603050405020304" pitchFamily="18" charset="0"/>
              </a:rPr>
              <a:pPr eaLnBrk="1" hangingPunct="1"/>
              <a:t>42</a:t>
            </a:fld>
            <a:endParaRPr lang="en-US" altLang="ja-JP" sz="1200" b="0">
              <a:latin typeface="Times New Roman" panose="02020603050405020304" pitchFamily="18" charset="0"/>
            </a:endParaRPr>
          </a:p>
        </p:txBody>
      </p:sp>
      <p:sp>
        <p:nvSpPr>
          <p:cNvPr id="109571" name="Rectangle 2"/>
          <p:cNvSpPr>
            <a:spLocks noGrp="1" noRot="1" noChangeAspect="1" noChangeArrowheads="1" noTextEdit="1"/>
          </p:cNvSpPr>
          <p:nvPr>
            <p:ph type="sldImg"/>
          </p:nvPr>
        </p:nvSpPr>
        <p:spPr>
          <a:ln/>
        </p:spPr>
      </p:sp>
      <p:sp>
        <p:nvSpPr>
          <p:cNvPr id="1095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ms-MY">
              <a:latin typeface="Times New Roman" panose="02020603050405020304" pitchFamily="18" charset="0"/>
            </a:endParaRPr>
          </a:p>
        </p:txBody>
      </p:sp>
    </p:spTree>
    <p:extLst>
      <p:ext uri="{BB962C8B-B14F-4D97-AF65-F5344CB8AC3E}">
        <p14:creationId xmlns:p14="http://schemas.microsoft.com/office/powerpoint/2010/main" val="261384098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eaLnBrk="0" hangingPunct="0">
              <a:defRPr kumimoji="1" sz="2800" b="1">
                <a:solidFill>
                  <a:schemeClr val="tx1"/>
                </a:solidFill>
                <a:latin typeface="イワタ中丸ゴシック体(GT)" charset="-128"/>
                <a:ea typeface="MS PGothic" panose="020B0600070205080204" pitchFamily="34" charset="-128"/>
              </a:defRPr>
            </a:lvl1pPr>
            <a:lvl2pPr marL="742950" indent="-285750" defTabSz="939800" eaLnBrk="0" hangingPunct="0">
              <a:defRPr kumimoji="1" sz="2800" b="1">
                <a:solidFill>
                  <a:schemeClr val="tx1"/>
                </a:solidFill>
                <a:latin typeface="イワタ中丸ゴシック体(GT)" charset="-128"/>
                <a:ea typeface="MS PGothic" panose="020B0600070205080204" pitchFamily="34" charset="-128"/>
              </a:defRPr>
            </a:lvl2pPr>
            <a:lvl3pPr marL="1143000" indent="-228600" defTabSz="939800" eaLnBrk="0" hangingPunct="0">
              <a:defRPr kumimoji="1" sz="2800" b="1">
                <a:solidFill>
                  <a:schemeClr val="tx1"/>
                </a:solidFill>
                <a:latin typeface="イワタ中丸ゴシック体(GT)" charset="-128"/>
                <a:ea typeface="MS PGothic" panose="020B0600070205080204" pitchFamily="34" charset="-128"/>
              </a:defRPr>
            </a:lvl3pPr>
            <a:lvl4pPr marL="1600200" indent="-228600" defTabSz="939800" eaLnBrk="0" hangingPunct="0">
              <a:defRPr kumimoji="1" sz="2800" b="1">
                <a:solidFill>
                  <a:schemeClr val="tx1"/>
                </a:solidFill>
                <a:latin typeface="イワタ中丸ゴシック体(GT)" charset="-128"/>
                <a:ea typeface="MS PGothic" panose="020B0600070205080204" pitchFamily="34" charset="-128"/>
              </a:defRPr>
            </a:lvl4pPr>
            <a:lvl5pPr marL="2057400" indent="-228600" defTabSz="939800" eaLnBrk="0" hangingPunct="0">
              <a:defRPr kumimoji="1" sz="2800" b="1">
                <a:solidFill>
                  <a:schemeClr val="tx1"/>
                </a:solidFill>
                <a:latin typeface="イワタ中丸ゴシック体(GT)" charset="-128"/>
                <a:ea typeface="MS PGothic" panose="020B0600070205080204" pitchFamily="34" charset="-128"/>
              </a:defRPr>
            </a:lvl5pPr>
            <a:lvl6pPr marL="25146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fld id="{EA26EBA9-F924-4FCA-AF22-51EE0EFD698C}" type="slidenum">
              <a:rPr lang="en-US" altLang="ja-JP" sz="1200" b="0">
                <a:latin typeface="Times New Roman" panose="02020603050405020304" pitchFamily="18" charset="0"/>
              </a:rPr>
              <a:pPr eaLnBrk="1" hangingPunct="1"/>
              <a:t>43</a:t>
            </a:fld>
            <a:endParaRPr lang="en-US" altLang="ja-JP" sz="1200" b="0">
              <a:latin typeface="Times New Roman" panose="02020603050405020304" pitchFamily="18" charset="0"/>
            </a:endParaRPr>
          </a:p>
        </p:txBody>
      </p:sp>
      <p:sp>
        <p:nvSpPr>
          <p:cNvPr id="110595" name="Rectangle 2"/>
          <p:cNvSpPr>
            <a:spLocks noGrp="1" noRot="1" noChangeAspect="1" noChangeArrowheads="1" noTextEdit="1"/>
          </p:cNvSpPr>
          <p:nvPr>
            <p:ph type="sldImg"/>
          </p:nvPr>
        </p:nvSpPr>
        <p:spPr>
          <a:ln/>
        </p:spPr>
      </p:sp>
      <p:sp>
        <p:nvSpPr>
          <p:cNvPr id="1105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ms-MY">
              <a:latin typeface="Times New Roman" panose="02020603050405020304" pitchFamily="18" charset="0"/>
            </a:endParaRPr>
          </a:p>
        </p:txBody>
      </p:sp>
    </p:spTree>
    <p:extLst>
      <p:ext uri="{BB962C8B-B14F-4D97-AF65-F5344CB8AC3E}">
        <p14:creationId xmlns:p14="http://schemas.microsoft.com/office/powerpoint/2010/main" val="170293333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eaLnBrk="0" hangingPunct="0">
              <a:defRPr kumimoji="1" sz="2800" b="1">
                <a:solidFill>
                  <a:schemeClr val="tx1"/>
                </a:solidFill>
                <a:latin typeface="イワタ中丸ゴシック体(GT)" charset="-128"/>
                <a:ea typeface="MS PGothic" panose="020B0600070205080204" pitchFamily="34" charset="-128"/>
              </a:defRPr>
            </a:lvl1pPr>
            <a:lvl2pPr marL="742950" indent="-285750" defTabSz="939800" eaLnBrk="0" hangingPunct="0">
              <a:defRPr kumimoji="1" sz="2800" b="1">
                <a:solidFill>
                  <a:schemeClr val="tx1"/>
                </a:solidFill>
                <a:latin typeface="イワタ中丸ゴシック体(GT)" charset="-128"/>
                <a:ea typeface="MS PGothic" panose="020B0600070205080204" pitchFamily="34" charset="-128"/>
              </a:defRPr>
            </a:lvl2pPr>
            <a:lvl3pPr marL="1143000" indent="-228600" defTabSz="939800" eaLnBrk="0" hangingPunct="0">
              <a:defRPr kumimoji="1" sz="2800" b="1">
                <a:solidFill>
                  <a:schemeClr val="tx1"/>
                </a:solidFill>
                <a:latin typeface="イワタ中丸ゴシック体(GT)" charset="-128"/>
                <a:ea typeface="MS PGothic" panose="020B0600070205080204" pitchFamily="34" charset="-128"/>
              </a:defRPr>
            </a:lvl3pPr>
            <a:lvl4pPr marL="1600200" indent="-228600" defTabSz="939800" eaLnBrk="0" hangingPunct="0">
              <a:defRPr kumimoji="1" sz="2800" b="1">
                <a:solidFill>
                  <a:schemeClr val="tx1"/>
                </a:solidFill>
                <a:latin typeface="イワタ中丸ゴシック体(GT)" charset="-128"/>
                <a:ea typeface="MS PGothic" panose="020B0600070205080204" pitchFamily="34" charset="-128"/>
              </a:defRPr>
            </a:lvl4pPr>
            <a:lvl5pPr marL="2057400" indent="-228600" defTabSz="939800" eaLnBrk="0" hangingPunct="0">
              <a:defRPr kumimoji="1" sz="2800" b="1">
                <a:solidFill>
                  <a:schemeClr val="tx1"/>
                </a:solidFill>
                <a:latin typeface="イワタ中丸ゴシック体(GT)" charset="-128"/>
                <a:ea typeface="MS PGothic" panose="020B0600070205080204" pitchFamily="34" charset="-128"/>
              </a:defRPr>
            </a:lvl5pPr>
            <a:lvl6pPr marL="25146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fld id="{E60788B0-13CC-4881-A618-A63731F23CE1}" type="slidenum">
              <a:rPr lang="en-US" altLang="ja-JP" sz="1200" b="0">
                <a:latin typeface="Times New Roman" panose="02020603050405020304" pitchFamily="18" charset="0"/>
              </a:rPr>
              <a:pPr eaLnBrk="1" hangingPunct="1"/>
              <a:t>44</a:t>
            </a:fld>
            <a:endParaRPr lang="en-US" altLang="ja-JP" sz="1200" b="0">
              <a:latin typeface="Times New Roman" panose="02020603050405020304" pitchFamily="18" charset="0"/>
            </a:endParaRPr>
          </a:p>
        </p:txBody>
      </p:sp>
      <p:sp>
        <p:nvSpPr>
          <p:cNvPr id="111619" name="Rectangle 2"/>
          <p:cNvSpPr>
            <a:spLocks noGrp="1" noRot="1" noChangeAspect="1" noChangeArrowheads="1" noTextEdit="1"/>
          </p:cNvSpPr>
          <p:nvPr>
            <p:ph type="sldImg"/>
          </p:nvPr>
        </p:nvSpPr>
        <p:spPr>
          <a:ln/>
        </p:spPr>
      </p:sp>
      <p:sp>
        <p:nvSpPr>
          <p:cNvPr id="1116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ms-MY">
              <a:latin typeface="Times New Roman" panose="02020603050405020304" pitchFamily="18" charset="0"/>
            </a:endParaRPr>
          </a:p>
        </p:txBody>
      </p:sp>
    </p:spTree>
    <p:extLst>
      <p:ext uri="{BB962C8B-B14F-4D97-AF65-F5344CB8AC3E}">
        <p14:creationId xmlns:p14="http://schemas.microsoft.com/office/powerpoint/2010/main" val="178329945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eaLnBrk="0" hangingPunct="0">
              <a:defRPr kumimoji="1" sz="2800" b="1">
                <a:solidFill>
                  <a:schemeClr val="tx1"/>
                </a:solidFill>
                <a:latin typeface="イワタ中丸ゴシック体(GT)" charset="-128"/>
                <a:ea typeface="MS PGothic" panose="020B0600070205080204" pitchFamily="34" charset="-128"/>
              </a:defRPr>
            </a:lvl1pPr>
            <a:lvl2pPr marL="742950" indent="-285750" defTabSz="939800" eaLnBrk="0" hangingPunct="0">
              <a:defRPr kumimoji="1" sz="2800" b="1">
                <a:solidFill>
                  <a:schemeClr val="tx1"/>
                </a:solidFill>
                <a:latin typeface="イワタ中丸ゴシック体(GT)" charset="-128"/>
                <a:ea typeface="MS PGothic" panose="020B0600070205080204" pitchFamily="34" charset="-128"/>
              </a:defRPr>
            </a:lvl2pPr>
            <a:lvl3pPr marL="1143000" indent="-228600" defTabSz="939800" eaLnBrk="0" hangingPunct="0">
              <a:defRPr kumimoji="1" sz="2800" b="1">
                <a:solidFill>
                  <a:schemeClr val="tx1"/>
                </a:solidFill>
                <a:latin typeface="イワタ中丸ゴシック体(GT)" charset="-128"/>
                <a:ea typeface="MS PGothic" panose="020B0600070205080204" pitchFamily="34" charset="-128"/>
              </a:defRPr>
            </a:lvl3pPr>
            <a:lvl4pPr marL="1600200" indent="-228600" defTabSz="939800" eaLnBrk="0" hangingPunct="0">
              <a:defRPr kumimoji="1" sz="2800" b="1">
                <a:solidFill>
                  <a:schemeClr val="tx1"/>
                </a:solidFill>
                <a:latin typeface="イワタ中丸ゴシック体(GT)" charset="-128"/>
                <a:ea typeface="MS PGothic" panose="020B0600070205080204" pitchFamily="34" charset="-128"/>
              </a:defRPr>
            </a:lvl4pPr>
            <a:lvl5pPr marL="2057400" indent="-228600" defTabSz="939800" eaLnBrk="0" hangingPunct="0">
              <a:defRPr kumimoji="1" sz="2800" b="1">
                <a:solidFill>
                  <a:schemeClr val="tx1"/>
                </a:solidFill>
                <a:latin typeface="イワタ中丸ゴシック体(GT)" charset="-128"/>
                <a:ea typeface="MS PGothic" panose="020B0600070205080204" pitchFamily="34" charset="-128"/>
              </a:defRPr>
            </a:lvl5pPr>
            <a:lvl6pPr marL="25146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fld id="{5E766262-5D02-4D88-B615-00D69F5482C7}" type="slidenum">
              <a:rPr lang="en-US" altLang="ja-JP" sz="1200" b="0">
                <a:latin typeface="Times New Roman" panose="02020603050405020304" pitchFamily="18" charset="0"/>
              </a:rPr>
              <a:pPr eaLnBrk="1" hangingPunct="1"/>
              <a:t>45</a:t>
            </a:fld>
            <a:endParaRPr lang="en-US" altLang="ja-JP" sz="1200" b="0">
              <a:latin typeface="Times New Roman" panose="02020603050405020304" pitchFamily="18" charset="0"/>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ms-MY">
              <a:latin typeface="Times New Roman" panose="02020603050405020304" pitchFamily="18" charset="0"/>
            </a:endParaRPr>
          </a:p>
        </p:txBody>
      </p:sp>
    </p:spTree>
    <p:extLst>
      <p:ext uri="{BB962C8B-B14F-4D97-AF65-F5344CB8AC3E}">
        <p14:creationId xmlns:p14="http://schemas.microsoft.com/office/powerpoint/2010/main" val="186112511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eaLnBrk="0" hangingPunct="0">
              <a:defRPr kumimoji="1" sz="2800" b="1">
                <a:solidFill>
                  <a:schemeClr val="tx1"/>
                </a:solidFill>
                <a:latin typeface="イワタ中丸ゴシック体(GT)" charset="-128"/>
                <a:ea typeface="MS PGothic" panose="020B0600070205080204" pitchFamily="34" charset="-128"/>
              </a:defRPr>
            </a:lvl1pPr>
            <a:lvl2pPr marL="742950" indent="-285750" defTabSz="939800" eaLnBrk="0" hangingPunct="0">
              <a:defRPr kumimoji="1" sz="2800" b="1">
                <a:solidFill>
                  <a:schemeClr val="tx1"/>
                </a:solidFill>
                <a:latin typeface="イワタ中丸ゴシック体(GT)" charset="-128"/>
                <a:ea typeface="MS PGothic" panose="020B0600070205080204" pitchFamily="34" charset="-128"/>
              </a:defRPr>
            </a:lvl2pPr>
            <a:lvl3pPr marL="1143000" indent="-228600" defTabSz="939800" eaLnBrk="0" hangingPunct="0">
              <a:defRPr kumimoji="1" sz="2800" b="1">
                <a:solidFill>
                  <a:schemeClr val="tx1"/>
                </a:solidFill>
                <a:latin typeface="イワタ中丸ゴシック体(GT)" charset="-128"/>
                <a:ea typeface="MS PGothic" panose="020B0600070205080204" pitchFamily="34" charset="-128"/>
              </a:defRPr>
            </a:lvl3pPr>
            <a:lvl4pPr marL="1600200" indent="-228600" defTabSz="939800" eaLnBrk="0" hangingPunct="0">
              <a:defRPr kumimoji="1" sz="2800" b="1">
                <a:solidFill>
                  <a:schemeClr val="tx1"/>
                </a:solidFill>
                <a:latin typeface="イワタ中丸ゴシック体(GT)" charset="-128"/>
                <a:ea typeface="MS PGothic" panose="020B0600070205080204" pitchFamily="34" charset="-128"/>
              </a:defRPr>
            </a:lvl4pPr>
            <a:lvl5pPr marL="2057400" indent="-228600" defTabSz="939800" eaLnBrk="0" hangingPunct="0">
              <a:defRPr kumimoji="1" sz="2800" b="1">
                <a:solidFill>
                  <a:schemeClr val="tx1"/>
                </a:solidFill>
                <a:latin typeface="イワタ中丸ゴシック体(GT)" charset="-128"/>
                <a:ea typeface="MS PGothic" panose="020B0600070205080204" pitchFamily="34" charset="-128"/>
              </a:defRPr>
            </a:lvl5pPr>
            <a:lvl6pPr marL="25146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fld id="{14CF2F16-6A82-4CD8-8913-5679CA53867E}" type="slidenum">
              <a:rPr lang="en-US" altLang="ja-JP" sz="1200" b="0">
                <a:latin typeface="Times New Roman" panose="02020603050405020304" pitchFamily="18" charset="0"/>
              </a:rPr>
              <a:pPr eaLnBrk="1" hangingPunct="1"/>
              <a:t>46</a:t>
            </a:fld>
            <a:endParaRPr lang="en-US" altLang="ja-JP" sz="1200" b="0">
              <a:latin typeface="Times New Roman" panose="02020603050405020304" pitchFamily="18" charset="0"/>
            </a:endParaRPr>
          </a:p>
        </p:txBody>
      </p:sp>
      <p:sp>
        <p:nvSpPr>
          <p:cNvPr id="113667" name="Rectangle 2"/>
          <p:cNvSpPr>
            <a:spLocks noGrp="1" noRot="1" noChangeAspect="1" noChangeArrowheads="1" noTextEdit="1"/>
          </p:cNvSpPr>
          <p:nvPr>
            <p:ph type="sldImg"/>
          </p:nvPr>
        </p:nvSpPr>
        <p:spPr>
          <a:ln/>
        </p:spPr>
      </p:sp>
      <p:sp>
        <p:nvSpPr>
          <p:cNvPr id="1136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ms-MY">
              <a:latin typeface="Times New Roman" panose="02020603050405020304" pitchFamily="18" charset="0"/>
            </a:endParaRPr>
          </a:p>
        </p:txBody>
      </p:sp>
    </p:spTree>
    <p:extLst>
      <p:ext uri="{BB962C8B-B14F-4D97-AF65-F5344CB8AC3E}">
        <p14:creationId xmlns:p14="http://schemas.microsoft.com/office/powerpoint/2010/main" val="136868401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eaLnBrk="0" hangingPunct="0">
              <a:defRPr kumimoji="1" sz="2800" b="1">
                <a:solidFill>
                  <a:schemeClr val="tx1"/>
                </a:solidFill>
                <a:latin typeface="イワタ中丸ゴシック体(GT)" charset="-128"/>
                <a:ea typeface="MS PGothic" panose="020B0600070205080204" pitchFamily="34" charset="-128"/>
              </a:defRPr>
            </a:lvl1pPr>
            <a:lvl2pPr marL="742950" indent="-285750" defTabSz="939800" eaLnBrk="0" hangingPunct="0">
              <a:defRPr kumimoji="1" sz="2800" b="1">
                <a:solidFill>
                  <a:schemeClr val="tx1"/>
                </a:solidFill>
                <a:latin typeface="イワタ中丸ゴシック体(GT)" charset="-128"/>
                <a:ea typeface="MS PGothic" panose="020B0600070205080204" pitchFamily="34" charset="-128"/>
              </a:defRPr>
            </a:lvl2pPr>
            <a:lvl3pPr marL="1143000" indent="-228600" defTabSz="939800" eaLnBrk="0" hangingPunct="0">
              <a:defRPr kumimoji="1" sz="2800" b="1">
                <a:solidFill>
                  <a:schemeClr val="tx1"/>
                </a:solidFill>
                <a:latin typeface="イワタ中丸ゴシック体(GT)" charset="-128"/>
                <a:ea typeface="MS PGothic" panose="020B0600070205080204" pitchFamily="34" charset="-128"/>
              </a:defRPr>
            </a:lvl3pPr>
            <a:lvl4pPr marL="1600200" indent="-228600" defTabSz="939800" eaLnBrk="0" hangingPunct="0">
              <a:defRPr kumimoji="1" sz="2800" b="1">
                <a:solidFill>
                  <a:schemeClr val="tx1"/>
                </a:solidFill>
                <a:latin typeface="イワタ中丸ゴシック体(GT)" charset="-128"/>
                <a:ea typeface="MS PGothic" panose="020B0600070205080204" pitchFamily="34" charset="-128"/>
              </a:defRPr>
            </a:lvl4pPr>
            <a:lvl5pPr marL="2057400" indent="-228600" defTabSz="939800" eaLnBrk="0" hangingPunct="0">
              <a:defRPr kumimoji="1" sz="2800" b="1">
                <a:solidFill>
                  <a:schemeClr val="tx1"/>
                </a:solidFill>
                <a:latin typeface="イワタ中丸ゴシック体(GT)" charset="-128"/>
                <a:ea typeface="MS PGothic" panose="020B0600070205080204" pitchFamily="34" charset="-128"/>
              </a:defRPr>
            </a:lvl5pPr>
            <a:lvl6pPr marL="25146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fld id="{262EE093-E8DB-4195-95A0-58D7A1A63DA2}" type="slidenum">
              <a:rPr lang="en-US" altLang="ja-JP" sz="1200" b="0">
                <a:latin typeface="Times New Roman" panose="02020603050405020304" pitchFamily="18" charset="0"/>
              </a:rPr>
              <a:pPr eaLnBrk="1" hangingPunct="1"/>
              <a:t>47</a:t>
            </a:fld>
            <a:endParaRPr lang="en-US" altLang="ja-JP" sz="1200" b="0">
              <a:latin typeface="Times New Roman" panose="02020603050405020304" pitchFamily="18" charset="0"/>
            </a:endParaRPr>
          </a:p>
        </p:txBody>
      </p:sp>
      <p:sp>
        <p:nvSpPr>
          <p:cNvPr id="114691" name="Rectangle 2"/>
          <p:cNvSpPr>
            <a:spLocks noGrp="1" noRot="1" noChangeAspect="1" noChangeArrowheads="1" noTextEdit="1"/>
          </p:cNvSpPr>
          <p:nvPr>
            <p:ph type="sldImg"/>
          </p:nvPr>
        </p:nvSpPr>
        <p:spPr>
          <a:ln/>
        </p:spPr>
      </p:sp>
      <p:sp>
        <p:nvSpPr>
          <p:cNvPr id="1146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ms-MY">
              <a:latin typeface="Times New Roman" panose="02020603050405020304" pitchFamily="18" charset="0"/>
            </a:endParaRPr>
          </a:p>
        </p:txBody>
      </p:sp>
    </p:spTree>
    <p:extLst>
      <p:ext uri="{BB962C8B-B14F-4D97-AF65-F5344CB8AC3E}">
        <p14:creationId xmlns:p14="http://schemas.microsoft.com/office/powerpoint/2010/main" val="196244390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eaLnBrk="0" hangingPunct="0">
              <a:defRPr kumimoji="1" sz="2800" b="1">
                <a:solidFill>
                  <a:schemeClr val="tx1"/>
                </a:solidFill>
                <a:latin typeface="イワタ中丸ゴシック体(GT)" charset="-128"/>
                <a:ea typeface="MS PGothic" panose="020B0600070205080204" pitchFamily="34" charset="-128"/>
              </a:defRPr>
            </a:lvl1pPr>
            <a:lvl2pPr marL="742950" indent="-285750" defTabSz="939800" eaLnBrk="0" hangingPunct="0">
              <a:defRPr kumimoji="1" sz="2800" b="1">
                <a:solidFill>
                  <a:schemeClr val="tx1"/>
                </a:solidFill>
                <a:latin typeface="イワタ中丸ゴシック体(GT)" charset="-128"/>
                <a:ea typeface="MS PGothic" panose="020B0600070205080204" pitchFamily="34" charset="-128"/>
              </a:defRPr>
            </a:lvl2pPr>
            <a:lvl3pPr marL="1143000" indent="-228600" defTabSz="939800" eaLnBrk="0" hangingPunct="0">
              <a:defRPr kumimoji="1" sz="2800" b="1">
                <a:solidFill>
                  <a:schemeClr val="tx1"/>
                </a:solidFill>
                <a:latin typeface="イワタ中丸ゴシック体(GT)" charset="-128"/>
                <a:ea typeface="MS PGothic" panose="020B0600070205080204" pitchFamily="34" charset="-128"/>
              </a:defRPr>
            </a:lvl3pPr>
            <a:lvl4pPr marL="1600200" indent="-228600" defTabSz="939800" eaLnBrk="0" hangingPunct="0">
              <a:defRPr kumimoji="1" sz="2800" b="1">
                <a:solidFill>
                  <a:schemeClr val="tx1"/>
                </a:solidFill>
                <a:latin typeface="イワタ中丸ゴシック体(GT)" charset="-128"/>
                <a:ea typeface="MS PGothic" panose="020B0600070205080204" pitchFamily="34" charset="-128"/>
              </a:defRPr>
            </a:lvl4pPr>
            <a:lvl5pPr marL="2057400" indent="-228600" defTabSz="939800" eaLnBrk="0" hangingPunct="0">
              <a:defRPr kumimoji="1" sz="2800" b="1">
                <a:solidFill>
                  <a:schemeClr val="tx1"/>
                </a:solidFill>
                <a:latin typeface="イワタ中丸ゴシック体(GT)" charset="-128"/>
                <a:ea typeface="MS PGothic" panose="020B0600070205080204" pitchFamily="34" charset="-128"/>
              </a:defRPr>
            </a:lvl5pPr>
            <a:lvl6pPr marL="25146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fld id="{DED13550-489E-4AD1-B68D-F8F15FFBA2B4}" type="slidenum">
              <a:rPr lang="en-US" altLang="ja-JP" sz="1200" b="0">
                <a:latin typeface="Times New Roman" panose="02020603050405020304" pitchFamily="18" charset="0"/>
              </a:rPr>
              <a:pPr eaLnBrk="1" hangingPunct="1"/>
              <a:t>48</a:t>
            </a:fld>
            <a:endParaRPr lang="en-US" altLang="ja-JP" sz="1200" b="0">
              <a:latin typeface="Times New Roman" panose="02020603050405020304" pitchFamily="18" charset="0"/>
            </a:endParaRPr>
          </a:p>
        </p:txBody>
      </p:sp>
      <p:sp>
        <p:nvSpPr>
          <p:cNvPr id="115715" name="Rectangle 2"/>
          <p:cNvSpPr>
            <a:spLocks noGrp="1" noRot="1" noChangeAspect="1" noChangeArrowheads="1" noTextEdit="1"/>
          </p:cNvSpPr>
          <p:nvPr>
            <p:ph type="sldImg"/>
          </p:nvPr>
        </p:nvSpPr>
        <p:spPr>
          <a:ln/>
        </p:spPr>
      </p:sp>
      <p:sp>
        <p:nvSpPr>
          <p:cNvPr id="1157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ms-MY">
              <a:latin typeface="Times New Roman" panose="02020603050405020304" pitchFamily="18" charset="0"/>
            </a:endParaRPr>
          </a:p>
        </p:txBody>
      </p:sp>
    </p:spTree>
    <p:extLst>
      <p:ext uri="{BB962C8B-B14F-4D97-AF65-F5344CB8AC3E}">
        <p14:creationId xmlns:p14="http://schemas.microsoft.com/office/powerpoint/2010/main" val="267475488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eaLnBrk="0" hangingPunct="0">
              <a:defRPr kumimoji="1" sz="2800" b="1">
                <a:solidFill>
                  <a:schemeClr val="tx1"/>
                </a:solidFill>
                <a:latin typeface="イワタ中丸ゴシック体(GT)" charset="-128"/>
                <a:ea typeface="MS PGothic" panose="020B0600070205080204" pitchFamily="34" charset="-128"/>
              </a:defRPr>
            </a:lvl1pPr>
            <a:lvl2pPr marL="742950" indent="-285750" defTabSz="939800" eaLnBrk="0" hangingPunct="0">
              <a:defRPr kumimoji="1" sz="2800" b="1">
                <a:solidFill>
                  <a:schemeClr val="tx1"/>
                </a:solidFill>
                <a:latin typeface="イワタ中丸ゴシック体(GT)" charset="-128"/>
                <a:ea typeface="MS PGothic" panose="020B0600070205080204" pitchFamily="34" charset="-128"/>
              </a:defRPr>
            </a:lvl2pPr>
            <a:lvl3pPr marL="1143000" indent="-228600" defTabSz="939800" eaLnBrk="0" hangingPunct="0">
              <a:defRPr kumimoji="1" sz="2800" b="1">
                <a:solidFill>
                  <a:schemeClr val="tx1"/>
                </a:solidFill>
                <a:latin typeface="イワタ中丸ゴシック体(GT)" charset="-128"/>
                <a:ea typeface="MS PGothic" panose="020B0600070205080204" pitchFamily="34" charset="-128"/>
              </a:defRPr>
            </a:lvl3pPr>
            <a:lvl4pPr marL="1600200" indent="-228600" defTabSz="939800" eaLnBrk="0" hangingPunct="0">
              <a:defRPr kumimoji="1" sz="2800" b="1">
                <a:solidFill>
                  <a:schemeClr val="tx1"/>
                </a:solidFill>
                <a:latin typeface="イワタ中丸ゴシック体(GT)" charset="-128"/>
                <a:ea typeface="MS PGothic" panose="020B0600070205080204" pitchFamily="34" charset="-128"/>
              </a:defRPr>
            </a:lvl4pPr>
            <a:lvl5pPr marL="2057400" indent="-228600" defTabSz="939800" eaLnBrk="0" hangingPunct="0">
              <a:defRPr kumimoji="1" sz="2800" b="1">
                <a:solidFill>
                  <a:schemeClr val="tx1"/>
                </a:solidFill>
                <a:latin typeface="イワタ中丸ゴシック体(GT)" charset="-128"/>
                <a:ea typeface="MS PGothic" panose="020B0600070205080204" pitchFamily="34" charset="-128"/>
              </a:defRPr>
            </a:lvl5pPr>
            <a:lvl6pPr marL="25146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fld id="{648E5116-3D31-4A5A-9475-FAC50E724BE2}" type="slidenum">
              <a:rPr lang="en-US" altLang="ja-JP" sz="1200" b="0">
                <a:latin typeface="Times New Roman" panose="02020603050405020304" pitchFamily="18" charset="0"/>
              </a:rPr>
              <a:pPr eaLnBrk="1" hangingPunct="1"/>
              <a:t>49</a:t>
            </a:fld>
            <a:endParaRPr lang="en-US" altLang="ja-JP" sz="1200" b="0">
              <a:latin typeface="Times New Roman" panose="02020603050405020304" pitchFamily="18" charset="0"/>
            </a:endParaRPr>
          </a:p>
        </p:txBody>
      </p:sp>
      <p:sp>
        <p:nvSpPr>
          <p:cNvPr id="116739" name="Rectangle 2"/>
          <p:cNvSpPr>
            <a:spLocks noGrp="1" noRot="1" noChangeAspect="1" noChangeArrowheads="1" noTextEdit="1"/>
          </p:cNvSpPr>
          <p:nvPr>
            <p:ph type="sldImg"/>
          </p:nvPr>
        </p:nvSpPr>
        <p:spPr>
          <a:ln/>
        </p:spPr>
      </p:sp>
      <p:sp>
        <p:nvSpPr>
          <p:cNvPr id="1167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ms-MY">
              <a:latin typeface="Times New Roman" panose="02020603050405020304" pitchFamily="18" charset="0"/>
            </a:endParaRPr>
          </a:p>
        </p:txBody>
      </p:sp>
    </p:spTree>
    <p:extLst>
      <p:ext uri="{BB962C8B-B14F-4D97-AF65-F5344CB8AC3E}">
        <p14:creationId xmlns:p14="http://schemas.microsoft.com/office/powerpoint/2010/main" val="260663442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eaLnBrk="0" hangingPunct="0">
              <a:defRPr kumimoji="1" sz="2800" b="1">
                <a:solidFill>
                  <a:schemeClr val="tx1"/>
                </a:solidFill>
                <a:latin typeface="イワタ中丸ゴシック体(GT)" charset="-128"/>
                <a:ea typeface="MS PGothic" panose="020B0600070205080204" pitchFamily="34" charset="-128"/>
              </a:defRPr>
            </a:lvl1pPr>
            <a:lvl2pPr marL="742950" indent="-285750" defTabSz="939800" eaLnBrk="0" hangingPunct="0">
              <a:defRPr kumimoji="1" sz="2800" b="1">
                <a:solidFill>
                  <a:schemeClr val="tx1"/>
                </a:solidFill>
                <a:latin typeface="イワタ中丸ゴシック体(GT)" charset="-128"/>
                <a:ea typeface="MS PGothic" panose="020B0600070205080204" pitchFamily="34" charset="-128"/>
              </a:defRPr>
            </a:lvl2pPr>
            <a:lvl3pPr marL="1143000" indent="-228600" defTabSz="939800" eaLnBrk="0" hangingPunct="0">
              <a:defRPr kumimoji="1" sz="2800" b="1">
                <a:solidFill>
                  <a:schemeClr val="tx1"/>
                </a:solidFill>
                <a:latin typeface="イワタ中丸ゴシック体(GT)" charset="-128"/>
                <a:ea typeface="MS PGothic" panose="020B0600070205080204" pitchFamily="34" charset="-128"/>
              </a:defRPr>
            </a:lvl3pPr>
            <a:lvl4pPr marL="1600200" indent="-228600" defTabSz="939800" eaLnBrk="0" hangingPunct="0">
              <a:defRPr kumimoji="1" sz="2800" b="1">
                <a:solidFill>
                  <a:schemeClr val="tx1"/>
                </a:solidFill>
                <a:latin typeface="イワタ中丸ゴシック体(GT)" charset="-128"/>
                <a:ea typeface="MS PGothic" panose="020B0600070205080204" pitchFamily="34" charset="-128"/>
              </a:defRPr>
            </a:lvl4pPr>
            <a:lvl5pPr marL="2057400" indent="-228600" defTabSz="939800" eaLnBrk="0" hangingPunct="0">
              <a:defRPr kumimoji="1" sz="2800" b="1">
                <a:solidFill>
                  <a:schemeClr val="tx1"/>
                </a:solidFill>
                <a:latin typeface="イワタ中丸ゴシック体(GT)" charset="-128"/>
                <a:ea typeface="MS PGothic" panose="020B0600070205080204" pitchFamily="34" charset="-128"/>
              </a:defRPr>
            </a:lvl5pPr>
            <a:lvl6pPr marL="25146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fld id="{C61ECD22-921F-48B3-A544-A87EB97B6483}" type="slidenum">
              <a:rPr lang="en-US" altLang="ja-JP" sz="1200" b="0">
                <a:latin typeface="Times New Roman" panose="02020603050405020304" pitchFamily="18" charset="0"/>
              </a:rPr>
              <a:pPr eaLnBrk="1" hangingPunct="1"/>
              <a:t>50</a:t>
            </a:fld>
            <a:endParaRPr lang="en-US" altLang="ja-JP" sz="1200" b="0">
              <a:latin typeface="Times New Roman" panose="02020603050405020304" pitchFamily="18" charset="0"/>
            </a:endParaRPr>
          </a:p>
        </p:txBody>
      </p:sp>
      <p:sp>
        <p:nvSpPr>
          <p:cNvPr id="117763" name="Rectangle 2"/>
          <p:cNvSpPr>
            <a:spLocks noGrp="1" noRot="1" noChangeAspect="1" noChangeArrowheads="1" noTextEdit="1"/>
          </p:cNvSpPr>
          <p:nvPr>
            <p:ph type="sldImg"/>
          </p:nvPr>
        </p:nvSpPr>
        <p:spPr>
          <a:ln/>
        </p:spPr>
      </p:sp>
      <p:sp>
        <p:nvSpPr>
          <p:cNvPr id="1177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ms-MY">
              <a:latin typeface="Times New Roman" panose="02020603050405020304" pitchFamily="18" charset="0"/>
            </a:endParaRPr>
          </a:p>
        </p:txBody>
      </p:sp>
    </p:spTree>
    <p:extLst>
      <p:ext uri="{BB962C8B-B14F-4D97-AF65-F5344CB8AC3E}">
        <p14:creationId xmlns:p14="http://schemas.microsoft.com/office/powerpoint/2010/main" val="294923560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eaLnBrk="0" hangingPunct="0">
              <a:defRPr kumimoji="1" sz="2800" b="1">
                <a:solidFill>
                  <a:schemeClr val="tx1"/>
                </a:solidFill>
                <a:latin typeface="イワタ中丸ゴシック体(GT)" charset="-128"/>
                <a:ea typeface="MS PGothic" panose="020B0600070205080204" pitchFamily="34" charset="-128"/>
              </a:defRPr>
            </a:lvl1pPr>
            <a:lvl2pPr marL="742950" indent="-285750" defTabSz="939800" eaLnBrk="0" hangingPunct="0">
              <a:defRPr kumimoji="1" sz="2800" b="1">
                <a:solidFill>
                  <a:schemeClr val="tx1"/>
                </a:solidFill>
                <a:latin typeface="イワタ中丸ゴシック体(GT)" charset="-128"/>
                <a:ea typeface="MS PGothic" panose="020B0600070205080204" pitchFamily="34" charset="-128"/>
              </a:defRPr>
            </a:lvl2pPr>
            <a:lvl3pPr marL="1143000" indent="-228600" defTabSz="939800" eaLnBrk="0" hangingPunct="0">
              <a:defRPr kumimoji="1" sz="2800" b="1">
                <a:solidFill>
                  <a:schemeClr val="tx1"/>
                </a:solidFill>
                <a:latin typeface="イワタ中丸ゴシック体(GT)" charset="-128"/>
                <a:ea typeface="MS PGothic" panose="020B0600070205080204" pitchFamily="34" charset="-128"/>
              </a:defRPr>
            </a:lvl3pPr>
            <a:lvl4pPr marL="1600200" indent="-228600" defTabSz="939800" eaLnBrk="0" hangingPunct="0">
              <a:defRPr kumimoji="1" sz="2800" b="1">
                <a:solidFill>
                  <a:schemeClr val="tx1"/>
                </a:solidFill>
                <a:latin typeface="イワタ中丸ゴシック体(GT)" charset="-128"/>
                <a:ea typeface="MS PGothic" panose="020B0600070205080204" pitchFamily="34" charset="-128"/>
              </a:defRPr>
            </a:lvl4pPr>
            <a:lvl5pPr marL="2057400" indent="-228600" defTabSz="939800" eaLnBrk="0" hangingPunct="0">
              <a:defRPr kumimoji="1" sz="2800" b="1">
                <a:solidFill>
                  <a:schemeClr val="tx1"/>
                </a:solidFill>
                <a:latin typeface="イワタ中丸ゴシック体(GT)" charset="-128"/>
                <a:ea typeface="MS PGothic" panose="020B0600070205080204" pitchFamily="34" charset="-128"/>
              </a:defRPr>
            </a:lvl5pPr>
            <a:lvl6pPr marL="25146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fld id="{51FEF817-F4AD-4D17-ACAD-0F07B9A435E5}" type="slidenum">
              <a:rPr lang="en-US" altLang="ja-JP" sz="1200" b="0">
                <a:latin typeface="Times New Roman" panose="02020603050405020304" pitchFamily="18" charset="0"/>
              </a:rPr>
              <a:pPr eaLnBrk="1" hangingPunct="1"/>
              <a:t>51</a:t>
            </a:fld>
            <a:endParaRPr lang="en-US" altLang="ja-JP" sz="1200" b="0">
              <a:latin typeface="Times New Roman" panose="02020603050405020304" pitchFamily="18" charset="0"/>
            </a:endParaRPr>
          </a:p>
        </p:txBody>
      </p:sp>
      <p:sp>
        <p:nvSpPr>
          <p:cNvPr id="118787" name="Rectangle 2"/>
          <p:cNvSpPr>
            <a:spLocks noGrp="1" noRot="1" noChangeAspect="1" noChangeArrowheads="1" noTextEdit="1"/>
          </p:cNvSpPr>
          <p:nvPr>
            <p:ph type="sldImg"/>
          </p:nvPr>
        </p:nvSpPr>
        <p:spPr>
          <a:ln/>
        </p:spPr>
      </p:sp>
      <p:sp>
        <p:nvSpPr>
          <p:cNvPr id="1187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ms-MY">
              <a:latin typeface="Times New Roman" panose="02020603050405020304" pitchFamily="18" charset="0"/>
            </a:endParaRPr>
          </a:p>
        </p:txBody>
      </p:sp>
    </p:spTree>
    <p:extLst>
      <p:ext uri="{BB962C8B-B14F-4D97-AF65-F5344CB8AC3E}">
        <p14:creationId xmlns:p14="http://schemas.microsoft.com/office/powerpoint/2010/main" val="231335809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eaLnBrk="0" hangingPunct="0">
              <a:defRPr kumimoji="1" sz="2800" b="1">
                <a:solidFill>
                  <a:schemeClr val="tx1"/>
                </a:solidFill>
                <a:latin typeface="イワタ中丸ゴシック体(GT)" charset="-128"/>
                <a:ea typeface="MS PGothic" panose="020B0600070205080204" pitchFamily="34" charset="-128"/>
              </a:defRPr>
            </a:lvl1pPr>
            <a:lvl2pPr marL="742950" indent="-285750" defTabSz="939800" eaLnBrk="0" hangingPunct="0">
              <a:defRPr kumimoji="1" sz="2800" b="1">
                <a:solidFill>
                  <a:schemeClr val="tx1"/>
                </a:solidFill>
                <a:latin typeface="イワタ中丸ゴシック体(GT)" charset="-128"/>
                <a:ea typeface="MS PGothic" panose="020B0600070205080204" pitchFamily="34" charset="-128"/>
              </a:defRPr>
            </a:lvl2pPr>
            <a:lvl3pPr marL="1143000" indent="-228600" defTabSz="939800" eaLnBrk="0" hangingPunct="0">
              <a:defRPr kumimoji="1" sz="2800" b="1">
                <a:solidFill>
                  <a:schemeClr val="tx1"/>
                </a:solidFill>
                <a:latin typeface="イワタ中丸ゴシック体(GT)" charset="-128"/>
                <a:ea typeface="MS PGothic" panose="020B0600070205080204" pitchFamily="34" charset="-128"/>
              </a:defRPr>
            </a:lvl3pPr>
            <a:lvl4pPr marL="1600200" indent="-228600" defTabSz="939800" eaLnBrk="0" hangingPunct="0">
              <a:defRPr kumimoji="1" sz="2800" b="1">
                <a:solidFill>
                  <a:schemeClr val="tx1"/>
                </a:solidFill>
                <a:latin typeface="イワタ中丸ゴシック体(GT)" charset="-128"/>
                <a:ea typeface="MS PGothic" panose="020B0600070205080204" pitchFamily="34" charset="-128"/>
              </a:defRPr>
            </a:lvl4pPr>
            <a:lvl5pPr marL="2057400" indent="-228600" defTabSz="939800" eaLnBrk="0" hangingPunct="0">
              <a:defRPr kumimoji="1" sz="2800" b="1">
                <a:solidFill>
                  <a:schemeClr val="tx1"/>
                </a:solidFill>
                <a:latin typeface="イワタ中丸ゴシック体(GT)" charset="-128"/>
                <a:ea typeface="MS PGothic" panose="020B0600070205080204" pitchFamily="34" charset="-128"/>
              </a:defRPr>
            </a:lvl5pPr>
            <a:lvl6pPr marL="25146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defTabSz="9398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fld id="{8E147A8B-50EA-4B86-8F6A-2B66867E03B4}" type="slidenum">
              <a:rPr lang="en-US" altLang="ja-JP" sz="1200" b="0">
                <a:latin typeface="Times New Roman" panose="02020603050405020304" pitchFamily="18" charset="0"/>
              </a:rPr>
              <a:pPr eaLnBrk="1" hangingPunct="1"/>
              <a:t>52</a:t>
            </a:fld>
            <a:endParaRPr lang="en-US" altLang="ja-JP" sz="1200" b="0">
              <a:latin typeface="Times New Roman" panose="02020603050405020304" pitchFamily="18" charset="0"/>
            </a:endParaRPr>
          </a:p>
        </p:txBody>
      </p:sp>
      <p:sp>
        <p:nvSpPr>
          <p:cNvPr id="119811" name="Rectangle 2"/>
          <p:cNvSpPr>
            <a:spLocks noGrp="1" noRot="1" noChangeAspect="1" noChangeArrowheads="1" noTextEdit="1"/>
          </p:cNvSpPr>
          <p:nvPr>
            <p:ph type="sldImg"/>
          </p:nvPr>
        </p:nvSpPr>
        <p:spPr>
          <a:ln/>
        </p:spPr>
      </p:sp>
      <p:sp>
        <p:nvSpPr>
          <p:cNvPr id="1198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ms-MY">
              <a:latin typeface="Times New Roman" panose="02020603050405020304" pitchFamily="18" charset="0"/>
            </a:endParaRPr>
          </a:p>
        </p:txBody>
      </p:sp>
    </p:spTree>
    <p:extLst>
      <p:ext uri="{BB962C8B-B14F-4D97-AF65-F5344CB8AC3E}">
        <p14:creationId xmlns:p14="http://schemas.microsoft.com/office/powerpoint/2010/main" val="26417033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38646" y="1447802"/>
            <a:ext cx="7172715"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938646" y="4777380"/>
            <a:ext cx="7172715"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endParaRPr lang="en-US" altLang="ja-JP"/>
          </a:p>
        </p:txBody>
      </p:sp>
      <p:sp>
        <p:nvSpPr>
          <p:cNvPr id="5" name="Footer Placeholder 4"/>
          <p:cNvSpPr>
            <a:spLocks noGrp="1"/>
          </p:cNvSpPr>
          <p:nvPr>
            <p:ph type="ftr" sz="quarter" idx="11"/>
          </p:nvPr>
        </p:nvSpPr>
        <p:spPr/>
        <p:txBody>
          <a:bodyPr/>
          <a:lstStyle/>
          <a:p>
            <a:pPr>
              <a:defRPr/>
            </a:pPr>
            <a:endParaRPr lang="en-US" altLang="ja-JP"/>
          </a:p>
        </p:txBody>
      </p:sp>
      <p:sp>
        <p:nvSpPr>
          <p:cNvPr id="6" name="Slide Number Placeholder 5"/>
          <p:cNvSpPr>
            <a:spLocks noGrp="1"/>
          </p:cNvSpPr>
          <p:nvPr>
            <p:ph type="sldNum" sz="quarter" idx="12"/>
          </p:nvPr>
        </p:nvSpPr>
        <p:spPr/>
        <p:txBody>
          <a:bodyPr/>
          <a:lstStyle/>
          <a:p>
            <a:fld id="{AD654F81-CCBD-4092-BEDF-00DF93BB0BAB}" type="slidenum">
              <a:rPr lang="en-US" altLang="ja-JP" smtClean="0"/>
              <a:pPr/>
              <a:t>‹#›</a:t>
            </a:fld>
            <a:endParaRPr lang="en-US" altLang="ja-JP"/>
          </a:p>
        </p:txBody>
      </p:sp>
    </p:spTree>
    <p:extLst>
      <p:ext uri="{BB962C8B-B14F-4D97-AF65-F5344CB8AC3E}">
        <p14:creationId xmlns:p14="http://schemas.microsoft.com/office/powerpoint/2010/main" val="17616229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pPr>
              <a:defRPr/>
            </a:pPr>
            <a:endParaRPr lang="en-US" altLang="ja-JP"/>
          </a:p>
        </p:txBody>
      </p:sp>
      <p:sp>
        <p:nvSpPr>
          <p:cNvPr id="5" name="Footer Placeholder 4"/>
          <p:cNvSpPr>
            <a:spLocks noGrp="1"/>
          </p:cNvSpPr>
          <p:nvPr>
            <p:ph type="ftr" sz="quarter" idx="11"/>
          </p:nvPr>
        </p:nvSpPr>
        <p:spPr/>
        <p:txBody>
          <a:bodyPr/>
          <a:lstStyle/>
          <a:p>
            <a:pPr>
              <a:defRPr/>
            </a:pPr>
            <a:endParaRPr lang="en-US" altLang="ja-JP"/>
          </a:p>
        </p:txBody>
      </p:sp>
      <p:sp>
        <p:nvSpPr>
          <p:cNvPr id="6" name="Slide Number Placeholder 5"/>
          <p:cNvSpPr>
            <a:spLocks noGrp="1"/>
          </p:cNvSpPr>
          <p:nvPr>
            <p:ph type="sldNum" sz="quarter" idx="12"/>
          </p:nvPr>
        </p:nvSpPr>
        <p:spPr/>
        <p:txBody>
          <a:bodyPr/>
          <a:lstStyle/>
          <a:p>
            <a:fld id="{513306CA-05B0-4CA7-A7AA-291E6CE7B8BF}" type="slidenum">
              <a:rPr lang="en-US" altLang="ja-JP" smtClean="0"/>
              <a:pPr/>
              <a:t>‹#›</a:t>
            </a:fld>
            <a:endParaRPr lang="en-US" altLang="ja-JP"/>
          </a:p>
        </p:txBody>
      </p:sp>
    </p:spTree>
    <p:extLst>
      <p:ext uri="{BB962C8B-B14F-4D97-AF65-F5344CB8AC3E}">
        <p14:creationId xmlns:p14="http://schemas.microsoft.com/office/powerpoint/2010/main" val="23865791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38647" y="2861735"/>
            <a:ext cx="7172714"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938646" y="4777381"/>
            <a:ext cx="7172715"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altLang="ja-JP"/>
          </a:p>
        </p:txBody>
      </p:sp>
      <p:sp>
        <p:nvSpPr>
          <p:cNvPr id="5" name="Footer Placeholder 4"/>
          <p:cNvSpPr>
            <a:spLocks noGrp="1"/>
          </p:cNvSpPr>
          <p:nvPr>
            <p:ph type="ftr" sz="quarter" idx="11"/>
          </p:nvPr>
        </p:nvSpPr>
        <p:spPr/>
        <p:txBody>
          <a:bodyPr/>
          <a:lstStyle/>
          <a:p>
            <a:pPr>
              <a:defRPr/>
            </a:pPr>
            <a:endParaRPr lang="en-US" altLang="ja-JP"/>
          </a:p>
        </p:txBody>
      </p:sp>
      <p:sp>
        <p:nvSpPr>
          <p:cNvPr id="6" name="Slide Number Placeholder 5"/>
          <p:cNvSpPr>
            <a:spLocks noGrp="1"/>
          </p:cNvSpPr>
          <p:nvPr>
            <p:ph type="sldNum" sz="quarter" idx="12"/>
          </p:nvPr>
        </p:nvSpPr>
        <p:spPr/>
        <p:txBody>
          <a:bodyPr/>
          <a:lstStyle/>
          <a:p>
            <a:fld id="{80F31050-121B-436B-8A72-5E4B399612A4}" type="slidenum">
              <a:rPr lang="en-US" altLang="ja-JP" smtClean="0"/>
              <a:pPr/>
              <a:t>‹#›</a:t>
            </a:fld>
            <a:endParaRPr lang="en-US" altLang="ja-JP"/>
          </a:p>
        </p:txBody>
      </p:sp>
    </p:spTree>
    <p:extLst>
      <p:ext uri="{BB962C8B-B14F-4D97-AF65-F5344CB8AC3E}">
        <p14:creationId xmlns:p14="http://schemas.microsoft.com/office/powerpoint/2010/main" val="29542007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96675" y="2060577"/>
            <a:ext cx="3572956"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595473" y="2056093"/>
            <a:ext cx="3572958"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endParaRPr lang="en-US" altLang="ja-JP"/>
          </a:p>
        </p:txBody>
      </p:sp>
      <p:sp>
        <p:nvSpPr>
          <p:cNvPr id="6" name="Footer Placeholder 5"/>
          <p:cNvSpPr>
            <a:spLocks noGrp="1"/>
          </p:cNvSpPr>
          <p:nvPr>
            <p:ph type="ftr" sz="quarter" idx="11"/>
          </p:nvPr>
        </p:nvSpPr>
        <p:spPr/>
        <p:txBody>
          <a:bodyPr/>
          <a:lstStyle/>
          <a:p>
            <a:pPr>
              <a:defRPr/>
            </a:pPr>
            <a:endParaRPr lang="en-US" altLang="ja-JP"/>
          </a:p>
        </p:txBody>
      </p:sp>
      <p:sp>
        <p:nvSpPr>
          <p:cNvPr id="7" name="Slide Number Placeholder 6"/>
          <p:cNvSpPr>
            <a:spLocks noGrp="1"/>
          </p:cNvSpPr>
          <p:nvPr>
            <p:ph type="sldNum" sz="quarter" idx="12"/>
          </p:nvPr>
        </p:nvSpPr>
        <p:spPr/>
        <p:txBody>
          <a:bodyPr/>
          <a:lstStyle/>
          <a:p>
            <a:fld id="{AB5BB0EB-B314-4BBF-AD67-972B61F6C089}" type="slidenum">
              <a:rPr lang="en-US" altLang="ja-JP" smtClean="0"/>
              <a:pPr/>
              <a:t>‹#›</a:t>
            </a:fld>
            <a:endParaRPr lang="en-US" altLang="ja-JP"/>
          </a:p>
        </p:txBody>
      </p:sp>
    </p:spTree>
    <p:extLst>
      <p:ext uri="{BB962C8B-B14F-4D97-AF65-F5344CB8AC3E}">
        <p14:creationId xmlns:p14="http://schemas.microsoft.com/office/powerpoint/2010/main" val="14385617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96675" y="1905000"/>
            <a:ext cx="357295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96675" y="2514600"/>
            <a:ext cx="3572956"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595474" y="1905000"/>
            <a:ext cx="357295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595474" y="2514600"/>
            <a:ext cx="3572956"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endParaRPr lang="en-US" altLang="ja-JP"/>
          </a:p>
        </p:txBody>
      </p:sp>
      <p:sp>
        <p:nvSpPr>
          <p:cNvPr id="8" name="Footer Placeholder 7"/>
          <p:cNvSpPr>
            <a:spLocks noGrp="1"/>
          </p:cNvSpPr>
          <p:nvPr>
            <p:ph type="ftr" sz="quarter" idx="11"/>
          </p:nvPr>
        </p:nvSpPr>
        <p:spPr/>
        <p:txBody>
          <a:bodyPr/>
          <a:lstStyle/>
          <a:p>
            <a:pPr>
              <a:defRPr/>
            </a:pPr>
            <a:endParaRPr lang="en-US" altLang="ja-JP"/>
          </a:p>
        </p:txBody>
      </p:sp>
      <p:sp>
        <p:nvSpPr>
          <p:cNvPr id="9" name="Slide Number Placeholder 8"/>
          <p:cNvSpPr>
            <a:spLocks noGrp="1"/>
          </p:cNvSpPr>
          <p:nvPr>
            <p:ph type="sldNum" sz="quarter" idx="12"/>
          </p:nvPr>
        </p:nvSpPr>
        <p:spPr/>
        <p:txBody>
          <a:bodyPr/>
          <a:lstStyle/>
          <a:p>
            <a:fld id="{D0CDE3B1-8807-41F7-A567-B3C378A236F9}" type="slidenum">
              <a:rPr lang="en-US" altLang="ja-JP" smtClean="0"/>
              <a:pPr/>
              <a:t>‹#›</a:t>
            </a:fld>
            <a:endParaRPr lang="en-US" altLang="ja-JP"/>
          </a:p>
        </p:txBody>
      </p:sp>
    </p:spTree>
    <p:extLst>
      <p:ext uri="{BB962C8B-B14F-4D97-AF65-F5344CB8AC3E}">
        <p14:creationId xmlns:p14="http://schemas.microsoft.com/office/powerpoint/2010/main" val="37927700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pPr>
              <a:defRPr/>
            </a:pPr>
            <a:endParaRPr lang="en-US" altLang="ja-JP"/>
          </a:p>
        </p:txBody>
      </p:sp>
      <p:sp>
        <p:nvSpPr>
          <p:cNvPr id="5" name="Footer Placeholder 3"/>
          <p:cNvSpPr>
            <a:spLocks noGrp="1"/>
          </p:cNvSpPr>
          <p:nvPr>
            <p:ph type="ftr" sz="quarter" idx="11"/>
          </p:nvPr>
        </p:nvSpPr>
        <p:spPr/>
        <p:txBody>
          <a:bodyPr/>
          <a:lstStyle/>
          <a:p>
            <a:pPr>
              <a:defRPr/>
            </a:pPr>
            <a:endParaRPr lang="en-US" altLang="ja-JP"/>
          </a:p>
        </p:txBody>
      </p:sp>
      <p:sp>
        <p:nvSpPr>
          <p:cNvPr id="6" name="Slide Number Placeholder 4"/>
          <p:cNvSpPr>
            <a:spLocks noGrp="1"/>
          </p:cNvSpPr>
          <p:nvPr>
            <p:ph type="sldNum" sz="quarter" idx="12"/>
          </p:nvPr>
        </p:nvSpPr>
        <p:spPr/>
        <p:txBody>
          <a:bodyPr/>
          <a:lstStyle/>
          <a:p>
            <a:fld id="{DBCCA0AE-CDFD-46A7-A93B-1E409736BFA9}" type="slidenum">
              <a:rPr lang="en-US" altLang="ja-JP" smtClean="0"/>
              <a:pPr/>
              <a:t>‹#›</a:t>
            </a:fld>
            <a:endParaRPr lang="en-US" altLang="ja-JP"/>
          </a:p>
        </p:txBody>
      </p:sp>
    </p:spTree>
    <p:extLst>
      <p:ext uri="{BB962C8B-B14F-4D97-AF65-F5344CB8AC3E}">
        <p14:creationId xmlns:p14="http://schemas.microsoft.com/office/powerpoint/2010/main" val="28678786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pPr>
              <a:defRPr/>
            </a:pPr>
            <a:endParaRPr lang="en-US" altLang="ja-JP"/>
          </a:p>
        </p:txBody>
      </p:sp>
      <p:sp>
        <p:nvSpPr>
          <p:cNvPr id="5" name="Footer Placeholder 2"/>
          <p:cNvSpPr>
            <a:spLocks noGrp="1"/>
          </p:cNvSpPr>
          <p:nvPr>
            <p:ph type="ftr" sz="quarter" idx="11"/>
          </p:nvPr>
        </p:nvSpPr>
        <p:spPr/>
        <p:txBody>
          <a:bodyPr/>
          <a:lstStyle/>
          <a:p>
            <a:pPr>
              <a:defRPr/>
            </a:pPr>
            <a:endParaRPr lang="en-US" altLang="ja-JP"/>
          </a:p>
        </p:txBody>
      </p:sp>
      <p:sp>
        <p:nvSpPr>
          <p:cNvPr id="6" name="Slide Number Placeholder 3"/>
          <p:cNvSpPr>
            <a:spLocks noGrp="1"/>
          </p:cNvSpPr>
          <p:nvPr>
            <p:ph type="sldNum" sz="quarter" idx="12"/>
          </p:nvPr>
        </p:nvSpPr>
        <p:spPr/>
        <p:txBody>
          <a:bodyPr/>
          <a:lstStyle/>
          <a:p>
            <a:fld id="{BE754723-03DC-4A54-B12F-DE1451BE8253}" type="slidenum">
              <a:rPr lang="en-US" altLang="ja-JP" smtClean="0"/>
              <a:pPr/>
              <a:t>‹#›</a:t>
            </a:fld>
            <a:endParaRPr lang="en-US" altLang="ja-JP"/>
          </a:p>
        </p:txBody>
      </p:sp>
    </p:spTree>
    <p:extLst>
      <p:ext uri="{BB962C8B-B14F-4D97-AF65-F5344CB8AC3E}">
        <p14:creationId xmlns:p14="http://schemas.microsoft.com/office/powerpoint/2010/main" val="6661939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8644" y="1447800"/>
            <a:ext cx="276408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3888514" y="1447800"/>
            <a:ext cx="422284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38644" y="3129282"/>
            <a:ext cx="2764084"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pPr>
              <a:defRPr/>
            </a:pPr>
            <a:endParaRPr lang="en-US" altLang="ja-JP"/>
          </a:p>
        </p:txBody>
      </p:sp>
      <p:sp>
        <p:nvSpPr>
          <p:cNvPr id="5" name="Footer Placeholder 5"/>
          <p:cNvSpPr>
            <a:spLocks noGrp="1"/>
          </p:cNvSpPr>
          <p:nvPr>
            <p:ph type="ftr" sz="quarter" idx="11"/>
          </p:nvPr>
        </p:nvSpPr>
        <p:spPr/>
        <p:txBody>
          <a:bodyPr/>
          <a:lstStyle/>
          <a:p>
            <a:pPr>
              <a:defRPr/>
            </a:pPr>
            <a:endParaRPr lang="en-US" altLang="ja-JP"/>
          </a:p>
        </p:txBody>
      </p:sp>
      <p:sp>
        <p:nvSpPr>
          <p:cNvPr id="6" name="Slide Number Placeholder 6"/>
          <p:cNvSpPr>
            <a:spLocks noGrp="1"/>
          </p:cNvSpPr>
          <p:nvPr>
            <p:ph type="sldNum" sz="quarter" idx="12"/>
          </p:nvPr>
        </p:nvSpPr>
        <p:spPr/>
        <p:txBody>
          <a:bodyPr/>
          <a:lstStyle/>
          <a:p>
            <a:fld id="{C2B2767B-788A-42C6-83D8-19D2E52D53AA}" type="slidenum">
              <a:rPr lang="en-US" altLang="ja-JP" smtClean="0"/>
              <a:pPr/>
              <a:t>‹#›</a:t>
            </a:fld>
            <a:endParaRPr lang="en-US" altLang="ja-JP"/>
          </a:p>
        </p:txBody>
      </p:sp>
    </p:spTree>
    <p:extLst>
      <p:ext uri="{BB962C8B-B14F-4D97-AF65-F5344CB8AC3E}">
        <p14:creationId xmlns:p14="http://schemas.microsoft.com/office/powerpoint/2010/main" val="10333381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7794" y="1854192"/>
            <a:ext cx="4139064"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647977" y="1143000"/>
            <a:ext cx="2601002"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38644" y="3657600"/>
            <a:ext cx="4132622"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ltLang="ja-JP"/>
          </a:p>
        </p:txBody>
      </p:sp>
      <p:sp>
        <p:nvSpPr>
          <p:cNvPr id="6" name="Footer Placeholder 5"/>
          <p:cNvSpPr>
            <a:spLocks noGrp="1"/>
          </p:cNvSpPr>
          <p:nvPr>
            <p:ph type="ftr" sz="quarter" idx="11"/>
          </p:nvPr>
        </p:nvSpPr>
        <p:spPr/>
        <p:txBody>
          <a:bodyPr/>
          <a:lstStyle/>
          <a:p>
            <a:pPr>
              <a:defRPr/>
            </a:pPr>
            <a:endParaRPr lang="en-US" altLang="ja-JP"/>
          </a:p>
        </p:txBody>
      </p:sp>
      <p:sp>
        <p:nvSpPr>
          <p:cNvPr id="7" name="Slide Number Placeholder 6"/>
          <p:cNvSpPr>
            <a:spLocks noGrp="1"/>
          </p:cNvSpPr>
          <p:nvPr>
            <p:ph type="sldNum" sz="quarter" idx="12"/>
          </p:nvPr>
        </p:nvSpPr>
        <p:spPr/>
        <p:txBody>
          <a:bodyPr/>
          <a:lstStyle/>
          <a:p>
            <a:fld id="{272D429A-0C13-4A69-86F6-339CAF1B85B2}" type="slidenum">
              <a:rPr lang="en-US" altLang="ja-JP" smtClean="0"/>
              <a:pPr/>
              <a:t>‹#›</a:t>
            </a:fld>
            <a:endParaRPr lang="en-US" altLang="ja-JP"/>
          </a:p>
        </p:txBody>
      </p:sp>
    </p:spTree>
    <p:extLst>
      <p:ext uri="{BB962C8B-B14F-4D97-AF65-F5344CB8AC3E}">
        <p14:creationId xmlns:p14="http://schemas.microsoft.com/office/powerpoint/2010/main" val="20010580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8647" y="4800587"/>
            <a:ext cx="7172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938646" y="685800"/>
            <a:ext cx="7172715"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38647" y="5367325"/>
            <a:ext cx="7172713"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ltLang="ja-JP"/>
          </a:p>
        </p:txBody>
      </p:sp>
      <p:sp>
        <p:nvSpPr>
          <p:cNvPr id="6" name="Footer Placeholder 5"/>
          <p:cNvSpPr>
            <a:spLocks noGrp="1"/>
          </p:cNvSpPr>
          <p:nvPr>
            <p:ph type="ftr" sz="quarter" idx="11"/>
          </p:nvPr>
        </p:nvSpPr>
        <p:spPr/>
        <p:txBody>
          <a:bodyPr/>
          <a:lstStyle/>
          <a:p>
            <a:pPr>
              <a:defRPr/>
            </a:pPr>
            <a:endParaRPr lang="en-US" altLang="ja-JP"/>
          </a:p>
        </p:txBody>
      </p:sp>
      <p:sp>
        <p:nvSpPr>
          <p:cNvPr id="7" name="Slide Number Placeholder 6"/>
          <p:cNvSpPr>
            <a:spLocks noGrp="1"/>
          </p:cNvSpPr>
          <p:nvPr>
            <p:ph type="sldNum" sz="quarter" idx="12"/>
          </p:nvPr>
        </p:nvSpPr>
        <p:spPr/>
        <p:txBody>
          <a:bodyPr/>
          <a:lstStyle/>
          <a:p>
            <a:fld id="{FC5812E2-CCA5-4B31-B2D5-0E11D652A750}" type="slidenum">
              <a:rPr lang="en-US" altLang="ja-JP" smtClean="0"/>
              <a:pPr/>
              <a:t>‹#›</a:t>
            </a:fld>
            <a:endParaRPr lang="en-US" altLang="ja-JP"/>
          </a:p>
        </p:txBody>
      </p:sp>
    </p:spTree>
    <p:extLst>
      <p:ext uri="{BB962C8B-B14F-4D97-AF65-F5344CB8AC3E}">
        <p14:creationId xmlns:p14="http://schemas.microsoft.com/office/powerpoint/2010/main" val="34026617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38646" y="1447800"/>
            <a:ext cx="7172715"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938646" y="3657600"/>
            <a:ext cx="7172715"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altLang="ja-JP"/>
          </a:p>
        </p:txBody>
      </p:sp>
      <p:sp>
        <p:nvSpPr>
          <p:cNvPr id="5" name="Footer Placeholder 4"/>
          <p:cNvSpPr>
            <a:spLocks noGrp="1"/>
          </p:cNvSpPr>
          <p:nvPr>
            <p:ph type="ftr" sz="quarter" idx="11"/>
          </p:nvPr>
        </p:nvSpPr>
        <p:spPr/>
        <p:txBody>
          <a:bodyPr/>
          <a:lstStyle/>
          <a:p>
            <a:pPr>
              <a:defRPr/>
            </a:pPr>
            <a:endParaRPr lang="en-US" altLang="ja-JP"/>
          </a:p>
        </p:txBody>
      </p:sp>
      <p:sp>
        <p:nvSpPr>
          <p:cNvPr id="6" name="Slide Number Placeholder 5"/>
          <p:cNvSpPr>
            <a:spLocks noGrp="1"/>
          </p:cNvSpPr>
          <p:nvPr>
            <p:ph type="sldNum" sz="quarter" idx="12"/>
          </p:nvPr>
        </p:nvSpPr>
        <p:spPr/>
        <p:txBody>
          <a:bodyPr/>
          <a:lstStyle/>
          <a:p>
            <a:fld id="{FC5812E2-CCA5-4B31-B2D5-0E11D652A750}" type="slidenum">
              <a:rPr lang="en-US" altLang="ja-JP" smtClean="0"/>
              <a:pPr/>
              <a:t>‹#›</a:t>
            </a:fld>
            <a:endParaRPr lang="en-US" altLang="ja-JP"/>
          </a:p>
        </p:txBody>
      </p:sp>
    </p:spTree>
    <p:extLst>
      <p:ext uri="{BB962C8B-B14F-4D97-AF65-F5344CB8AC3E}">
        <p14:creationId xmlns:p14="http://schemas.microsoft.com/office/powerpoint/2010/main" val="17154715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79861" y="1447800"/>
            <a:ext cx="6501136"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568859" y="3771174"/>
            <a:ext cx="5916256"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938646" y="4350657"/>
            <a:ext cx="7172715"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altLang="ja-JP"/>
          </a:p>
        </p:txBody>
      </p:sp>
      <p:sp>
        <p:nvSpPr>
          <p:cNvPr id="5" name="Footer Placeholder 4"/>
          <p:cNvSpPr>
            <a:spLocks noGrp="1"/>
          </p:cNvSpPr>
          <p:nvPr>
            <p:ph type="ftr" sz="quarter" idx="11"/>
          </p:nvPr>
        </p:nvSpPr>
        <p:spPr/>
        <p:txBody>
          <a:bodyPr/>
          <a:lstStyle/>
          <a:p>
            <a:pPr>
              <a:defRPr/>
            </a:pPr>
            <a:endParaRPr lang="en-US" altLang="ja-JP"/>
          </a:p>
        </p:txBody>
      </p:sp>
      <p:sp>
        <p:nvSpPr>
          <p:cNvPr id="6" name="Slide Number Placeholder 5"/>
          <p:cNvSpPr>
            <a:spLocks noGrp="1"/>
          </p:cNvSpPr>
          <p:nvPr>
            <p:ph type="sldNum" sz="quarter" idx="12"/>
          </p:nvPr>
        </p:nvSpPr>
        <p:spPr/>
        <p:txBody>
          <a:bodyPr/>
          <a:lstStyle/>
          <a:p>
            <a:fld id="{FC5812E2-CCA5-4B31-B2D5-0E11D652A750}" type="slidenum">
              <a:rPr lang="en-US" altLang="ja-JP" smtClean="0"/>
              <a:pPr/>
              <a:t>‹#›</a:t>
            </a:fld>
            <a:endParaRPr lang="en-US" altLang="ja-JP"/>
          </a:p>
        </p:txBody>
      </p:sp>
      <p:sp>
        <p:nvSpPr>
          <p:cNvPr id="12" name="TextBox 11"/>
          <p:cNvSpPr txBox="1"/>
          <p:nvPr/>
        </p:nvSpPr>
        <p:spPr>
          <a:xfrm>
            <a:off x="730055" y="971253"/>
            <a:ext cx="651724"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
        <p:nvSpPr>
          <p:cNvPr id="15" name="TextBox 14"/>
          <p:cNvSpPr txBox="1"/>
          <p:nvPr/>
        </p:nvSpPr>
        <p:spPr>
          <a:xfrm>
            <a:off x="7582998" y="2613787"/>
            <a:ext cx="651724"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Tree>
    <p:extLst>
      <p:ext uri="{BB962C8B-B14F-4D97-AF65-F5344CB8AC3E}">
        <p14:creationId xmlns:p14="http://schemas.microsoft.com/office/powerpoint/2010/main" val="27278770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38645" y="3124201"/>
            <a:ext cx="7172716"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938646" y="4777381"/>
            <a:ext cx="7172715"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altLang="ja-JP"/>
          </a:p>
        </p:txBody>
      </p:sp>
      <p:sp>
        <p:nvSpPr>
          <p:cNvPr id="5" name="Footer Placeholder 4"/>
          <p:cNvSpPr>
            <a:spLocks noGrp="1"/>
          </p:cNvSpPr>
          <p:nvPr>
            <p:ph type="ftr" sz="quarter" idx="11"/>
          </p:nvPr>
        </p:nvSpPr>
        <p:spPr/>
        <p:txBody>
          <a:bodyPr/>
          <a:lstStyle/>
          <a:p>
            <a:pPr>
              <a:defRPr/>
            </a:pPr>
            <a:endParaRPr lang="en-US" altLang="ja-JP"/>
          </a:p>
        </p:txBody>
      </p:sp>
      <p:sp>
        <p:nvSpPr>
          <p:cNvPr id="6" name="Slide Number Placeholder 5"/>
          <p:cNvSpPr>
            <a:spLocks noGrp="1"/>
          </p:cNvSpPr>
          <p:nvPr>
            <p:ph type="sldNum" sz="quarter" idx="12"/>
          </p:nvPr>
        </p:nvSpPr>
        <p:spPr/>
        <p:txBody>
          <a:bodyPr/>
          <a:lstStyle/>
          <a:p>
            <a:fld id="{FC5812E2-CCA5-4B31-B2D5-0E11D652A750}" type="slidenum">
              <a:rPr lang="en-US" altLang="ja-JP" smtClean="0"/>
              <a:pPr/>
              <a:t>‹#›</a:t>
            </a:fld>
            <a:endParaRPr lang="en-US" altLang="ja-JP"/>
          </a:p>
        </p:txBody>
      </p:sp>
    </p:spTree>
    <p:extLst>
      <p:ext uri="{BB962C8B-B14F-4D97-AF65-F5344CB8AC3E}">
        <p14:creationId xmlns:p14="http://schemas.microsoft.com/office/powerpoint/2010/main" val="39425696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514404" y="1981200"/>
            <a:ext cx="239495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530265" y="2667000"/>
            <a:ext cx="2379091"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156296" y="1981200"/>
            <a:ext cx="2386317"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147719" y="2667000"/>
            <a:ext cx="23948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790327" y="1981200"/>
            <a:ext cx="238296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5790327" y="2667000"/>
            <a:ext cx="238296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028279"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658283"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pPr>
              <a:defRPr/>
            </a:pPr>
            <a:endParaRPr lang="en-US" altLang="ja-JP"/>
          </a:p>
        </p:txBody>
      </p:sp>
      <p:sp>
        <p:nvSpPr>
          <p:cNvPr id="4" name="Footer Placeholder 4"/>
          <p:cNvSpPr>
            <a:spLocks noGrp="1"/>
          </p:cNvSpPr>
          <p:nvPr>
            <p:ph type="ftr" sz="quarter" idx="11"/>
          </p:nvPr>
        </p:nvSpPr>
        <p:spPr/>
        <p:txBody>
          <a:bodyPr/>
          <a:lstStyle/>
          <a:p>
            <a:pPr>
              <a:defRPr/>
            </a:pPr>
            <a:endParaRPr lang="en-US" altLang="ja-JP"/>
          </a:p>
        </p:txBody>
      </p:sp>
      <p:sp>
        <p:nvSpPr>
          <p:cNvPr id="6" name="Slide Number Placeholder 5"/>
          <p:cNvSpPr>
            <a:spLocks noGrp="1"/>
          </p:cNvSpPr>
          <p:nvPr>
            <p:ph type="sldNum" sz="quarter" idx="12"/>
          </p:nvPr>
        </p:nvSpPr>
        <p:spPr/>
        <p:txBody>
          <a:bodyPr/>
          <a:lstStyle/>
          <a:p>
            <a:fld id="{FC5812E2-CCA5-4B31-B2D5-0E11D652A750}" type="slidenum">
              <a:rPr lang="en-US" altLang="ja-JP" smtClean="0"/>
              <a:pPr/>
              <a:t>‹#›</a:t>
            </a:fld>
            <a:endParaRPr lang="en-US" altLang="ja-JP"/>
          </a:p>
        </p:txBody>
      </p:sp>
    </p:spTree>
    <p:extLst>
      <p:ext uri="{BB962C8B-B14F-4D97-AF65-F5344CB8AC3E}">
        <p14:creationId xmlns:p14="http://schemas.microsoft.com/office/powerpoint/2010/main" val="32343382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530265" y="4250949"/>
            <a:ext cx="23894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530265" y="2209800"/>
            <a:ext cx="23894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530265" y="4827213"/>
            <a:ext cx="2389413"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160941" y="4250949"/>
            <a:ext cx="238167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160940" y="2209800"/>
            <a:ext cx="2381672"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159841" y="4827212"/>
            <a:ext cx="238482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790327" y="4250949"/>
            <a:ext cx="238296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5790326" y="2209800"/>
            <a:ext cx="238296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5790226" y="4827210"/>
            <a:ext cx="2386119"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028279"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658283"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pPr>
              <a:defRPr/>
            </a:pPr>
            <a:endParaRPr lang="en-US" altLang="ja-JP"/>
          </a:p>
        </p:txBody>
      </p:sp>
      <p:sp>
        <p:nvSpPr>
          <p:cNvPr id="4" name="Footer Placeholder 4"/>
          <p:cNvSpPr>
            <a:spLocks noGrp="1"/>
          </p:cNvSpPr>
          <p:nvPr>
            <p:ph type="ftr" sz="quarter" idx="11"/>
          </p:nvPr>
        </p:nvSpPr>
        <p:spPr/>
        <p:txBody>
          <a:bodyPr/>
          <a:lstStyle/>
          <a:p>
            <a:pPr>
              <a:defRPr/>
            </a:pPr>
            <a:endParaRPr lang="en-US" altLang="ja-JP"/>
          </a:p>
        </p:txBody>
      </p:sp>
      <p:sp>
        <p:nvSpPr>
          <p:cNvPr id="6" name="Slide Number Placeholder 5"/>
          <p:cNvSpPr>
            <a:spLocks noGrp="1"/>
          </p:cNvSpPr>
          <p:nvPr>
            <p:ph type="sldNum" sz="quarter" idx="12"/>
          </p:nvPr>
        </p:nvSpPr>
        <p:spPr/>
        <p:txBody>
          <a:bodyPr/>
          <a:lstStyle/>
          <a:p>
            <a:fld id="{FC5812E2-CCA5-4B31-B2D5-0E11D652A750}" type="slidenum">
              <a:rPr lang="en-US" altLang="ja-JP" smtClean="0"/>
              <a:pPr/>
              <a:t>‹#›</a:t>
            </a:fld>
            <a:endParaRPr lang="en-US" altLang="ja-JP"/>
          </a:p>
        </p:txBody>
      </p:sp>
    </p:spTree>
    <p:extLst>
      <p:ext uri="{BB962C8B-B14F-4D97-AF65-F5344CB8AC3E}">
        <p14:creationId xmlns:p14="http://schemas.microsoft.com/office/powerpoint/2010/main" val="39238342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ltLang="ja-JP"/>
          </a:p>
        </p:txBody>
      </p:sp>
      <p:sp>
        <p:nvSpPr>
          <p:cNvPr id="5" name="Footer Placeholder 4"/>
          <p:cNvSpPr>
            <a:spLocks noGrp="1"/>
          </p:cNvSpPr>
          <p:nvPr>
            <p:ph type="ftr" sz="quarter" idx="11"/>
          </p:nvPr>
        </p:nvSpPr>
        <p:spPr/>
        <p:txBody>
          <a:bodyPr/>
          <a:lstStyle/>
          <a:p>
            <a:pPr>
              <a:defRPr/>
            </a:pPr>
            <a:endParaRPr lang="en-US" altLang="ja-JP"/>
          </a:p>
        </p:txBody>
      </p:sp>
      <p:sp>
        <p:nvSpPr>
          <p:cNvPr id="6" name="Slide Number Placeholder 5"/>
          <p:cNvSpPr>
            <a:spLocks noGrp="1"/>
          </p:cNvSpPr>
          <p:nvPr>
            <p:ph type="sldNum" sz="quarter" idx="12"/>
          </p:nvPr>
        </p:nvSpPr>
        <p:spPr/>
        <p:txBody>
          <a:bodyPr/>
          <a:lstStyle/>
          <a:p>
            <a:fld id="{D5649956-C614-477D-B719-8417A2206832}" type="slidenum">
              <a:rPr lang="en-US" altLang="ja-JP" smtClean="0"/>
              <a:pPr/>
              <a:t>‹#›</a:t>
            </a:fld>
            <a:endParaRPr lang="en-US" altLang="ja-JP"/>
          </a:p>
        </p:txBody>
      </p:sp>
    </p:spTree>
    <p:extLst>
      <p:ext uri="{BB962C8B-B14F-4D97-AF65-F5344CB8AC3E}">
        <p14:creationId xmlns:p14="http://schemas.microsoft.com/office/powerpoint/2010/main" val="425097712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8931" y="430215"/>
            <a:ext cx="1424359"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530264" y="773205"/>
            <a:ext cx="6032880" cy="54831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ltLang="ja-JP"/>
          </a:p>
        </p:txBody>
      </p:sp>
      <p:sp>
        <p:nvSpPr>
          <p:cNvPr id="5" name="Footer Placeholder 4"/>
          <p:cNvSpPr>
            <a:spLocks noGrp="1"/>
          </p:cNvSpPr>
          <p:nvPr>
            <p:ph type="ftr" sz="quarter" idx="11"/>
          </p:nvPr>
        </p:nvSpPr>
        <p:spPr/>
        <p:txBody>
          <a:bodyPr/>
          <a:lstStyle/>
          <a:p>
            <a:pPr>
              <a:defRPr/>
            </a:pPr>
            <a:endParaRPr lang="en-US" altLang="ja-JP"/>
          </a:p>
        </p:txBody>
      </p:sp>
      <p:sp>
        <p:nvSpPr>
          <p:cNvPr id="6" name="Slide Number Placeholder 5"/>
          <p:cNvSpPr>
            <a:spLocks noGrp="1"/>
          </p:cNvSpPr>
          <p:nvPr>
            <p:ph type="sldNum" sz="quarter" idx="12"/>
          </p:nvPr>
        </p:nvSpPr>
        <p:spPr/>
        <p:txBody>
          <a:bodyPr/>
          <a:lstStyle/>
          <a:p>
            <a:fld id="{9F5B39CD-E404-4F82-880A-9AF2F91DB244}" type="slidenum">
              <a:rPr lang="en-US" altLang="ja-JP" smtClean="0"/>
              <a:pPr/>
              <a:t>‹#›</a:t>
            </a:fld>
            <a:endParaRPr lang="en-US" altLang="ja-JP"/>
          </a:p>
        </p:txBody>
      </p:sp>
    </p:spTree>
    <p:extLst>
      <p:ext uri="{BB962C8B-B14F-4D97-AF65-F5344CB8AC3E}">
        <p14:creationId xmlns:p14="http://schemas.microsoft.com/office/powerpoint/2010/main" val="10045221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Oval 21"/>
          <p:cNvSpPr/>
          <p:nvPr/>
        </p:nvSpPr>
        <p:spPr>
          <a:xfrm>
            <a:off x="6824385" y="1676400"/>
            <a:ext cx="305435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6163985" y="-457200"/>
            <a:ext cx="1733550" cy="1600200"/>
          </a:xfrm>
          <a:prstGeom prst="ellipse">
            <a:avLst/>
          </a:prstGeom>
          <a:gradFill flip="none" rotWithShape="1">
            <a:gsLst>
              <a:gs pos="0">
                <a:schemeClr val="bg2">
                  <a:lumMod val="60000"/>
                  <a:lumOff val="40000"/>
                  <a:alpha val="14000"/>
                </a:schemeClr>
              </a:gs>
              <a:gs pos="73000">
                <a:schemeClr val="bg2">
                  <a:lumMod val="60000"/>
                  <a:lumOff val="40000"/>
                  <a:alpha val="0"/>
                </a:schemeClr>
              </a:gs>
              <a:gs pos="36000">
                <a:schemeClr val="bg2">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6824385" y="6096000"/>
            <a:ext cx="1073150" cy="990600"/>
          </a:xfrm>
          <a:prstGeom prst="ellipse">
            <a:avLst/>
          </a:prstGeom>
          <a:gradFill flip="none" rotWithShape="1">
            <a:gsLst>
              <a:gs pos="0">
                <a:schemeClr val="bg2">
                  <a:lumMod val="60000"/>
                  <a:lumOff val="40000"/>
                  <a:alpha val="9000"/>
                </a:schemeClr>
              </a:gs>
              <a:gs pos="66000">
                <a:schemeClr val="bg2">
                  <a:lumMod val="60000"/>
                  <a:lumOff val="40000"/>
                  <a:alpha val="0"/>
                </a:schemeClr>
              </a:gs>
              <a:gs pos="36000">
                <a:schemeClr val="bg2">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66820" y="2667000"/>
            <a:ext cx="4540250" cy="4191000"/>
          </a:xfrm>
          <a:prstGeom prst="ellipse">
            <a:avLst/>
          </a:prstGeom>
          <a:gradFill flip="none" rotWithShape="1">
            <a:gsLst>
              <a:gs pos="0">
                <a:schemeClr val="bg2">
                  <a:lumMod val="60000"/>
                  <a:lumOff val="40000"/>
                  <a:alpha val="11000"/>
                </a:schemeClr>
              </a:gs>
              <a:gs pos="75000">
                <a:schemeClr val="bg2">
                  <a:lumMod val="60000"/>
                  <a:lumOff val="40000"/>
                  <a:alpha val="0"/>
                </a:schemeClr>
              </a:gs>
              <a:gs pos="36000">
                <a:schemeClr val="bg2">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909770" y="2895600"/>
            <a:ext cx="2559050" cy="2362200"/>
          </a:xfrm>
          <a:prstGeom prst="ellipse">
            <a:avLst/>
          </a:prstGeom>
          <a:gradFill flip="none" rotWithShape="1">
            <a:gsLst>
              <a:gs pos="0">
                <a:schemeClr val="bg2">
                  <a:lumMod val="60000"/>
                  <a:lumOff val="40000"/>
                  <a:alpha val="8000"/>
                </a:schemeClr>
              </a:gs>
              <a:gs pos="72000">
                <a:schemeClr val="bg2">
                  <a:lumMod val="60000"/>
                  <a:lumOff val="40000"/>
                  <a:alpha val="0"/>
                </a:schemeClr>
              </a:gs>
              <a:gs pos="36000">
                <a:schemeClr val="bg2">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8391114" y="0"/>
            <a:ext cx="74295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525103" y="452718"/>
            <a:ext cx="7643328"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896675" y="2052925"/>
            <a:ext cx="7270959"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8160847" y="1819244"/>
            <a:ext cx="990599" cy="247714"/>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pPr>
              <a:defRPr/>
            </a:pPr>
            <a:endParaRPr lang="en-US" altLang="ja-JP"/>
          </a:p>
        </p:txBody>
      </p:sp>
      <p:sp>
        <p:nvSpPr>
          <p:cNvPr id="5" name="Footer Placeholder 4"/>
          <p:cNvSpPr>
            <a:spLocks noGrp="1"/>
          </p:cNvSpPr>
          <p:nvPr>
            <p:ph type="ftr" sz="quarter" idx="3"/>
          </p:nvPr>
        </p:nvSpPr>
        <p:spPr>
          <a:xfrm rot="5400000">
            <a:off x="6913605" y="3253844"/>
            <a:ext cx="3859795" cy="247715"/>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pPr>
              <a:defRPr/>
            </a:pPr>
            <a:endParaRPr lang="en-US" altLang="ja-JP"/>
          </a:p>
        </p:txBody>
      </p:sp>
      <p:sp>
        <p:nvSpPr>
          <p:cNvPr id="6" name="Slide Number Placeholder 5"/>
          <p:cNvSpPr>
            <a:spLocks noGrp="1"/>
          </p:cNvSpPr>
          <p:nvPr>
            <p:ph type="sldNum" sz="quarter" idx="4"/>
          </p:nvPr>
        </p:nvSpPr>
        <p:spPr bwMode="gray">
          <a:xfrm>
            <a:off x="8413634" y="295737"/>
            <a:ext cx="681214" cy="767687"/>
          </a:xfrm>
          <a:prstGeom prst="rect">
            <a:avLst/>
          </a:prstGeom>
        </p:spPr>
        <p:txBody>
          <a:bodyPr vert="horz" lIns="91440" tIns="45720" rIns="91440" bIns="45720" rtlCol="0" anchor="b"/>
          <a:lstStyle>
            <a:lvl1pPr algn="ctr">
              <a:defRPr sz="2801" b="0" i="0">
                <a:solidFill>
                  <a:schemeClr val="tx1">
                    <a:tint val="75000"/>
                  </a:schemeClr>
                </a:solidFill>
              </a:defRPr>
            </a:lvl1pPr>
          </a:lstStyle>
          <a:p>
            <a:fld id="{FC5812E2-CCA5-4B31-B2D5-0E11D652A750}" type="slidenum">
              <a:rPr lang="en-US" altLang="ja-JP" smtClean="0"/>
              <a:pPr/>
              <a:t>‹#›</a:t>
            </a:fld>
            <a:endParaRPr lang="en-US" altLang="ja-JP"/>
          </a:p>
        </p:txBody>
      </p:sp>
    </p:spTree>
    <p:extLst>
      <p:ext uri="{BB962C8B-B14F-4D97-AF65-F5344CB8AC3E}">
        <p14:creationId xmlns:p14="http://schemas.microsoft.com/office/powerpoint/2010/main" val="1060383438"/>
      </p:ext>
    </p:extLst>
  </p:cSld>
  <p:clrMap bg1="dk1" tx1="lt1" bg2="dk2" tx2="lt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 id="2147483709" r:id="rId12"/>
    <p:sldLayoutId id="2147483710" r:id="rId13"/>
    <p:sldLayoutId id="2147483711" r:id="rId14"/>
    <p:sldLayoutId id="2147483712" r:id="rId15"/>
    <p:sldLayoutId id="2147483713" r:id="rId16"/>
    <p:sldLayoutId id="2147483714" r:id="rId17"/>
  </p:sldLayoutIdLst>
  <p:txStyles>
    <p:titleStyle>
      <a:lvl1pPr algn="l" defTabSz="457207"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6" indent="-342906" algn="l" defTabSz="457207"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62" indent="-285755" algn="l" defTabSz="457207"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20"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2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3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14642"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49"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5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6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7" rtl="0" eaLnBrk="1" latinLnBrk="0" hangingPunct="1">
        <a:defRPr sz="1800" kern="1200">
          <a:solidFill>
            <a:schemeClr val="tx1"/>
          </a:solidFill>
          <a:latin typeface="+mn-lt"/>
          <a:ea typeface="+mn-ea"/>
          <a:cs typeface="+mn-cs"/>
        </a:defRPr>
      </a:lvl1pPr>
      <a:lvl2pPr marL="457207" algn="l" defTabSz="457207" rtl="0" eaLnBrk="1" latinLnBrk="0" hangingPunct="1">
        <a:defRPr sz="1800" kern="1200">
          <a:solidFill>
            <a:schemeClr val="tx1"/>
          </a:solidFill>
          <a:latin typeface="+mn-lt"/>
          <a:ea typeface="+mn-ea"/>
          <a:cs typeface="+mn-cs"/>
        </a:defRPr>
      </a:lvl2pPr>
      <a:lvl3pPr marL="914415" algn="l" defTabSz="457207" rtl="0" eaLnBrk="1" latinLnBrk="0" hangingPunct="1">
        <a:defRPr sz="1800" kern="1200">
          <a:solidFill>
            <a:schemeClr val="tx1"/>
          </a:solidFill>
          <a:latin typeface="+mn-lt"/>
          <a:ea typeface="+mn-ea"/>
          <a:cs typeface="+mn-cs"/>
        </a:defRPr>
      </a:lvl3pPr>
      <a:lvl4pPr marL="1371622" algn="l" defTabSz="457207" rtl="0" eaLnBrk="1" latinLnBrk="0" hangingPunct="1">
        <a:defRPr sz="1800" kern="1200">
          <a:solidFill>
            <a:schemeClr val="tx1"/>
          </a:solidFill>
          <a:latin typeface="+mn-lt"/>
          <a:ea typeface="+mn-ea"/>
          <a:cs typeface="+mn-cs"/>
        </a:defRPr>
      </a:lvl4pPr>
      <a:lvl5pPr marL="1828831" algn="l" defTabSz="457207" rtl="0" eaLnBrk="1" latinLnBrk="0" hangingPunct="1">
        <a:defRPr sz="1800" kern="1200">
          <a:solidFill>
            <a:schemeClr val="tx1"/>
          </a:solidFill>
          <a:latin typeface="+mn-lt"/>
          <a:ea typeface="+mn-ea"/>
          <a:cs typeface="+mn-cs"/>
        </a:defRPr>
      </a:lvl5pPr>
      <a:lvl6pPr marL="2286038" algn="l" defTabSz="457207" rtl="0" eaLnBrk="1" latinLnBrk="0" hangingPunct="1">
        <a:defRPr sz="1800" kern="1200">
          <a:solidFill>
            <a:schemeClr val="tx1"/>
          </a:solidFill>
          <a:latin typeface="+mn-lt"/>
          <a:ea typeface="+mn-ea"/>
          <a:cs typeface="+mn-cs"/>
        </a:defRPr>
      </a:lvl6pPr>
      <a:lvl7pPr marL="2743246" algn="l" defTabSz="457207" rtl="0" eaLnBrk="1" latinLnBrk="0" hangingPunct="1">
        <a:defRPr sz="1800" kern="1200">
          <a:solidFill>
            <a:schemeClr val="tx1"/>
          </a:solidFill>
          <a:latin typeface="+mn-lt"/>
          <a:ea typeface="+mn-ea"/>
          <a:cs typeface="+mn-cs"/>
        </a:defRPr>
      </a:lvl7pPr>
      <a:lvl8pPr marL="3200453" algn="l" defTabSz="457207" rtl="0" eaLnBrk="1" latinLnBrk="0" hangingPunct="1">
        <a:defRPr sz="1800" kern="1200">
          <a:solidFill>
            <a:schemeClr val="tx1"/>
          </a:solidFill>
          <a:latin typeface="+mn-lt"/>
          <a:ea typeface="+mn-ea"/>
          <a:cs typeface="+mn-cs"/>
        </a:defRPr>
      </a:lvl8pPr>
      <a:lvl9pPr marL="3657661" algn="l" defTabSz="45720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oleObject" Target="../embeddings/oleObject1.bin"/><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oleObject" Target="../embeddings/oleObject3.bin"/><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WordArt 14"/>
          <p:cNvSpPr>
            <a:spLocks noChangeArrowheads="1" noChangeShapeType="1" noTextEdit="1"/>
          </p:cNvSpPr>
          <p:nvPr/>
        </p:nvSpPr>
        <p:spPr bwMode="auto">
          <a:xfrm>
            <a:off x="992560" y="2636912"/>
            <a:ext cx="8610600" cy="1295400"/>
          </a:xfrm>
          <a:prstGeom prst="rect">
            <a:avLst/>
          </a:prstGeom>
        </p:spPr>
        <p:txBody>
          <a:bodyPr wrap="none" fromWordArt="1">
            <a:prstTxWarp prst="textPlain">
              <a:avLst>
                <a:gd name="adj" fmla="val 50000"/>
              </a:avLst>
            </a:prstTxWarp>
          </a:bodyPr>
          <a:lstStyle/>
          <a:p>
            <a:pPr algn="ctr"/>
            <a:r>
              <a:rPr lang="ms-MY" sz="3600" kern="10" dirty="0">
                <a:ln w="254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4997"/>
                    </a:srgbClr>
                  </a:outerShdw>
                </a:effectLst>
                <a:latin typeface="HG創英角ｺﾞｼｯｸUB"/>
              </a:rPr>
              <a:t>KAIZEN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 Number Placeholder 3"/>
          <p:cNvSpPr>
            <a:spLocks noGrp="1"/>
          </p:cNvSpPr>
          <p:nvPr>
            <p:ph type="sldNum" sz="quarter" idx="12"/>
          </p:nvPr>
        </p:nvSpPr>
        <p:spPr/>
        <p:txBody>
          <a:bodyPr/>
          <a:lstStyle/>
          <a:p>
            <a:fld id="{EFBECED3-F99F-4677-BDA4-5F67D5A1516A}" type="slidenum">
              <a:rPr lang="en-US" altLang="ja-JP"/>
              <a:pPr/>
              <a:t>2</a:t>
            </a:fld>
            <a:endParaRPr lang="en-US" altLang="ja-JP"/>
          </a:p>
        </p:txBody>
      </p:sp>
      <p:sp>
        <p:nvSpPr>
          <p:cNvPr id="112642" name="Rectangle 2"/>
          <p:cNvSpPr>
            <a:spLocks noGrp="1" noChangeArrowheads="1"/>
          </p:cNvSpPr>
          <p:nvPr>
            <p:ph type="title" idx="4294967295"/>
          </p:nvPr>
        </p:nvSpPr>
        <p:spPr>
          <a:xfrm>
            <a:off x="685800" y="0"/>
            <a:ext cx="7772400" cy="1143000"/>
          </a:xfrm>
        </p:spPr>
        <p:txBody>
          <a:bodyPr/>
          <a:lstStyle/>
          <a:p>
            <a:r>
              <a:rPr lang="en-US" altLang="ja-JP" sz="3600" b="1" u="sng">
                <a:solidFill>
                  <a:srgbClr val="FF0000"/>
                </a:solidFill>
                <a:effectLst>
                  <a:outerShdw blurRad="38100" dist="38100" dir="2700000" algn="tl">
                    <a:srgbClr val="C0C0C0"/>
                  </a:outerShdw>
                </a:effectLst>
                <a:ea typeface="MS Mincho" panose="02020609040205080304" pitchFamily="49" charset="-128"/>
              </a:rPr>
              <a:t>Goals of Corporations</a:t>
            </a:r>
            <a:r>
              <a:rPr lang="en-US" altLang="ja-JP" sz="3600">
                <a:solidFill>
                  <a:srgbClr val="FF0000"/>
                </a:solidFill>
                <a:effectLst>
                  <a:outerShdw blurRad="38100" dist="38100" dir="2700000" algn="tl">
                    <a:srgbClr val="C0C0C0"/>
                  </a:outerShdw>
                </a:effectLst>
              </a:rPr>
              <a:t> </a:t>
            </a:r>
          </a:p>
        </p:txBody>
      </p:sp>
      <p:grpSp>
        <p:nvGrpSpPr>
          <p:cNvPr id="112655" name="Group 15"/>
          <p:cNvGrpSpPr>
            <a:grpSpLocks/>
          </p:cNvGrpSpPr>
          <p:nvPr/>
        </p:nvGrpSpPr>
        <p:grpSpPr bwMode="auto">
          <a:xfrm>
            <a:off x="835026" y="685800"/>
            <a:ext cx="8461375" cy="5638800"/>
            <a:chOff x="286" y="432"/>
            <a:chExt cx="5330" cy="3552"/>
          </a:xfrm>
        </p:grpSpPr>
        <p:sp>
          <p:nvSpPr>
            <p:cNvPr id="112643" name="Text Box 3"/>
            <p:cNvSpPr txBox="1">
              <a:spLocks noChangeArrowheads="1"/>
            </p:cNvSpPr>
            <p:nvPr/>
          </p:nvSpPr>
          <p:spPr bwMode="auto">
            <a:xfrm>
              <a:off x="1486" y="1361"/>
              <a:ext cx="2936"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lang="en-US" altLang="ja-JP"/>
                <a:t>Carrying Out a Social Mission</a:t>
              </a:r>
            </a:p>
          </p:txBody>
        </p:sp>
        <p:sp>
          <p:nvSpPr>
            <p:cNvPr id="112644" name="Text Box 4"/>
            <p:cNvSpPr txBox="1">
              <a:spLocks noChangeArrowheads="1"/>
            </p:cNvSpPr>
            <p:nvPr/>
          </p:nvSpPr>
          <p:spPr bwMode="auto">
            <a:xfrm>
              <a:off x="286" y="2484"/>
              <a:ext cx="1647"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lang="en-US" altLang="ja-JP"/>
                <a:t>Pursuing Profits</a:t>
              </a:r>
            </a:p>
          </p:txBody>
        </p:sp>
        <p:sp>
          <p:nvSpPr>
            <p:cNvPr id="112645" name="Text Box 5"/>
            <p:cNvSpPr txBox="1">
              <a:spLocks noChangeArrowheads="1"/>
            </p:cNvSpPr>
            <p:nvPr/>
          </p:nvSpPr>
          <p:spPr bwMode="auto">
            <a:xfrm>
              <a:off x="3261" y="2495"/>
              <a:ext cx="2353"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lang="en-US" altLang="ja-JP"/>
                <a:t>Sustaining Permanently</a:t>
              </a:r>
            </a:p>
          </p:txBody>
        </p:sp>
        <p:grpSp>
          <p:nvGrpSpPr>
            <p:cNvPr id="112652" name="Group 12"/>
            <p:cNvGrpSpPr>
              <a:grpSpLocks/>
            </p:cNvGrpSpPr>
            <p:nvPr/>
          </p:nvGrpSpPr>
          <p:grpSpPr bwMode="auto">
            <a:xfrm>
              <a:off x="1918" y="1776"/>
              <a:ext cx="1440" cy="864"/>
              <a:chOff x="1920" y="1680"/>
              <a:chExt cx="1440" cy="864"/>
            </a:xfrm>
          </p:grpSpPr>
          <p:sp>
            <p:nvSpPr>
              <p:cNvPr id="112646" name="Line 6"/>
              <p:cNvSpPr>
                <a:spLocks noChangeShapeType="1"/>
              </p:cNvSpPr>
              <p:nvPr/>
            </p:nvSpPr>
            <p:spPr bwMode="auto">
              <a:xfrm flipV="1">
                <a:off x="1920" y="1680"/>
                <a:ext cx="576" cy="624"/>
              </a:xfrm>
              <a:prstGeom prst="line">
                <a:avLst/>
              </a:prstGeom>
              <a:noFill/>
              <a:ln w="57150">
                <a:solidFill>
                  <a:schemeClr val="tx1"/>
                </a:solidFill>
                <a:round/>
                <a:headEnd type="triangle" w="lg" len="lg"/>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ms-MY"/>
              </a:p>
            </p:txBody>
          </p:sp>
          <p:sp>
            <p:nvSpPr>
              <p:cNvPr id="112647" name="Line 7"/>
              <p:cNvSpPr>
                <a:spLocks noChangeShapeType="1"/>
              </p:cNvSpPr>
              <p:nvPr/>
            </p:nvSpPr>
            <p:spPr bwMode="auto">
              <a:xfrm flipH="1" flipV="1">
                <a:off x="2832" y="1728"/>
                <a:ext cx="528" cy="576"/>
              </a:xfrm>
              <a:prstGeom prst="line">
                <a:avLst/>
              </a:prstGeom>
              <a:noFill/>
              <a:ln w="57150">
                <a:solidFill>
                  <a:schemeClr val="tx1"/>
                </a:solidFill>
                <a:round/>
                <a:headEnd type="triangle" w="lg" len="lg"/>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ms-MY"/>
              </a:p>
            </p:txBody>
          </p:sp>
          <p:sp>
            <p:nvSpPr>
              <p:cNvPr id="112648" name="Line 8"/>
              <p:cNvSpPr>
                <a:spLocks noChangeShapeType="1"/>
              </p:cNvSpPr>
              <p:nvPr/>
            </p:nvSpPr>
            <p:spPr bwMode="auto">
              <a:xfrm flipV="1">
                <a:off x="2112" y="2544"/>
                <a:ext cx="1056" cy="0"/>
              </a:xfrm>
              <a:prstGeom prst="line">
                <a:avLst/>
              </a:prstGeom>
              <a:noFill/>
              <a:ln w="57150">
                <a:solidFill>
                  <a:schemeClr val="tx1"/>
                </a:solidFill>
                <a:round/>
                <a:headEnd type="triangle" w="lg" len="lg"/>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ms-MY"/>
              </a:p>
            </p:txBody>
          </p:sp>
        </p:grpSp>
        <p:sp>
          <p:nvSpPr>
            <p:cNvPr id="112649" name="AutoShape 9"/>
            <p:cNvSpPr>
              <a:spLocks noChangeArrowheads="1"/>
            </p:cNvSpPr>
            <p:nvPr/>
          </p:nvSpPr>
          <p:spPr bwMode="auto">
            <a:xfrm>
              <a:off x="4224" y="432"/>
              <a:ext cx="1392" cy="1008"/>
            </a:xfrm>
            <a:prstGeom prst="wedgeRoundRectCallout">
              <a:avLst>
                <a:gd name="adj1" fmla="val -126079"/>
                <a:gd name="adj2" fmla="val 35815"/>
                <a:gd name="adj3" fmla="val 16667"/>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altLang="ja-JP" sz="2400"/>
                <a:t>Offer quality products reasonably at the right time</a:t>
              </a:r>
            </a:p>
          </p:txBody>
        </p:sp>
        <p:sp>
          <p:nvSpPr>
            <p:cNvPr id="112650" name="AutoShape 10"/>
            <p:cNvSpPr>
              <a:spLocks noChangeArrowheads="1"/>
            </p:cNvSpPr>
            <p:nvPr/>
          </p:nvSpPr>
          <p:spPr bwMode="auto">
            <a:xfrm>
              <a:off x="670" y="3168"/>
              <a:ext cx="1440" cy="816"/>
            </a:xfrm>
            <a:prstGeom prst="wedgeRoundRectCallout">
              <a:avLst>
                <a:gd name="adj1" fmla="val -7431"/>
                <a:gd name="adj2" fmla="val -93995"/>
                <a:gd name="adj3" fmla="val 16667"/>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altLang="ja-JP" sz="2400"/>
                <a:t>Business management is a prerequisite</a:t>
              </a:r>
              <a:r>
                <a:rPr lang="en-US" altLang="ja-JP" sz="2400">
                  <a:latin typeface="MS PGothic" panose="020B0600070205080204" pitchFamily="34" charset="-128"/>
                </a:rPr>
                <a:t> </a:t>
              </a:r>
            </a:p>
          </p:txBody>
        </p:sp>
        <p:sp>
          <p:nvSpPr>
            <p:cNvPr id="112651" name="AutoShape 11"/>
            <p:cNvSpPr>
              <a:spLocks noChangeArrowheads="1"/>
            </p:cNvSpPr>
            <p:nvPr/>
          </p:nvSpPr>
          <p:spPr bwMode="auto">
            <a:xfrm>
              <a:off x="3310" y="3168"/>
              <a:ext cx="1536" cy="816"/>
            </a:xfrm>
            <a:prstGeom prst="wedgeRoundRectCallout">
              <a:avLst>
                <a:gd name="adj1" fmla="val -12500"/>
                <a:gd name="adj2" fmla="val -88481"/>
                <a:gd name="adj3" fmla="val 16667"/>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0"/>
                </a:spcBef>
              </a:pPr>
              <a:r>
                <a:rPr lang="en-US" altLang="ja-JP" sz="2400"/>
                <a:t>Improve </a:t>
              </a:r>
            </a:p>
            <a:p>
              <a:pPr>
                <a:spcBef>
                  <a:spcPct val="0"/>
                </a:spcBef>
              </a:pPr>
              <a:r>
                <a:rPr lang="en-US" altLang="ja-JP" sz="2400"/>
                <a:t>employee’s</a:t>
              </a:r>
            </a:p>
            <a:p>
              <a:pPr>
                <a:spcBef>
                  <a:spcPct val="0"/>
                </a:spcBef>
              </a:pPr>
              <a:r>
                <a:rPr lang="en-US" altLang="ja-JP" sz="2400"/>
                <a:t>living</a:t>
              </a:r>
            </a:p>
          </p:txBody>
        </p:sp>
      </p:grpSp>
    </p:spTree>
    <p:extLst>
      <p:ext uri="{BB962C8B-B14F-4D97-AF65-F5344CB8AC3E}">
        <p14:creationId xmlns:p14="http://schemas.microsoft.com/office/powerpoint/2010/main" val="190006760"/>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12655"/>
                                        </p:tgtEl>
                                        <p:attrNameLst>
                                          <p:attrName>style.visibility</p:attrName>
                                        </p:attrNameLst>
                                      </p:cBhvr>
                                      <p:to>
                                        <p:strVal val="visible"/>
                                      </p:to>
                                    </p:set>
                                    <p:anim calcmode="lin" valueType="num">
                                      <p:cBhvr additive="base">
                                        <p:cTn id="7" dur="500" fill="hold"/>
                                        <p:tgtEl>
                                          <p:spTgt spid="112655"/>
                                        </p:tgtEl>
                                        <p:attrNameLst>
                                          <p:attrName>ppt_x</p:attrName>
                                        </p:attrNameLst>
                                      </p:cBhvr>
                                      <p:tavLst>
                                        <p:tav tm="0">
                                          <p:val>
                                            <p:strVal val="#ppt_x"/>
                                          </p:val>
                                        </p:tav>
                                        <p:tav tm="100000">
                                          <p:val>
                                            <p:strVal val="#ppt_x"/>
                                          </p:val>
                                        </p:tav>
                                      </p:tavLst>
                                    </p:anim>
                                    <p:anim calcmode="lin" valueType="num">
                                      <p:cBhvr additive="base">
                                        <p:cTn id="8" dur="500" fill="hold"/>
                                        <p:tgtEl>
                                          <p:spTgt spid="11265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lide Number Placeholder 3"/>
          <p:cNvSpPr>
            <a:spLocks noGrp="1"/>
          </p:cNvSpPr>
          <p:nvPr>
            <p:ph type="sldNum" sz="quarter" idx="12"/>
          </p:nvPr>
        </p:nvSpPr>
        <p:spPr/>
        <p:txBody>
          <a:bodyPr/>
          <a:lstStyle/>
          <a:p>
            <a:fld id="{CCFAF1A3-1E55-4B9D-807B-41FA37BB6242}" type="slidenum">
              <a:rPr lang="en-US" altLang="ja-JP"/>
              <a:pPr/>
              <a:t>3</a:t>
            </a:fld>
            <a:endParaRPr lang="en-US" altLang="ja-JP"/>
          </a:p>
        </p:txBody>
      </p:sp>
      <p:sp>
        <p:nvSpPr>
          <p:cNvPr id="800771" name="Line 3"/>
          <p:cNvSpPr>
            <a:spLocks noChangeShapeType="1"/>
          </p:cNvSpPr>
          <p:nvPr/>
        </p:nvSpPr>
        <p:spPr bwMode="auto">
          <a:xfrm>
            <a:off x="2438400" y="4868863"/>
            <a:ext cx="510540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ms-MY"/>
          </a:p>
        </p:txBody>
      </p:sp>
      <p:sp>
        <p:nvSpPr>
          <p:cNvPr id="800774" name="Rectangle 6"/>
          <p:cNvSpPr>
            <a:spLocks noChangeArrowheads="1"/>
          </p:cNvSpPr>
          <p:nvPr/>
        </p:nvSpPr>
        <p:spPr bwMode="auto">
          <a:xfrm>
            <a:off x="2576514" y="3068638"/>
            <a:ext cx="20161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1pPr>
            <a:lvl2pPr marL="5715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2pPr>
            <a:lvl3pPr marL="11430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3pPr>
            <a:lvl4pPr marL="17145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4pPr>
            <a:lvl5pPr marL="22860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9pPr>
          </a:lstStyle>
          <a:p>
            <a:pPr>
              <a:spcBef>
                <a:spcPct val="50000"/>
              </a:spcBef>
            </a:pPr>
            <a:r>
              <a:rPr lang="ja-JP" altLang="en-US" sz="1600"/>
              <a:t>（</a:t>
            </a:r>
            <a:r>
              <a:rPr lang="en-US" altLang="ja-JP" sz="1600"/>
              <a:t>market prices</a:t>
            </a:r>
            <a:r>
              <a:rPr lang="ja-JP" altLang="en-US" sz="1600"/>
              <a:t>）</a:t>
            </a:r>
          </a:p>
        </p:txBody>
      </p:sp>
      <p:sp>
        <p:nvSpPr>
          <p:cNvPr id="800770" name="Rectangle 2"/>
          <p:cNvSpPr>
            <a:spLocks noChangeArrowheads="1"/>
          </p:cNvSpPr>
          <p:nvPr/>
        </p:nvSpPr>
        <p:spPr bwMode="auto">
          <a:xfrm>
            <a:off x="1981201" y="1112838"/>
            <a:ext cx="58515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1pPr>
            <a:lvl2pPr marL="5715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2pPr>
            <a:lvl3pPr marL="11430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3pPr>
            <a:lvl4pPr marL="17145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4pPr>
            <a:lvl5pPr marL="22860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9pPr>
          </a:lstStyle>
          <a:p>
            <a:pPr>
              <a:spcBef>
                <a:spcPct val="50000"/>
              </a:spcBef>
            </a:pPr>
            <a:r>
              <a:rPr lang="en-US" altLang="ja-JP" sz="2800"/>
              <a:t>Profits</a:t>
            </a:r>
            <a:r>
              <a:rPr lang="ja-JP" altLang="en-US" sz="2800"/>
              <a:t>＝（</a:t>
            </a:r>
            <a:r>
              <a:rPr lang="en-US" altLang="ja-JP" sz="2800"/>
              <a:t>Retail price</a:t>
            </a:r>
            <a:r>
              <a:rPr lang="ja-JP" altLang="en-US" sz="2800"/>
              <a:t>ー</a:t>
            </a:r>
            <a:r>
              <a:rPr lang="en-US" altLang="ja-JP" sz="2800"/>
              <a:t>costs) sales</a:t>
            </a:r>
          </a:p>
        </p:txBody>
      </p:sp>
      <p:sp>
        <p:nvSpPr>
          <p:cNvPr id="800772" name="Rectangle 4"/>
          <p:cNvSpPr>
            <a:spLocks noChangeArrowheads="1"/>
          </p:cNvSpPr>
          <p:nvPr/>
        </p:nvSpPr>
        <p:spPr bwMode="auto">
          <a:xfrm>
            <a:off x="2825750" y="3517900"/>
            <a:ext cx="901700" cy="528638"/>
          </a:xfrm>
          <a:prstGeom prst="rect">
            <a:avLst/>
          </a:prstGeom>
          <a:solidFill>
            <a:srgbClr val="99CC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ct val="0"/>
              </a:spcBef>
            </a:pPr>
            <a:r>
              <a:rPr lang="en-US" altLang="ja-JP" sz="1600"/>
              <a:t> Profit</a:t>
            </a:r>
          </a:p>
        </p:txBody>
      </p:sp>
      <p:sp>
        <p:nvSpPr>
          <p:cNvPr id="800773" name="Rectangle 5"/>
          <p:cNvSpPr>
            <a:spLocks noChangeArrowheads="1"/>
          </p:cNvSpPr>
          <p:nvPr/>
        </p:nvSpPr>
        <p:spPr bwMode="auto">
          <a:xfrm>
            <a:off x="2825750" y="4043363"/>
            <a:ext cx="901700" cy="825500"/>
          </a:xfrm>
          <a:prstGeom prst="rect">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ct val="0"/>
              </a:spcBef>
            </a:pPr>
            <a:r>
              <a:rPr lang="en-US" altLang="ja-JP" sz="2400"/>
              <a:t>costs</a:t>
            </a:r>
          </a:p>
        </p:txBody>
      </p:sp>
      <p:sp>
        <p:nvSpPr>
          <p:cNvPr id="800775" name="AutoShape 7"/>
          <p:cNvSpPr>
            <a:spLocks noChangeArrowheads="1"/>
          </p:cNvSpPr>
          <p:nvPr/>
        </p:nvSpPr>
        <p:spPr bwMode="auto">
          <a:xfrm flipH="1">
            <a:off x="560389" y="2924176"/>
            <a:ext cx="2232025" cy="804333"/>
          </a:xfrm>
          <a:prstGeom prst="wedgeRoundRectCallout">
            <a:avLst>
              <a:gd name="adj1" fmla="val -50000"/>
              <a:gd name="adj2" fmla="val 66667"/>
              <a:gd name="adj3" fmla="val 16667"/>
            </a:avLst>
          </a:prstGeom>
          <a:solidFill>
            <a:srgbClr val="99CC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1pPr>
            <a:lvl2pPr marL="5715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2pPr>
            <a:lvl3pPr marL="11430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3pPr>
            <a:lvl4pPr marL="17145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4pPr>
            <a:lvl5pPr marL="22860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9pPr>
          </a:lstStyle>
          <a:p>
            <a:pPr algn="ctr"/>
            <a:r>
              <a:rPr lang="en-US" altLang="ja-JP" sz="2000"/>
              <a:t>How to increase</a:t>
            </a:r>
          </a:p>
          <a:p>
            <a:pPr algn="ctr"/>
            <a:r>
              <a:rPr lang="en-US" altLang="ja-JP" sz="2000"/>
              <a:t>Profits. </a:t>
            </a:r>
          </a:p>
        </p:txBody>
      </p:sp>
      <p:sp>
        <p:nvSpPr>
          <p:cNvPr id="800776" name="Rectangle 8"/>
          <p:cNvSpPr>
            <a:spLocks noGrp="1" noChangeArrowheads="1"/>
          </p:cNvSpPr>
          <p:nvPr>
            <p:ph type="title" idx="4294967295"/>
          </p:nvPr>
        </p:nvSpPr>
        <p:spPr>
          <a:xfrm>
            <a:off x="1066800" y="0"/>
            <a:ext cx="7772400" cy="990600"/>
          </a:xfrm>
        </p:spPr>
        <p:txBody>
          <a:bodyPr/>
          <a:lstStyle/>
          <a:p>
            <a:r>
              <a:rPr lang="en-US" altLang="ja-JP" sz="3600" u="sng">
                <a:solidFill>
                  <a:srgbClr val="FF0000"/>
                </a:solidFill>
                <a:effectLst>
                  <a:outerShdw blurRad="38100" dist="38100" dir="2700000" algn="tl">
                    <a:srgbClr val="C0C0C0"/>
                  </a:outerShdw>
                </a:effectLst>
              </a:rPr>
              <a:t>Retail Price and Costs</a:t>
            </a:r>
          </a:p>
        </p:txBody>
      </p:sp>
      <p:grpSp>
        <p:nvGrpSpPr>
          <p:cNvPr id="800821" name="Group 53"/>
          <p:cNvGrpSpPr>
            <a:grpSpLocks/>
          </p:cNvGrpSpPr>
          <p:nvPr/>
        </p:nvGrpSpPr>
        <p:grpSpPr bwMode="auto">
          <a:xfrm>
            <a:off x="1928814" y="1973264"/>
            <a:ext cx="7596187" cy="4264025"/>
            <a:chOff x="975" y="1243"/>
            <a:chExt cx="4785" cy="2686"/>
          </a:xfrm>
        </p:grpSpPr>
        <p:sp>
          <p:nvSpPr>
            <p:cNvPr id="800782" name="Line 14"/>
            <p:cNvSpPr>
              <a:spLocks noChangeShapeType="1"/>
            </p:cNvSpPr>
            <p:nvPr/>
          </p:nvSpPr>
          <p:spPr bwMode="auto">
            <a:xfrm flipV="1">
              <a:off x="2109" y="1933"/>
              <a:ext cx="544" cy="283"/>
            </a:xfrm>
            <a:prstGeom prst="line">
              <a:avLst/>
            </a:prstGeom>
            <a:noFill/>
            <a:ln w="12700">
              <a:solidFill>
                <a:schemeClr val="tx1"/>
              </a:solidFill>
              <a:prstDash val="dash"/>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ms-MY"/>
            </a:p>
          </p:txBody>
        </p:sp>
        <p:sp useBgFill="1">
          <p:nvSpPr>
            <p:cNvPr id="800783" name="Rectangle 15"/>
            <p:cNvSpPr>
              <a:spLocks noChangeArrowheads="1"/>
            </p:cNvSpPr>
            <p:nvPr/>
          </p:nvSpPr>
          <p:spPr bwMode="auto">
            <a:xfrm>
              <a:off x="975" y="1243"/>
              <a:ext cx="3655" cy="327"/>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1pPr>
              <a:lvl2pPr marL="5715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2pPr>
              <a:lvl3pPr marL="11430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3pPr>
              <a:lvl4pPr marL="17145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4pPr>
              <a:lvl5pPr marL="22860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9pPr>
            </a:lstStyle>
            <a:p>
              <a:pPr>
                <a:spcBef>
                  <a:spcPct val="50000"/>
                </a:spcBef>
              </a:pPr>
              <a:r>
                <a:rPr lang="en-US" altLang="ja-JP" sz="2800"/>
                <a:t>Profits</a:t>
              </a:r>
              <a:r>
                <a:rPr lang="ja-JP" altLang="en-US" sz="2800"/>
                <a:t>＝（</a:t>
              </a:r>
              <a:r>
                <a:rPr lang="en-US" altLang="ja-JP" sz="2800">
                  <a:solidFill>
                    <a:srgbClr val="FF0000"/>
                  </a:solidFill>
                  <a:effectLst>
                    <a:outerShdw blurRad="38100" dist="38100" dir="2700000" algn="tl">
                      <a:srgbClr val="C0C0C0"/>
                    </a:outerShdw>
                  </a:effectLst>
                </a:rPr>
                <a:t>Retail price</a:t>
              </a:r>
              <a:r>
                <a:rPr lang="ja-JP" altLang="en-US" sz="2800"/>
                <a:t>ー</a:t>
              </a:r>
              <a:r>
                <a:rPr lang="en-US" altLang="ja-JP" sz="2800"/>
                <a:t>costs</a:t>
              </a:r>
              <a:r>
                <a:rPr lang="ja-JP" altLang="en-US" sz="2800"/>
                <a:t>）</a:t>
              </a:r>
              <a:r>
                <a:rPr lang="en-US" altLang="ja-JP" sz="2800"/>
                <a:t>sales</a:t>
              </a:r>
            </a:p>
          </p:txBody>
        </p:sp>
        <p:grpSp>
          <p:nvGrpSpPr>
            <p:cNvPr id="800815" name="Group 47"/>
            <p:cNvGrpSpPr>
              <a:grpSpLocks/>
            </p:cNvGrpSpPr>
            <p:nvPr/>
          </p:nvGrpSpPr>
          <p:grpSpPr bwMode="auto">
            <a:xfrm>
              <a:off x="2472" y="1661"/>
              <a:ext cx="1043" cy="1407"/>
              <a:chOff x="2472" y="2840"/>
              <a:chExt cx="1043" cy="1214"/>
            </a:xfrm>
          </p:grpSpPr>
          <p:sp>
            <p:nvSpPr>
              <p:cNvPr id="800779" name="Rectangle 11"/>
              <p:cNvSpPr>
                <a:spLocks noChangeArrowheads="1"/>
              </p:cNvSpPr>
              <p:nvPr/>
            </p:nvSpPr>
            <p:spPr bwMode="auto">
              <a:xfrm>
                <a:off x="2656" y="3540"/>
                <a:ext cx="593" cy="514"/>
              </a:xfrm>
              <a:prstGeom prst="rect">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ct val="0"/>
                  </a:spcBef>
                </a:pPr>
                <a:r>
                  <a:rPr lang="en-US" altLang="ja-JP" sz="2400"/>
                  <a:t>costs</a:t>
                </a:r>
              </a:p>
            </p:txBody>
          </p:sp>
          <p:sp>
            <p:nvSpPr>
              <p:cNvPr id="800780" name="Rectangle 12"/>
              <p:cNvSpPr>
                <a:spLocks noChangeArrowheads="1"/>
              </p:cNvSpPr>
              <p:nvPr/>
            </p:nvSpPr>
            <p:spPr bwMode="auto">
              <a:xfrm>
                <a:off x="2658" y="3064"/>
                <a:ext cx="593" cy="466"/>
              </a:xfrm>
              <a:prstGeom prst="rect">
                <a:avLst/>
              </a:prstGeom>
              <a:solidFill>
                <a:srgbClr val="99CC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ct val="0"/>
                  </a:spcBef>
                </a:pPr>
                <a:r>
                  <a:rPr lang="en-US" altLang="ja-JP" sz="2000"/>
                  <a:t>Profit</a:t>
                </a:r>
              </a:p>
            </p:txBody>
          </p:sp>
          <p:sp>
            <p:nvSpPr>
              <p:cNvPr id="800781" name="Rectangle 13"/>
              <p:cNvSpPr>
                <a:spLocks noChangeArrowheads="1"/>
              </p:cNvSpPr>
              <p:nvPr/>
            </p:nvSpPr>
            <p:spPr bwMode="auto">
              <a:xfrm>
                <a:off x="2472" y="2840"/>
                <a:ext cx="1043"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1pPr>
                <a:lvl2pPr marL="5715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2pPr>
                <a:lvl3pPr marL="11430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3pPr>
                <a:lvl4pPr marL="17145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4pPr>
                <a:lvl5pPr marL="22860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9pPr>
              </a:lstStyle>
              <a:p>
                <a:pPr>
                  <a:spcBef>
                    <a:spcPct val="50000"/>
                  </a:spcBef>
                </a:pPr>
                <a:r>
                  <a:rPr lang="en-US" altLang="ja-JP" sz="1600"/>
                  <a:t>(market prices)</a:t>
                </a:r>
              </a:p>
            </p:txBody>
          </p:sp>
        </p:grpSp>
        <p:sp>
          <p:nvSpPr>
            <p:cNvPr id="800784" name="AutoShape 16"/>
            <p:cNvSpPr>
              <a:spLocks noChangeArrowheads="1"/>
            </p:cNvSpPr>
            <p:nvPr/>
          </p:nvSpPr>
          <p:spPr bwMode="auto">
            <a:xfrm>
              <a:off x="3966" y="3416"/>
              <a:ext cx="1794" cy="513"/>
            </a:xfrm>
            <a:prstGeom prst="star16">
              <a:avLst>
                <a:gd name="adj" fmla="val 37500"/>
              </a:avLst>
            </a:prstGeom>
            <a:solidFill>
              <a:srgbClr val="FF00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1pPr>
              <a:lvl2pPr marL="5715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2pPr>
              <a:lvl3pPr marL="11430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3pPr>
              <a:lvl4pPr marL="17145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4pPr>
              <a:lvl5pPr marL="22860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9pPr>
            </a:lstStyle>
            <a:p>
              <a:pPr algn="ctr"/>
              <a:r>
                <a:rPr lang="en-US" altLang="ja-JP" sz="1600">
                  <a:solidFill>
                    <a:schemeClr val="bg1"/>
                  </a:solidFill>
                </a:rPr>
                <a:t>Raise retail prices</a:t>
              </a:r>
            </a:p>
          </p:txBody>
        </p:sp>
      </p:grpSp>
      <p:grpSp>
        <p:nvGrpSpPr>
          <p:cNvPr id="800820" name="Group 52"/>
          <p:cNvGrpSpPr>
            <a:grpSpLocks/>
          </p:cNvGrpSpPr>
          <p:nvPr/>
        </p:nvGrpSpPr>
        <p:grpSpPr bwMode="auto">
          <a:xfrm>
            <a:off x="1971676" y="2046289"/>
            <a:ext cx="7553325" cy="4046537"/>
            <a:chOff x="1002" y="1289"/>
            <a:chExt cx="4758" cy="2549"/>
          </a:xfrm>
        </p:grpSpPr>
        <p:sp>
          <p:nvSpPr>
            <p:cNvPr id="800786" name="AutoShape 18"/>
            <p:cNvSpPr>
              <a:spLocks noChangeArrowheads="1"/>
            </p:cNvSpPr>
            <p:nvPr/>
          </p:nvSpPr>
          <p:spPr bwMode="auto">
            <a:xfrm>
              <a:off x="3994" y="3318"/>
              <a:ext cx="1766" cy="520"/>
            </a:xfrm>
            <a:prstGeom prst="star16">
              <a:avLst>
                <a:gd name="adj" fmla="val 37500"/>
              </a:avLst>
            </a:prstGeom>
            <a:solidFill>
              <a:srgbClr val="FF00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1pPr>
              <a:lvl2pPr marL="5715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2pPr>
              <a:lvl3pPr marL="11430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3pPr>
              <a:lvl4pPr marL="17145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4pPr>
              <a:lvl5pPr marL="22860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9pPr>
            </a:lstStyle>
            <a:p>
              <a:pPr algn="ctr"/>
              <a:r>
                <a:rPr lang="en-US" altLang="ja-JP" sz="1600">
                  <a:solidFill>
                    <a:schemeClr val="bg1"/>
                  </a:solidFill>
                </a:rPr>
                <a:t>Boost sales</a:t>
              </a:r>
            </a:p>
          </p:txBody>
        </p:sp>
        <p:sp useBgFill="1">
          <p:nvSpPr>
            <p:cNvPr id="800794" name="Rectangle 26"/>
            <p:cNvSpPr>
              <a:spLocks noChangeArrowheads="1"/>
            </p:cNvSpPr>
            <p:nvPr/>
          </p:nvSpPr>
          <p:spPr bwMode="auto">
            <a:xfrm>
              <a:off x="1002" y="1289"/>
              <a:ext cx="3602" cy="327"/>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1pPr>
              <a:lvl2pPr marL="5715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2pPr>
              <a:lvl3pPr marL="11430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3pPr>
              <a:lvl4pPr marL="17145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4pPr>
              <a:lvl5pPr marL="22860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9pPr>
            </a:lstStyle>
            <a:p>
              <a:pPr>
                <a:spcBef>
                  <a:spcPct val="50000"/>
                </a:spcBef>
              </a:pPr>
              <a:r>
                <a:rPr lang="en-US" altLang="ja-JP" sz="2800"/>
                <a:t>Profits</a:t>
              </a:r>
              <a:r>
                <a:rPr lang="ja-JP" altLang="en-US" sz="2800"/>
                <a:t>＝（</a:t>
              </a:r>
              <a:r>
                <a:rPr lang="en-US" altLang="ja-JP" sz="2800"/>
                <a:t>Retail price</a:t>
              </a:r>
              <a:r>
                <a:rPr lang="ja-JP" altLang="en-US" sz="2800"/>
                <a:t>ー</a:t>
              </a:r>
              <a:r>
                <a:rPr lang="en-US" altLang="ja-JP" sz="2800">
                  <a:effectLst>
                    <a:outerShdw blurRad="38100" dist="38100" dir="2700000" algn="tl">
                      <a:srgbClr val="C0C0C0"/>
                    </a:outerShdw>
                  </a:effectLst>
                </a:rPr>
                <a:t>costs</a:t>
              </a:r>
              <a:r>
                <a:rPr lang="ja-JP" altLang="en-US" sz="2800"/>
                <a:t>）</a:t>
              </a:r>
              <a:r>
                <a:rPr lang="en-US" altLang="ja-JP" sz="2800">
                  <a:solidFill>
                    <a:srgbClr val="FF0000"/>
                  </a:solidFill>
                </a:rPr>
                <a:t>sales</a:t>
              </a:r>
            </a:p>
          </p:txBody>
        </p:sp>
      </p:grpSp>
      <p:grpSp>
        <p:nvGrpSpPr>
          <p:cNvPr id="800819" name="Group 51"/>
          <p:cNvGrpSpPr>
            <a:grpSpLocks/>
          </p:cNvGrpSpPr>
          <p:nvPr/>
        </p:nvGrpSpPr>
        <p:grpSpPr bwMode="auto">
          <a:xfrm>
            <a:off x="5600700" y="3213101"/>
            <a:ext cx="3924300" cy="2678113"/>
            <a:chOff x="3288" y="2036"/>
            <a:chExt cx="2472" cy="1687"/>
          </a:xfrm>
        </p:grpSpPr>
        <p:sp>
          <p:nvSpPr>
            <p:cNvPr id="800793" name="Line 25"/>
            <p:cNvSpPr>
              <a:spLocks noChangeShapeType="1"/>
            </p:cNvSpPr>
            <p:nvPr/>
          </p:nvSpPr>
          <p:spPr bwMode="auto">
            <a:xfrm>
              <a:off x="3288" y="2478"/>
              <a:ext cx="454" cy="227"/>
            </a:xfrm>
            <a:prstGeom prst="line">
              <a:avLst/>
            </a:prstGeom>
            <a:noFill/>
            <a:ln w="12700">
              <a:solidFill>
                <a:schemeClr val="tx1"/>
              </a:solidFill>
              <a:prstDash val="dash"/>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ms-MY"/>
            </a:p>
          </p:txBody>
        </p:sp>
        <p:grpSp>
          <p:nvGrpSpPr>
            <p:cNvPr id="800816" name="Group 48"/>
            <p:cNvGrpSpPr>
              <a:grpSpLocks/>
            </p:cNvGrpSpPr>
            <p:nvPr/>
          </p:nvGrpSpPr>
          <p:grpSpPr bwMode="auto">
            <a:xfrm>
              <a:off x="3606" y="2036"/>
              <a:ext cx="1270" cy="1031"/>
              <a:chOff x="3606" y="3022"/>
              <a:chExt cx="1270" cy="1031"/>
            </a:xfrm>
          </p:grpSpPr>
          <p:sp>
            <p:nvSpPr>
              <p:cNvPr id="800790" name="Rectangle 22"/>
              <p:cNvSpPr>
                <a:spLocks noChangeArrowheads="1"/>
              </p:cNvSpPr>
              <p:nvPr/>
            </p:nvSpPr>
            <p:spPr bwMode="auto">
              <a:xfrm>
                <a:off x="3771" y="3677"/>
                <a:ext cx="584" cy="376"/>
              </a:xfrm>
              <a:prstGeom prst="rect">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ct val="0"/>
                  </a:spcBef>
                </a:pPr>
                <a:r>
                  <a:rPr lang="en-US" altLang="ja-JP" sz="2400"/>
                  <a:t>costs</a:t>
                </a:r>
              </a:p>
            </p:txBody>
          </p:sp>
          <p:sp>
            <p:nvSpPr>
              <p:cNvPr id="800791" name="Rectangle 23"/>
              <p:cNvSpPr>
                <a:spLocks noChangeArrowheads="1"/>
              </p:cNvSpPr>
              <p:nvPr/>
            </p:nvSpPr>
            <p:spPr bwMode="auto">
              <a:xfrm>
                <a:off x="3771" y="3245"/>
                <a:ext cx="584" cy="424"/>
              </a:xfrm>
              <a:prstGeom prst="rect">
                <a:avLst/>
              </a:prstGeom>
              <a:solidFill>
                <a:srgbClr val="B8DB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ct val="0"/>
                  </a:spcBef>
                </a:pPr>
                <a:r>
                  <a:rPr lang="en-US" altLang="ja-JP" sz="2000"/>
                  <a:t>Profit</a:t>
                </a:r>
              </a:p>
            </p:txBody>
          </p:sp>
          <p:sp>
            <p:nvSpPr>
              <p:cNvPr id="800792" name="Rectangle 24"/>
              <p:cNvSpPr>
                <a:spLocks noChangeArrowheads="1"/>
              </p:cNvSpPr>
              <p:nvPr/>
            </p:nvSpPr>
            <p:spPr bwMode="auto">
              <a:xfrm>
                <a:off x="3606" y="3022"/>
                <a:ext cx="127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1pPr>
                <a:lvl2pPr marL="5715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2pPr>
                <a:lvl3pPr marL="11430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3pPr>
                <a:lvl4pPr marL="17145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4pPr>
                <a:lvl5pPr marL="22860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9pPr>
              </a:lstStyle>
              <a:p>
                <a:pPr>
                  <a:spcBef>
                    <a:spcPct val="50000"/>
                  </a:spcBef>
                </a:pPr>
                <a:r>
                  <a:rPr lang="en-US" altLang="ja-JP" sz="1600"/>
                  <a:t>(market  prices</a:t>
                </a:r>
                <a:r>
                  <a:rPr lang="ja-JP" altLang="en-US" sz="1800"/>
                  <a:t>）</a:t>
                </a:r>
              </a:p>
            </p:txBody>
          </p:sp>
        </p:grpSp>
        <p:sp>
          <p:nvSpPr>
            <p:cNvPr id="800795" name="AutoShape 27"/>
            <p:cNvSpPr>
              <a:spLocks noChangeArrowheads="1"/>
            </p:cNvSpPr>
            <p:nvPr/>
          </p:nvSpPr>
          <p:spPr bwMode="auto">
            <a:xfrm>
              <a:off x="3992" y="3203"/>
              <a:ext cx="1768" cy="520"/>
            </a:xfrm>
            <a:prstGeom prst="star16">
              <a:avLst>
                <a:gd name="adj" fmla="val 37500"/>
              </a:avLst>
            </a:prstGeom>
            <a:solidFill>
              <a:srgbClr val="BBFF78"/>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1pPr>
              <a:lvl2pPr marL="5715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2pPr>
              <a:lvl3pPr marL="11430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3pPr>
              <a:lvl4pPr marL="17145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4pPr>
              <a:lvl5pPr marL="22860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9pPr>
            </a:lstStyle>
            <a:p>
              <a:pPr algn="ctr"/>
              <a:r>
                <a:rPr lang="en-US" altLang="ja-JP" sz="1800"/>
                <a:t>Reduce costs</a:t>
              </a:r>
            </a:p>
          </p:txBody>
        </p:sp>
      </p:grpSp>
      <p:sp>
        <p:nvSpPr>
          <p:cNvPr id="800811" name="Rectangle 43"/>
          <p:cNvSpPr>
            <a:spLocks noChangeArrowheads="1"/>
          </p:cNvSpPr>
          <p:nvPr/>
        </p:nvSpPr>
        <p:spPr bwMode="auto">
          <a:xfrm>
            <a:off x="560388" y="260350"/>
            <a:ext cx="8964612" cy="6337300"/>
          </a:xfrm>
          <a:prstGeom prst="rect">
            <a:avLst/>
          </a:prstGeom>
          <a:noFill/>
          <a:ln>
            <a:noFill/>
          </a:ln>
          <a:effectLst/>
        </p:spPr>
        <p:txBody>
          <a:bodyPr wrap="none" anchor="ctr"/>
          <a:lstStyle/>
          <a:p>
            <a:pPr algn="l">
              <a:spcBef>
                <a:spcPct val="0"/>
              </a:spcBef>
            </a:pPr>
            <a:r>
              <a:rPr lang="en-US" altLang="ja-JP" sz="3600"/>
              <a:t>                         </a:t>
            </a:r>
            <a:r>
              <a:rPr lang="en-US" altLang="ja-JP" sz="2200"/>
              <a:t>Retail Price</a:t>
            </a:r>
            <a:r>
              <a:rPr lang="ja-JP" altLang="en-US" sz="2200"/>
              <a:t>　</a:t>
            </a:r>
            <a:r>
              <a:rPr lang="en-US" altLang="ja-JP" sz="2200"/>
              <a:t>Costs</a:t>
            </a:r>
            <a:r>
              <a:rPr lang="ja-JP" altLang="en-US" sz="2200"/>
              <a:t>　　</a:t>
            </a:r>
            <a:r>
              <a:rPr lang="en-US" altLang="ja-JP" sz="2200"/>
              <a:t>Profits</a:t>
            </a:r>
          </a:p>
          <a:p>
            <a:pPr algn="l">
              <a:spcBef>
                <a:spcPct val="0"/>
              </a:spcBef>
            </a:pPr>
            <a:endParaRPr lang="en-US" altLang="ja-JP" sz="2200"/>
          </a:p>
          <a:p>
            <a:pPr algn="l">
              <a:spcBef>
                <a:spcPct val="0"/>
              </a:spcBef>
            </a:pPr>
            <a:r>
              <a:rPr lang="en-US" altLang="ja-JP" sz="2200"/>
              <a:t>    Another Company             100</a:t>
            </a:r>
            <a:r>
              <a:rPr lang="ja-JP" altLang="en-US" sz="2200"/>
              <a:t>　　　     </a:t>
            </a:r>
            <a:r>
              <a:rPr lang="en-US" altLang="ja-JP" sz="2200"/>
              <a:t>96</a:t>
            </a:r>
            <a:r>
              <a:rPr lang="ja-JP" altLang="en-US" sz="2200"/>
              <a:t>　　　     </a:t>
            </a:r>
            <a:r>
              <a:rPr lang="en-US" altLang="ja-JP" sz="2200"/>
              <a:t>?   </a:t>
            </a:r>
            <a:r>
              <a:rPr lang="ja-JP" altLang="en-US" sz="2200"/>
              <a:t>　 　　</a:t>
            </a:r>
          </a:p>
          <a:p>
            <a:pPr algn="l">
              <a:spcBef>
                <a:spcPct val="0"/>
              </a:spcBef>
            </a:pPr>
            <a:r>
              <a:rPr lang="ja-JP" altLang="en-US" sz="2200"/>
              <a:t>    </a:t>
            </a:r>
            <a:r>
              <a:rPr lang="en-US" altLang="ja-JP" sz="2200"/>
              <a:t>Our Company                    100</a:t>
            </a:r>
            <a:r>
              <a:rPr lang="ja-JP" altLang="en-US" sz="2200"/>
              <a:t>　　 　    </a:t>
            </a:r>
            <a:r>
              <a:rPr lang="en-US" altLang="ja-JP" sz="2200"/>
              <a:t>92</a:t>
            </a:r>
            <a:r>
              <a:rPr lang="ja-JP" altLang="en-US" sz="2200"/>
              <a:t>　　        </a:t>
            </a:r>
            <a:r>
              <a:rPr lang="en-US" altLang="ja-JP" sz="2200"/>
              <a:t>? </a:t>
            </a:r>
            <a:r>
              <a:rPr lang="ja-JP" altLang="en-US" sz="2200"/>
              <a:t>　  　　</a:t>
            </a:r>
            <a:r>
              <a:rPr lang="ja-JP" altLang="en-US" sz="2400"/>
              <a:t> 　</a:t>
            </a:r>
          </a:p>
        </p:txBody>
      </p:sp>
      <p:sp>
        <p:nvSpPr>
          <p:cNvPr id="800812" name="Rectangle 44"/>
          <p:cNvSpPr>
            <a:spLocks noChangeArrowheads="1"/>
          </p:cNvSpPr>
          <p:nvPr/>
        </p:nvSpPr>
        <p:spPr bwMode="auto">
          <a:xfrm>
            <a:off x="6392864" y="3573463"/>
            <a:ext cx="935037" cy="7921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ct val="0"/>
              </a:spcBef>
            </a:pPr>
            <a:r>
              <a:rPr lang="en-US" altLang="ja-JP">
                <a:solidFill>
                  <a:srgbClr val="FF0000"/>
                </a:solidFill>
                <a:effectLst>
                  <a:outerShdw blurRad="38100" dist="38100" dir="2700000" algn="tl">
                    <a:srgbClr val="C0C0C0"/>
                  </a:outerShdw>
                </a:effectLst>
              </a:rPr>
              <a:t>4</a:t>
            </a:r>
          </a:p>
          <a:p>
            <a:pPr>
              <a:spcBef>
                <a:spcPct val="0"/>
              </a:spcBef>
            </a:pPr>
            <a:r>
              <a:rPr lang="en-US" altLang="ja-JP">
                <a:solidFill>
                  <a:srgbClr val="FF0000"/>
                </a:solidFill>
                <a:effectLst>
                  <a:outerShdw blurRad="38100" dist="38100" dir="2700000" algn="tl">
                    <a:srgbClr val="C0C0C0"/>
                  </a:outerShdw>
                </a:effectLst>
              </a:rPr>
              <a:t>8</a:t>
            </a:r>
          </a:p>
        </p:txBody>
      </p:sp>
      <p:sp>
        <p:nvSpPr>
          <p:cNvPr id="800813" name="Rectangle 45"/>
          <p:cNvSpPr>
            <a:spLocks noChangeArrowheads="1"/>
          </p:cNvSpPr>
          <p:nvPr/>
        </p:nvSpPr>
        <p:spPr bwMode="auto">
          <a:xfrm>
            <a:off x="2432050" y="5589588"/>
            <a:ext cx="5181600" cy="588962"/>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1pPr>
            <a:lvl2pPr marL="5715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2pPr>
            <a:lvl3pPr marL="11430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3pPr>
            <a:lvl4pPr marL="17145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4pPr>
            <a:lvl5pPr marL="22860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9pPr>
          </a:lstStyle>
          <a:p>
            <a:pPr algn="ctr">
              <a:spcBef>
                <a:spcPct val="50000"/>
              </a:spcBef>
            </a:pPr>
            <a:r>
              <a:rPr lang="en-US" altLang="ja-JP" sz="3200">
                <a:solidFill>
                  <a:srgbClr val="FF0000"/>
                </a:solidFill>
              </a:rPr>
              <a:t>Retail price≠costs</a:t>
            </a:r>
            <a:r>
              <a:rPr lang="ja-JP" altLang="en-US" sz="3200">
                <a:solidFill>
                  <a:srgbClr val="FF0000"/>
                </a:solidFill>
              </a:rPr>
              <a:t>＋</a:t>
            </a:r>
            <a:r>
              <a:rPr lang="en-US" altLang="ja-JP" sz="3200">
                <a:solidFill>
                  <a:srgbClr val="FF0000"/>
                </a:solidFill>
              </a:rPr>
              <a:t>profits</a:t>
            </a:r>
          </a:p>
        </p:txBody>
      </p:sp>
    </p:spTree>
    <p:extLst>
      <p:ext uri="{BB962C8B-B14F-4D97-AF65-F5344CB8AC3E}">
        <p14:creationId xmlns:p14="http://schemas.microsoft.com/office/powerpoint/2010/main" val="480571223"/>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800821"/>
                                        </p:tgtEl>
                                        <p:attrNameLst>
                                          <p:attrName>style.visibility</p:attrName>
                                        </p:attrNameLst>
                                      </p:cBhvr>
                                      <p:to>
                                        <p:strVal val="visible"/>
                                      </p:to>
                                    </p:set>
                                    <p:anim calcmode="lin" valueType="num">
                                      <p:cBhvr additive="base">
                                        <p:cTn id="7" dur="500" fill="hold"/>
                                        <p:tgtEl>
                                          <p:spTgt spid="800821"/>
                                        </p:tgtEl>
                                        <p:attrNameLst>
                                          <p:attrName>ppt_x</p:attrName>
                                        </p:attrNameLst>
                                      </p:cBhvr>
                                      <p:tavLst>
                                        <p:tav tm="0">
                                          <p:val>
                                            <p:strVal val="#ppt_x"/>
                                          </p:val>
                                        </p:tav>
                                        <p:tav tm="100000">
                                          <p:val>
                                            <p:strVal val="#ppt_x"/>
                                          </p:val>
                                        </p:tav>
                                      </p:tavLst>
                                    </p:anim>
                                    <p:anim calcmode="lin" valueType="num">
                                      <p:cBhvr additive="base">
                                        <p:cTn id="8" dur="500" fill="hold"/>
                                        <p:tgtEl>
                                          <p:spTgt spid="800821"/>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800820"/>
                                        </p:tgtEl>
                                        <p:attrNameLst>
                                          <p:attrName>style.visibility</p:attrName>
                                        </p:attrNameLst>
                                      </p:cBhvr>
                                      <p:to>
                                        <p:strVal val="visible"/>
                                      </p:to>
                                    </p:set>
                                    <p:anim calcmode="lin" valueType="num">
                                      <p:cBhvr additive="base">
                                        <p:cTn id="13" dur="500" fill="hold"/>
                                        <p:tgtEl>
                                          <p:spTgt spid="800820"/>
                                        </p:tgtEl>
                                        <p:attrNameLst>
                                          <p:attrName>ppt_x</p:attrName>
                                        </p:attrNameLst>
                                      </p:cBhvr>
                                      <p:tavLst>
                                        <p:tav tm="0">
                                          <p:val>
                                            <p:strVal val="#ppt_x"/>
                                          </p:val>
                                        </p:tav>
                                        <p:tav tm="100000">
                                          <p:val>
                                            <p:strVal val="#ppt_x"/>
                                          </p:val>
                                        </p:tav>
                                      </p:tavLst>
                                    </p:anim>
                                    <p:anim calcmode="lin" valueType="num">
                                      <p:cBhvr additive="base">
                                        <p:cTn id="14" dur="500" fill="hold"/>
                                        <p:tgtEl>
                                          <p:spTgt spid="800820"/>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800819"/>
                                        </p:tgtEl>
                                        <p:attrNameLst>
                                          <p:attrName>style.visibility</p:attrName>
                                        </p:attrNameLst>
                                      </p:cBhvr>
                                      <p:to>
                                        <p:strVal val="visible"/>
                                      </p:to>
                                    </p:set>
                                    <p:anim calcmode="lin" valueType="num">
                                      <p:cBhvr additive="base">
                                        <p:cTn id="19" dur="500" fill="hold"/>
                                        <p:tgtEl>
                                          <p:spTgt spid="800819"/>
                                        </p:tgtEl>
                                        <p:attrNameLst>
                                          <p:attrName>ppt_x</p:attrName>
                                        </p:attrNameLst>
                                      </p:cBhvr>
                                      <p:tavLst>
                                        <p:tav tm="0">
                                          <p:val>
                                            <p:strVal val="#ppt_x"/>
                                          </p:val>
                                        </p:tav>
                                        <p:tav tm="100000">
                                          <p:val>
                                            <p:strVal val="#ppt_x"/>
                                          </p:val>
                                        </p:tav>
                                      </p:tavLst>
                                    </p:anim>
                                    <p:anim calcmode="lin" valueType="num">
                                      <p:cBhvr additive="base">
                                        <p:cTn id="20" dur="500" fill="hold"/>
                                        <p:tgtEl>
                                          <p:spTgt spid="800819"/>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4" presetClass="entr" presetSubtype="32" fill="hold" grpId="0" nodeType="clickEffect">
                                  <p:stCondLst>
                                    <p:cond delay="0"/>
                                  </p:stCondLst>
                                  <p:childTnLst>
                                    <p:set>
                                      <p:cBhvr>
                                        <p:cTn id="24" dur="1" fill="hold">
                                          <p:stCondLst>
                                            <p:cond delay="0"/>
                                          </p:stCondLst>
                                        </p:cTn>
                                        <p:tgtEl>
                                          <p:spTgt spid="800811"/>
                                        </p:tgtEl>
                                        <p:attrNameLst>
                                          <p:attrName>style.visibility</p:attrName>
                                        </p:attrNameLst>
                                      </p:cBhvr>
                                      <p:to>
                                        <p:strVal val="visible"/>
                                      </p:to>
                                    </p:set>
                                    <p:animEffect transition="in" filter="box(out)">
                                      <p:cBhvr>
                                        <p:cTn id="25" dur="1000"/>
                                        <p:tgtEl>
                                          <p:spTgt spid="800811"/>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5" presetClass="entr" presetSubtype="10" fill="hold" grpId="0" nodeType="clickEffect">
                                  <p:stCondLst>
                                    <p:cond delay="0"/>
                                  </p:stCondLst>
                                  <p:childTnLst>
                                    <p:set>
                                      <p:cBhvr>
                                        <p:cTn id="29" dur="1" fill="hold">
                                          <p:stCondLst>
                                            <p:cond delay="0"/>
                                          </p:stCondLst>
                                        </p:cTn>
                                        <p:tgtEl>
                                          <p:spTgt spid="800812"/>
                                        </p:tgtEl>
                                        <p:attrNameLst>
                                          <p:attrName>style.visibility</p:attrName>
                                        </p:attrNameLst>
                                      </p:cBhvr>
                                      <p:to>
                                        <p:strVal val="visible"/>
                                      </p:to>
                                    </p:set>
                                    <p:animEffect transition="in" filter="checkerboard(across)">
                                      <p:cBhvr>
                                        <p:cTn id="30" dur="500"/>
                                        <p:tgtEl>
                                          <p:spTgt spid="800812"/>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800813"/>
                                        </p:tgtEl>
                                        <p:attrNameLst>
                                          <p:attrName>style.visibility</p:attrName>
                                        </p:attrNameLst>
                                      </p:cBhvr>
                                      <p:to>
                                        <p:strVal val="visible"/>
                                      </p:to>
                                    </p:set>
                                    <p:animEffect transition="in" filter="dissolve">
                                      <p:cBhvr>
                                        <p:cTn id="35" dur="500"/>
                                        <p:tgtEl>
                                          <p:spTgt spid="8008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811" grpId="0"/>
      <p:bldP spid="800812" grpId="0" animBg="1" autoUpdateAnimBg="0"/>
      <p:bldP spid="80081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Slide Number Placeholder 3"/>
          <p:cNvSpPr>
            <a:spLocks noGrp="1"/>
          </p:cNvSpPr>
          <p:nvPr>
            <p:ph type="sldNum" sz="quarter" idx="12"/>
          </p:nvPr>
        </p:nvSpPr>
        <p:spPr/>
        <p:txBody>
          <a:bodyPr/>
          <a:lstStyle/>
          <a:p>
            <a:fld id="{B69C60C2-F6D0-484A-B7C2-6F7BA1437E96}" type="slidenum">
              <a:rPr lang="en-US" altLang="ja-JP"/>
              <a:pPr/>
              <a:t>4</a:t>
            </a:fld>
            <a:endParaRPr lang="en-US" altLang="ja-JP"/>
          </a:p>
        </p:txBody>
      </p:sp>
      <p:sp>
        <p:nvSpPr>
          <p:cNvPr id="432130" name="Rectangle 2"/>
          <p:cNvSpPr>
            <a:spLocks noGrp="1" noChangeArrowheads="1"/>
          </p:cNvSpPr>
          <p:nvPr>
            <p:ph type="title" idx="4294967295"/>
          </p:nvPr>
        </p:nvSpPr>
        <p:spPr>
          <a:xfrm>
            <a:off x="1752600" y="1"/>
            <a:ext cx="6350000" cy="1268413"/>
          </a:xfrm>
        </p:spPr>
        <p:txBody>
          <a:bodyPr/>
          <a:lstStyle/>
          <a:p>
            <a:r>
              <a:rPr lang="en-US" altLang="ja-JP" sz="3600" u="sng">
                <a:solidFill>
                  <a:srgbClr val="FF0000"/>
                </a:solidFill>
                <a:effectLst>
                  <a:outerShdw blurRad="38100" dist="38100" dir="2700000" algn="tl">
                    <a:srgbClr val="C0C0C0"/>
                  </a:outerShdw>
                </a:effectLst>
              </a:rPr>
              <a:t>Cost Changes by the Way to Manufacture</a:t>
            </a:r>
          </a:p>
        </p:txBody>
      </p:sp>
      <p:graphicFrame>
        <p:nvGraphicFramePr>
          <p:cNvPr id="432131" name="Object 3"/>
          <p:cNvGraphicFramePr>
            <a:graphicFrameLocks noChangeAspect="1"/>
          </p:cNvGraphicFramePr>
          <p:nvPr/>
        </p:nvGraphicFramePr>
        <p:xfrm>
          <a:off x="2133600" y="1600200"/>
          <a:ext cx="5854700" cy="3898900"/>
        </p:xfrm>
        <a:graphic>
          <a:graphicData uri="http://schemas.openxmlformats.org/presentationml/2006/ole">
            <mc:AlternateContent xmlns:mc="http://schemas.openxmlformats.org/markup-compatibility/2006">
              <mc:Choice xmlns:v="urn:schemas-microsoft-com:vml" Requires="v">
                <p:oleObj name="グラフ" r:id="rId2" imgW="5857925" imgH="3895625" progId="MSGraph.Chart.8">
                  <p:embed followColorScheme="full"/>
                </p:oleObj>
              </mc:Choice>
              <mc:Fallback>
                <p:oleObj name="グラフ" r:id="rId2" imgW="5857925" imgH="3895625" progId="MSGraph.Chart.8">
                  <p:embed followColorScheme="full"/>
                  <p:pic>
                    <p:nvPicPr>
                      <p:cNvPr id="0" name=""/>
                      <p:cNvPicPr>
                        <a:picLocks noChangeAspect="1" noChangeArrowheads="1"/>
                      </p:cNvPicPr>
                      <p:nvPr/>
                    </p:nvPicPr>
                    <p:blipFill>
                      <a:blip r:embed="rId3"/>
                      <a:srcRect/>
                      <a:stretch>
                        <a:fillRect/>
                      </a:stretch>
                    </p:blipFill>
                    <p:spPr bwMode="auto">
                      <a:xfrm>
                        <a:off x="2133600" y="1600200"/>
                        <a:ext cx="5854700" cy="3898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32132" name="Group 4"/>
          <p:cNvGrpSpPr>
            <a:grpSpLocks/>
          </p:cNvGrpSpPr>
          <p:nvPr/>
        </p:nvGrpSpPr>
        <p:grpSpPr bwMode="auto">
          <a:xfrm>
            <a:off x="5356225" y="1524000"/>
            <a:ext cx="1752600" cy="1981200"/>
            <a:chOff x="2549" y="864"/>
            <a:chExt cx="1435" cy="1656"/>
          </a:xfrm>
        </p:grpSpPr>
        <p:sp>
          <p:nvSpPr>
            <p:cNvPr id="432133" name="Arc 5"/>
            <p:cNvSpPr>
              <a:spLocks/>
            </p:cNvSpPr>
            <p:nvPr/>
          </p:nvSpPr>
          <p:spPr bwMode="auto">
            <a:xfrm>
              <a:off x="2549" y="865"/>
              <a:ext cx="1387" cy="1655"/>
            </a:xfrm>
            <a:custGeom>
              <a:avLst/>
              <a:gdLst>
                <a:gd name="G0" fmla="+- 0 0 0"/>
                <a:gd name="G1" fmla="+- 20689 0 0"/>
                <a:gd name="G2" fmla="+- 21600 0 0"/>
                <a:gd name="T0" fmla="*/ 6207 w 21517"/>
                <a:gd name="T1" fmla="*/ 0 h 20689"/>
                <a:gd name="T2" fmla="*/ 21517 w 21517"/>
                <a:gd name="T3" fmla="*/ 18796 h 20689"/>
                <a:gd name="T4" fmla="*/ 0 w 21517"/>
                <a:gd name="T5" fmla="*/ 20689 h 20689"/>
              </a:gdLst>
              <a:ahLst/>
              <a:cxnLst>
                <a:cxn ang="0">
                  <a:pos x="T0" y="T1"/>
                </a:cxn>
                <a:cxn ang="0">
                  <a:pos x="T2" y="T3"/>
                </a:cxn>
                <a:cxn ang="0">
                  <a:pos x="T4" y="T5"/>
                </a:cxn>
              </a:cxnLst>
              <a:rect l="0" t="0" r="r" b="b"/>
              <a:pathLst>
                <a:path w="21517" h="20689" fill="none" extrusionOk="0">
                  <a:moveTo>
                    <a:pt x="6206" y="0"/>
                  </a:moveTo>
                  <a:cubicBezTo>
                    <a:pt x="14676" y="2541"/>
                    <a:pt x="20741" y="9987"/>
                    <a:pt x="21516" y="18796"/>
                  </a:cubicBezTo>
                </a:path>
                <a:path w="21517" h="20689" stroke="0" extrusionOk="0">
                  <a:moveTo>
                    <a:pt x="6206" y="0"/>
                  </a:moveTo>
                  <a:cubicBezTo>
                    <a:pt x="14676" y="2541"/>
                    <a:pt x="20741" y="9987"/>
                    <a:pt x="21516" y="18796"/>
                  </a:cubicBezTo>
                  <a:lnTo>
                    <a:pt x="0" y="20689"/>
                  </a:lnTo>
                  <a:close/>
                </a:path>
              </a:pathLst>
            </a:custGeom>
            <a:noFill/>
            <a:ln w="19050">
              <a:solidFill>
                <a:schemeClr val="tx1"/>
              </a:solidFill>
              <a:prstDash val="lg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sp>
          <p:nvSpPr>
            <p:cNvPr id="432134" name="Line 6"/>
            <p:cNvSpPr>
              <a:spLocks noChangeShapeType="1"/>
            </p:cNvSpPr>
            <p:nvPr/>
          </p:nvSpPr>
          <p:spPr bwMode="auto">
            <a:xfrm flipH="1">
              <a:off x="2832" y="864"/>
              <a:ext cx="144" cy="336"/>
            </a:xfrm>
            <a:prstGeom prst="line">
              <a:avLst/>
            </a:prstGeom>
            <a:noFill/>
            <a:ln w="19050">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ms-MY"/>
            </a:p>
          </p:txBody>
        </p:sp>
        <p:sp>
          <p:nvSpPr>
            <p:cNvPr id="432135" name="Line 7"/>
            <p:cNvSpPr>
              <a:spLocks noChangeShapeType="1"/>
            </p:cNvSpPr>
            <p:nvPr/>
          </p:nvSpPr>
          <p:spPr bwMode="auto">
            <a:xfrm flipH="1">
              <a:off x="3671" y="2400"/>
              <a:ext cx="313" cy="13"/>
            </a:xfrm>
            <a:prstGeom prst="line">
              <a:avLst/>
            </a:prstGeom>
            <a:noFill/>
            <a:ln w="19050">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ms-MY"/>
            </a:p>
          </p:txBody>
        </p:sp>
      </p:grpSp>
      <p:grpSp>
        <p:nvGrpSpPr>
          <p:cNvPr id="432136" name="Group 8"/>
          <p:cNvGrpSpPr>
            <a:grpSpLocks/>
          </p:cNvGrpSpPr>
          <p:nvPr/>
        </p:nvGrpSpPr>
        <p:grpSpPr bwMode="auto">
          <a:xfrm>
            <a:off x="2689225" y="1676400"/>
            <a:ext cx="1447800" cy="1981200"/>
            <a:chOff x="336" y="972"/>
            <a:chExt cx="1205" cy="1674"/>
          </a:xfrm>
        </p:grpSpPr>
        <p:sp>
          <p:nvSpPr>
            <p:cNvPr id="432137" name="Arc 9"/>
            <p:cNvSpPr>
              <a:spLocks/>
            </p:cNvSpPr>
            <p:nvPr/>
          </p:nvSpPr>
          <p:spPr bwMode="auto">
            <a:xfrm flipH="1">
              <a:off x="336" y="993"/>
              <a:ext cx="1205" cy="1653"/>
            </a:xfrm>
            <a:custGeom>
              <a:avLst/>
              <a:gdLst>
                <a:gd name="G0" fmla="+- 0 0 0"/>
                <a:gd name="G1" fmla="+- 20462 0 0"/>
                <a:gd name="G2" fmla="+- 21600 0 0"/>
                <a:gd name="T0" fmla="*/ 6919 w 21600"/>
                <a:gd name="T1" fmla="*/ 0 h 23848"/>
                <a:gd name="T2" fmla="*/ 21333 w 21600"/>
                <a:gd name="T3" fmla="*/ 23848 h 23848"/>
                <a:gd name="T4" fmla="*/ 0 w 21600"/>
                <a:gd name="T5" fmla="*/ 20462 h 23848"/>
              </a:gdLst>
              <a:ahLst/>
              <a:cxnLst>
                <a:cxn ang="0">
                  <a:pos x="T0" y="T1"/>
                </a:cxn>
                <a:cxn ang="0">
                  <a:pos x="T2" y="T3"/>
                </a:cxn>
                <a:cxn ang="0">
                  <a:pos x="T4" y="T5"/>
                </a:cxn>
              </a:cxnLst>
              <a:rect l="0" t="0" r="r" b="b"/>
              <a:pathLst>
                <a:path w="21600" h="23848" fill="none" extrusionOk="0">
                  <a:moveTo>
                    <a:pt x="6918" y="0"/>
                  </a:moveTo>
                  <a:cubicBezTo>
                    <a:pt x="15693" y="2967"/>
                    <a:pt x="21600" y="11199"/>
                    <a:pt x="21600" y="20462"/>
                  </a:cubicBezTo>
                  <a:cubicBezTo>
                    <a:pt x="21600" y="21595"/>
                    <a:pt x="21510" y="22728"/>
                    <a:pt x="21332" y="23847"/>
                  </a:cubicBezTo>
                </a:path>
                <a:path w="21600" h="23848" stroke="0" extrusionOk="0">
                  <a:moveTo>
                    <a:pt x="6918" y="0"/>
                  </a:moveTo>
                  <a:cubicBezTo>
                    <a:pt x="15693" y="2967"/>
                    <a:pt x="21600" y="11199"/>
                    <a:pt x="21600" y="20462"/>
                  </a:cubicBezTo>
                  <a:cubicBezTo>
                    <a:pt x="21600" y="21595"/>
                    <a:pt x="21510" y="22728"/>
                    <a:pt x="21332" y="23847"/>
                  </a:cubicBezTo>
                  <a:lnTo>
                    <a:pt x="0" y="20462"/>
                  </a:lnTo>
                  <a:close/>
                </a:path>
              </a:pathLst>
            </a:custGeom>
            <a:noFill/>
            <a:ln w="19050">
              <a:solidFill>
                <a:schemeClr val="tx1"/>
              </a:solidFill>
              <a:prstDash val="lg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sp>
          <p:nvSpPr>
            <p:cNvPr id="432138" name="Line 10"/>
            <p:cNvSpPr>
              <a:spLocks noChangeShapeType="1"/>
            </p:cNvSpPr>
            <p:nvPr/>
          </p:nvSpPr>
          <p:spPr bwMode="auto">
            <a:xfrm flipH="1">
              <a:off x="336" y="2592"/>
              <a:ext cx="336" cy="14"/>
            </a:xfrm>
            <a:prstGeom prst="line">
              <a:avLst/>
            </a:prstGeom>
            <a:noFill/>
            <a:ln w="19050">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ms-MY"/>
            </a:p>
          </p:txBody>
        </p:sp>
        <p:sp>
          <p:nvSpPr>
            <p:cNvPr id="432139" name="Line 11"/>
            <p:cNvSpPr>
              <a:spLocks noChangeShapeType="1"/>
            </p:cNvSpPr>
            <p:nvPr/>
          </p:nvSpPr>
          <p:spPr bwMode="auto">
            <a:xfrm>
              <a:off x="1155" y="972"/>
              <a:ext cx="192" cy="288"/>
            </a:xfrm>
            <a:prstGeom prst="line">
              <a:avLst/>
            </a:prstGeom>
            <a:noFill/>
            <a:ln w="19050">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ms-MY"/>
            </a:p>
          </p:txBody>
        </p:sp>
      </p:grpSp>
      <p:sp>
        <p:nvSpPr>
          <p:cNvPr id="432140" name="Arc 12"/>
          <p:cNvSpPr>
            <a:spLocks/>
          </p:cNvSpPr>
          <p:nvPr/>
        </p:nvSpPr>
        <p:spPr bwMode="auto">
          <a:xfrm flipH="1" flipV="1">
            <a:off x="2917825" y="3424238"/>
            <a:ext cx="3962400" cy="2044700"/>
          </a:xfrm>
          <a:custGeom>
            <a:avLst/>
            <a:gdLst>
              <a:gd name="G0" fmla="+- 21600 0 0"/>
              <a:gd name="G1" fmla="+- 21600 0 0"/>
              <a:gd name="G2" fmla="+- 21600 0 0"/>
              <a:gd name="T0" fmla="*/ 57 w 43195"/>
              <a:gd name="T1" fmla="*/ 23166 h 23166"/>
              <a:gd name="T2" fmla="*/ 43195 w 43195"/>
              <a:gd name="T3" fmla="*/ 21129 h 23166"/>
              <a:gd name="T4" fmla="*/ 21600 w 43195"/>
              <a:gd name="T5" fmla="*/ 21600 h 23166"/>
            </a:gdLst>
            <a:ahLst/>
            <a:cxnLst>
              <a:cxn ang="0">
                <a:pos x="T0" y="T1"/>
              </a:cxn>
              <a:cxn ang="0">
                <a:pos x="T2" y="T3"/>
              </a:cxn>
              <a:cxn ang="0">
                <a:pos x="T4" y="T5"/>
              </a:cxn>
            </a:cxnLst>
            <a:rect l="0" t="0" r="r" b="b"/>
            <a:pathLst>
              <a:path w="43195" h="23166" fill="none" extrusionOk="0">
                <a:moveTo>
                  <a:pt x="56" y="23166"/>
                </a:moveTo>
                <a:cubicBezTo>
                  <a:pt x="18" y="22644"/>
                  <a:pt x="0" y="22122"/>
                  <a:pt x="0" y="21600"/>
                </a:cubicBezTo>
                <a:cubicBezTo>
                  <a:pt x="0" y="9670"/>
                  <a:pt x="9670" y="0"/>
                  <a:pt x="21600" y="0"/>
                </a:cubicBezTo>
                <a:cubicBezTo>
                  <a:pt x="33345" y="0"/>
                  <a:pt x="42938" y="9385"/>
                  <a:pt x="43194" y="21129"/>
                </a:cubicBezTo>
              </a:path>
              <a:path w="43195" h="23166" stroke="0" extrusionOk="0">
                <a:moveTo>
                  <a:pt x="56" y="23166"/>
                </a:moveTo>
                <a:cubicBezTo>
                  <a:pt x="18" y="22644"/>
                  <a:pt x="0" y="22122"/>
                  <a:pt x="0" y="21600"/>
                </a:cubicBezTo>
                <a:cubicBezTo>
                  <a:pt x="0" y="9670"/>
                  <a:pt x="9670" y="0"/>
                  <a:pt x="21600" y="0"/>
                </a:cubicBezTo>
                <a:cubicBezTo>
                  <a:pt x="33345" y="0"/>
                  <a:pt x="42938" y="9385"/>
                  <a:pt x="43194" y="21129"/>
                </a:cubicBezTo>
                <a:lnTo>
                  <a:pt x="21600" y="21600"/>
                </a:lnTo>
                <a:close/>
              </a:path>
            </a:pathLst>
          </a:custGeom>
          <a:noFill/>
          <a:ln w="19050">
            <a:solidFill>
              <a:schemeClr val="tx1"/>
            </a:solidFill>
            <a:prstDash val="lg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sp>
        <p:nvSpPr>
          <p:cNvPr id="432141" name="Arc 13"/>
          <p:cNvSpPr>
            <a:spLocks/>
          </p:cNvSpPr>
          <p:nvPr/>
        </p:nvSpPr>
        <p:spPr bwMode="auto">
          <a:xfrm flipH="1">
            <a:off x="3832226" y="1524001"/>
            <a:ext cx="1903413" cy="1725613"/>
          </a:xfrm>
          <a:custGeom>
            <a:avLst/>
            <a:gdLst>
              <a:gd name="G0" fmla="+- 10506 0 0"/>
              <a:gd name="G1" fmla="+- 21600 0 0"/>
              <a:gd name="G2" fmla="+- 21600 0 0"/>
              <a:gd name="T0" fmla="*/ 0 w 23189"/>
              <a:gd name="T1" fmla="*/ 2727 h 21600"/>
              <a:gd name="T2" fmla="*/ 23189 w 23189"/>
              <a:gd name="T3" fmla="*/ 4115 h 21600"/>
              <a:gd name="T4" fmla="*/ 10506 w 23189"/>
              <a:gd name="T5" fmla="*/ 21600 h 21600"/>
            </a:gdLst>
            <a:ahLst/>
            <a:cxnLst>
              <a:cxn ang="0">
                <a:pos x="T0" y="T1"/>
              </a:cxn>
              <a:cxn ang="0">
                <a:pos x="T2" y="T3"/>
              </a:cxn>
              <a:cxn ang="0">
                <a:pos x="T4" y="T5"/>
              </a:cxn>
            </a:cxnLst>
            <a:rect l="0" t="0" r="r" b="b"/>
            <a:pathLst>
              <a:path w="23189" h="21600" fill="none" extrusionOk="0">
                <a:moveTo>
                  <a:pt x="0" y="2727"/>
                </a:moveTo>
                <a:cubicBezTo>
                  <a:pt x="3212" y="938"/>
                  <a:pt x="6828" y="0"/>
                  <a:pt x="10506" y="0"/>
                </a:cubicBezTo>
                <a:cubicBezTo>
                  <a:pt x="15061" y="0"/>
                  <a:pt x="19500" y="1440"/>
                  <a:pt x="23188" y="4115"/>
                </a:cubicBezTo>
              </a:path>
              <a:path w="23189" h="21600" stroke="0" extrusionOk="0">
                <a:moveTo>
                  <a:pt x="0" y="2727"/>
                </a:moveTo>
                <a:cubicBezTo>
                  <a:pt x="3212" y="938"/>
                  <a:pt x="6828" y="0"/>
                  <a:pt x="10506" y="0"/>
                </a:cubicBezTo>
                <a:cubicBezTo>
                  <a:pt x="15061" y="0"/>
                  <a:pt x="19500" y="1440"/>
                  <a:pt x="23188" y="4115"/>
                </a:cubicBezTo>
                <a:lnTo>
                  <a:pt x="10506" y="21600"/>
                </a:lnTo>
                <a:close/>
              </a:path>
            </a:pathLst>
          </a:custGeom>
          <a:noFill/>
          <a:ln w="19050">
            <a:solidFill>
              <a:schemeClr val="tx1"/>
            </a:solidFill>
            <a:prstDash val="lg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sp>
        <p:nvSpPr>
          <p:cNvPr id="432158" name="Rectangle 30"/>
          <p:cNvSpPr>
            <a:spLocks noChangeArrowheads="1"/>
          </p:cNvSpPr>
          <p:nvPr/>
        </p:nvSpPr>
        <p:spPr bwMode="auto">
          <a:xfrm>
            <a:off x="2590800" y="6019800"/>
            <a:ext cx="9144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sp>
        <p:nvSpPr>
          <p:cNvPr id="432159" name="Rectangle 31"/>
          <p:cNvSpPr>
            <a:spLocks noChangeArrowheads="1"/>
          </p:cNvSpPr>
          <p:nvPr/>
        </p:nvSpPr>
        <p:spPr bwMode="auto">
          <a:xfrm>
            <a:off x="1066800" y="5610225"/>
            <a:ext cx="77724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ct val="0"/>
              </a:spcBef>
            </a:pPr>
            <a:r>
              <a:rPr lang="en-US" altLang="ja-JP" sz="2400"/>
              <a:t>Cost that increases and decreases by the method of manufacturing</a:t>
            </a:r>
          </a:p>
        </p:txBody>
      </p:sp>
    </p:spTree>
    <p:extLst>
      <p:ext uri="{BB962C8B-B14F-4D97-AF65-F5344CB8AC3E}">
        <p14:creationId xmlns:p14="http://schemas.microsoft.com/office/powerpoint/2010/main" val="2264770652"/>
      </p:ext>
    </p:extLst>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 name="Slide Number Placeholder 5"/>
          <p:cNvSpPr>
            <a:spLocks noGrp="1"/>
          </p:cNvSpPr>
          <p:nvPr>
            <p:ph type="sldNum" sz="quarter" idx="12"/>
          </p:nvPr>
        </p:nvSpPr>
        <p:spPr/>
        <p:txBody>
          <a:bodyPr/>
          <a:lstStyle/>
          <a:p>
            <a:fld id="{BB3EC35A-7A74-4822-B565-079C07F98778}" type="slidenum">
              <a:rPr lang="en-US" altLang="ja-JP"/>
              <a:pPr/>
              <a:t>5</a:t>
            </a:fld>
            <a:endParaRPr lang="en-US" altLang="ja-JP"/>
          </a:p>
        </p:txBody>
      </p:sp>
      <p:sp>
        <p:nvSpPr>
          <p:cNvPr id="584706" name="Rectangle 2"/>
          <p:cNvSpPr>
            <a:spLocks noGrp="1" noChangeArrowheads="1"/>
          </p:cNvSpPr>
          <p:nvPr>
            <p:ph type="ctrTitle"/>
          </p:nvPr>
        </p:nvSpPr>
        <p:spPr>
          <a:xfrm>
            <a:off x="381000" y="0"/>
            <a:ext cx="9144000" cy="762000"/>
          </a:xfrm>
          <a:noFill/>
          <a:ln/>
        </p:spPr>
        <p:txBody>
          <a:bodyPr vert="horz" lIns="92075" tIns="46038" rIns="92075" bIns="46038" rtlCol="0" anchor="ctr">
            <a:noAutofit/>
          </a:bodyPr>
          <a:lstStyle/>
          <a:p>
            <a:pPr defTabSz="762000"/>
            <a:r>
              <a:rPr lang="en-US" altLang="ja-JP" sz="3200" u="sng">
                <a:solidFill>
                  <a:srgbClr val="FF0033"/>
                </a:solidFill>
                <a:effectLst>
                  <a:outerShdw blurRad="38100" dist="38100" dir="2700000" algn="tl">
                    <a:srgbClr val="C0C0C0"/>
                  </a:outerShdw>
                </a:effectLst>
              </a:rPr>
              <a:t>There are Big Differences in How to Manufacture</a:t>
            </a:r>
            <a:r>
              <a:rPr lang="en-US" altLang="ja-JP" sz="3600">
                <a:solidFill>
                  <a:srgbClr val="FF0033"/>
                </a:solidFill>
                <a:effectLst>
                  <a:outerShdw blurRad="38100" dist="38100" dir="2700000" algn="tl">
                    <a:srgbClr val="C0C0C0"/>
                  </a:outerShdw>
                </a:effectLst>
                <a:latin typeface="MS PGothic" panose="020B0600070205080204" pitchFamily="34" charset="-128"/>
              </a:rPr>
              <a:t> </a:t>
            </a:r>
          </a:p>
        </p:txBody>
      </p:sp>
      <p:sp>
        <p:nvSpPr>
          <p:cNvPr id="584707" name="Rectangle 3"/>
          <p:cNvSpPr>
            <a:spLocks noChangeArrowheads="1"/>
          </p:cNvSpPr>
          <p:nvPr/>
        </p:nvSpPr>
        <p:spPr bwMode="auto">
          <a:xfrm>
            <a:off x="1758950" y="920750"/>
            <a:ext cx="749300" cy="1206500"/>
          </a:xfrm>
          <a:prstGeom prst="rect">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1pPr>
            <a:lvl2pPr marL="5715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2pPr>
            <a:lvl3pPr marL="11430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3pPr>
            <a:lvl4pPr marL="17145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4pPr>
            <a:lvl5pPr marL="22860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9pPr>
          </a:lstStyle>
          <a:p>
            <a:pPr algn="ctr"/>
            <a:r>
              <a:rPr lang="ja-JP" altLang="en-US"/>
              <a:t>＃１</a:t>
            </a:r>
          </a:p>
        </p:txBody>
      </p:sp>
      <p:sp>
        <p:nvSpPr>
          <p:cNvPr id="584708" name="Rectangle 4"/>
          <p:cNvSpPr>
            <a:spLocks noChangeArrowheads="1"/>
          </p:cNvSpPr>
          <p:nvPr/>
        </p:nvSpPr>
        <p:spPr bwMode="auto">
          <a:xfrm>
            <a:off x="3886200" y="914400"/>
            <a:ext cx="749300" cy="1206500"/>
          </a:xfrm>
          <a:prstGeom prst="rect">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1pPr>
            <a:lvl2pPr marL="5715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2pPr>
            <a:lvl3pPr marL="11430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3pPr>
            <a:lvl4pPr marL="17145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4pPr>
            <a:lvl5pPr marL="22860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9pPr>
          </a:lstStyle>
          <a:p>
            <a:pPr algn="ctr"/>
            <a:r>
              <a:rPr lang="ja-JP" altLang="en-US"/>
              <a:t>＃２</a:t>
            </a:r>
          </a:p>
        </p:txBody>
      </p:sp>
      <p:sp>
        <p:nvSpPr>
          <p:cNvPr id="584709" name="Rectangle 5"/>
          <p:cNvSpPr>
            <a:spLocks noChangeArrowheads="1"/>
          </p:cNvSpPr>
          <p:nvPr/>
        </p:nvSpPr>
        <p:spPr bwMode="auto">
          <a:xfrm>
            <a:off x="5797550" y="920750"/>
            <a:ext cx="749300" cy="1206500"/>
          </a:xfrm>
          <a:prstGeom prst="rect">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1pPr>
            <a:lvl2pPr marL="5715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2pPr>
            <a:lvl3pPr marL="11430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3pPr>
            <a:lvl4pPr marL="17145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4pPr>
            <a:lvl5pPr marL="22860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9pPr>
          </a:lstStyle>
          <a:p>
            <a:pPr algn="ctr"/>
            <a:r>
              <a:rPr lang="ja-JP" altLang="en-US"/>
              <a:t>＃３</a:t>
            </a:r>
          </a:p>
        </p:txBody>
      </p:sp>
      <p:sp>
        <p:nvSpPr>
          <p:cNvPr id="584710" name="Rectangle 6"/>
          <p:cNvSpPr>
            <a:spLocks noChangeArrowheads="1"/>
          </p:cNvSpPr>
          <p:nvPr/>
        </p:nvSpPr>
        <p:spPr bwMode="auto">
          <a:xfrm>
            <a:off x="7854950" y="920750"/>
            <a:ext cx="749300" cy="1206500"/>
          </a:xfrm>
          <a:prstGeom prst="rect">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1pPr>
            <a:lvl2pPr marL="5715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2pPr>
            <a:lvl3pPr marL="11430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3pPr>
            <a:lvl4pPr marL="17145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4pPr>
            <a:lvl5pPr marL="22860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9pPr>
          </a:lstStyle>
          <a:p>
            <a:pPr algn="ctr"/>
            <a:r>
              <a:rPr lang="ja-JP" altLang="en-US"/>
              <a:t>＃４</a:t>
            </a:r>
          </a:p>
        </p:txBody>
      </p:sp>
      <p:grpSp>
        <p:nvGrpSpPr>
          <p:cNvPr id="584711" name="Group 7"/>
          <p:cNvGrpSpPr>
            <a:grpSpLocks/>
          </p:cNvGrpSpPr>
          <p:nvPr/>
        </p:nvGrpSpPr>
        <p:grpSpPr bwMode="auto">
          <a:xfrm>
            <a:off x="1225550" y="2139950"/>
            <a:ext cx="444500" cy="596900"/>
            <a:chOff x="532" y="1636"/>
            <a:chExt cx="280" cy="376"/>
          </a:xfrm>
        </p:grpSpPr>
        <p:sp>
          <p:nvSpPr>
            <p:cNvPr id="584712" name="Rectangle 8"/>
            <p:cNvSpPr>
              <a:spLocks noChangeArrowheads="1"/>
            </p:cNvSpPr>
            <p:nvPr/>
          </p:nvSpPr>
          <p:spPr bwMode="auto">
            <a:xfrm>
              <a:off x="532" y="1764"/>
              <a:ext cx="88" cy="120"/>
            </a:xfrm>
            <a:prstGeom prst="rect">
              <a:avLst/>
            </a:prstGeom>
            <a:solidFill>
              <a:schemeClr val="accent2"/>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sp>
          <p:nvSpPr>
            <p:cNvPr id="584713" name="Rectangle 9"/>
            <p:cNvSpPr>
              <a:spLocks noChangeArrowheads="1"/>
            </p:cNvSpPr>
            <p:nvPr/>
          </p:nvSpPr>
          <p:spPr bwMode="auto">
            <a:xfrm>
              <a:off x="532" y="1892"/>
              <a:ext cx="88" cy="120"/>
            </a:xfrm>
            <a:prstGeom prst="rect">
              <a:avLst/>
            </a:prstGeom>
            <a:solidFill>
              <a:schemeClr val="accent2"/>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sp>
          <p:nvSpPr>
            <p:cNvPr id="584714" name="Rectangle 10"/>
            <p:cNvSpPr>
              <a:spLocks noChangeArrowheads="1"/>
            </p:cNvSpPr>
            <p:nvPr/>
          </p:nvSpPr>
          <p:spPr bwMode="auto">
            <a:xfrm>
              <a:off x="628" y="1764"/>
              <a:ext cx="88" cy="120"/>
            </a:xfrm>
            <a:prstGeom prst="rect">
              <a:avLst/>
            </a:prstGeom>
            <a:solidFill>
              <a:schemeClr val="accent2"/>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sp>
          <p:nvSpPr>
            <p:cNvPr id="584715" name="Rectangle 11"/>
            <p:cNvSpPr>
              <a:spLocks noChangeArrowheads="1"/>
            </p:cNvSpPr>
            <p:nvPr/>
          </p:nvSpPr>
          <p:spPr bwMode="auto">
            <a:xfrm>
              <a:off x="628" y="1892"/>
              <a:ext cx="88" cy="120"/>
            </a:xfrm>
            <a:prstGeom prst="rect">
              <a:avLst/>
            </a:prstGeom>
            <a:solidFill>
              <a:schemeClr val="accent2"/>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sp>
          <p:nvSpPr>
            <p:cNvPr id="584716" name="Rectangle 12"/>
            <p:cNvSpPr>
              <a:spLocks noChangeArrowheads="1"/>
            </p:cNvSpPr>
            <p:nvPr/>
          </p:nvSpPr>
          <p:spPr bwMode="auto">
            <a:xfrm>
              <a:off x="724" y="1892"/>
              <a:ext cx="88" cy="120"/>
            </a:xfrm>
            <a:prstGeom prst="rect">
              <a:avLst/>
            </a:prstGeom>
            <a:solidFill>
              <a:schemeClr val="accent2"/>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sp>
          <p:nvSpPr>
            <p:cNvPr id="584717" name="Rectangle 13"/>
            <p:cNvSpPr>
              <a:spLocks noChangeArrowheads="1"/>
            </p:cNvSpPr>
            <p:nvPr/>
          </p:nvSpPr>
          <p:spPr bwMode="auto">
            <a:xfrm>
              <a:off x="628" y="1636"/>
              <a:ext cx="88" cy="120"/>
            </a:xfrm>
            <a:prstGeom prst="rect">
              <a:avLst/>
            </a:prstGeom>
            <a:solidFill>
              <a:schemeClr val="accent2"/>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sp>
          <p:nvSpPr>
            <p:cNvPr id="584718" name="Rectangle 14"/>
            <p:cNvSpPr>
              <a:spLocks noChangeArrowheads="1"/>
            </p:cNvSpPr>
            <p:nvPr/>
          </p:nvSpPr>
          <p:spPr bwMode="auto">
            <a:xfrm>
              <a:off x="724" y="1764"/>
              <a:ext cx="88" cy="120"/>
            </a:xfrm>
            <a:prstGeom prst="rect">
              <a:avLst/>
            </a:prstGeom>
            <a:solidFill>
              <a:schemeClr val="accent2"/>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sp>
          <p:nvSpPr>
            <p:cNvPr id="584719" name="Rectangle 15"/>
            <p:cNvSpPr>
              <a:spLocks noChangeArrowheads="1"/>
            </p:cNvSpPr>
            <p:nvPr/>
          </p:nvSpPr>
          <p:spPr bwMode="auto">
            <a:xfrm>
              <a:off x="532" y="1636"/>
              <a:ext cx="88" cy="120"/>
            </a:xfrm>
            <a:prstGeom prst="rect">
              <a:avLst/>
            </a:prstGeom>
            <a:solidFill>
              <a:schemeClr val="accent2"/>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sp>
          <p:nvSpPr>
            <p:cNvPr id="584720" name="Rectangle 16"/>
            <p:cNvSpPr>
              <a:spLocks noChangeArrowheads="1"/>
            </p:cNvSpPr>
            <p:nvPr/>
          </p:nvSpPr>
          <p:spPr bwMode="auto">
            <a:xfrm>
              <a:off x="724" y="1636"/>
              <a:ext cx="88" cy="120"/>
            </a:xfrm>
            <a:prstGeom prst="rect">
              <a:avLst/>
            </a:prstGeom>
            <a:solidFill>
              <a:schemeClr val="accent2"/>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grpSp>
      <p:grpSp>
        <p:nvGrpSpPr>
          <p:cNvPr id="584721" name="Group 17"/>
          <p:cNvGrpSpPr>
            <a:grpSpLocks/>
          </p:cNvGrpSpPr>
          <p:nvPr/>
        </p:nvGrpSpPr>
        <p:grpSpPr bwMode="auto">
          <a:xfrm>
            <a:off x="2597150" y="2139950"/>
            <a:ext cx="444500" cy="596900"/>
            <a:chOff x="1396" y="1636"/>
            <a:chExt cx="280" cy="376"/>
          </a:xfrm>
        </p:grpSpPr>
        <p:sp>
          <p:nvSpPr>
            <p:cNvPr id="584722" name="Rectangle 18"/>
            <p:cNvSpPr>
              <a:spLocks noChangeArrowheads="1"/>
            </p:cNvSpPr>
            <p:nvPr/>
          </p:nvSpPr>
          <p:spPr bwMode="auto">
            <a:xfrm>
              <a:off x="1396" y="1764"/>
              <a:ext cx="88" cy="120"/>
            </a:xfrm>
            <a:prstGeom prst="rect">
              <a:avLst/>
            </a:prstGeom>
            <a:solidFill>
              <a:srgbClr val="FF00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sp>
          <p:nvSpPr>
            <p:cNvPr id="584723" name="Rectangle 19"/>
            <p:cNvSpPr>
              <a:spLocks noChangeArrowheads="1"/>
            </p:cNvSpPr>
            <p:nvPr/>
          </p:nvSpPr>
          <p:spPr bwMode="auto">
            <a:xfrm>
              <a:off x="1396" y="1892"/>
              <a:ext cx="88" cy="120"/>
            </a:xfrm>
            <a:prstGeom prst="rect">
              <a:avLst/>
            </a:prstGeom>
            <a:solidFill>
              <a:srgbClr val="FF00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sp>
          <p:nvSpPr>
            <p:cNvPr id="584724" name="Rectangle 20"/>
            <p:cNvSpPr>
              <a:spLocks noChangeArrowheads="1"/>
            </p:cNvSpPr>
            <p:nvPr/>
          </p:nvSpPr>
          <p:spPr bwMode="auto">
            <a:xfrm>
              <a:off x="1492" y="1764"/>
              <a:ext cx="88" cy="120"/>
            </a:xfrm>
            <a:prstGeom prst="rect">
              <a:avLst/>
            </a:prstGeom>
            <a:solidFill>
              <a:srgbClr val="FF00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sp>
          <p:nvSpPr>
            <p:cNvPr id="584725" name="Rectangle 21"/>
            <p:cNvSpPr>
              <a:spLocks noChangeArrowheads="1"/>
            </p:cNvSpPr>
            <p:nvPr/>
          </p:nvSpPr>
          <p:spPr bwMode="auto">
            <a:xfrm>
              <a:off x="1492" y="1892"/>
              <a:ext cx="88" cy="120"/>
            </a:xfrm>
            <a:prstGeom prst="rect">
              <a:avLst/>
            </a:prstGeom>
            <a:solidFill>
              <a:srgbClr val="FF00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sp>
          <p:nvSpPr>
            <p:cNvPr id="584726" name="Rectangle 22"/>
            <p:cNvSpPr>
              <a:spLocks noChangeArrowheads="1"/>
            </p:cNvSpPr>
            <p:nvPr/>
          </p:nvSpPr>
          <p:spPr bwMode="auto">
            <a:xfrm>
              <a:off x="1588" y="1892"/>
              <a:ext cx="88" cy="120"/>
            </a:xfrm>
            <a:prstGeom prst="rect">
              <a:avLst/>
            </a:prstGeom>
            <a:solidFill>
              <a:srgbClr val="FF00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sp>
          <p:nvSpPr>
            <p:cNvPr id="584727" name="Rectangle 23"/>
            <p:cNvSpPr>
              <a:spLocks noChangeArrowheads="1"/>
            </p:cNvSpPr>
            <p:nvPr/>
          </p:nvSpPr>
          <p:spPr bwMode="auto">
            <a:xfrm>
              <a:off x="1492" y="1636"/>
              <a:ext cx="88" cy="120"/>
            </a:xfrm>
            <a:prstGeom prst="rect">
              <a:avLst/>
            </a:prstGeom>
            <a:solidFill>
              <a:srgbClr val="FF00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sp>
          <p:nvSpPr>
            <p:cNvPr id="584728" name="Rectangle 24"/>
            <p:cNvSpPr>
              <a:spLocks noChangeArrowheads="1"/>
            </p:cNvSpPr>
            <p:nvPr/>
          </p:nvSpPr>
          <p:spPr bwMode="auto">
            <a:xfrm>
              <a:off x="1588" y="1764"/>
              <a:ext cx="88" cy="120"/>
            </a:xfrm>
            <a:prstGeom prst="rect">
              <a:avLst/>
            </a:prstGeom>
            <a:solidFill>
              <a:srgbClr val="FF00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sp>
          <p:nvSpPr>
            <p:cNvPr id="584729" name="Rectangle 25"/>
            <p:cNvSpPr>
              <a:spLocks noChangeArrowheads="1"/>
            </p:cNvSpPr>
            <p:nvPr/>
          </p:nvSpPr>
          <p:spPr bwMode="auto">
            <a:xfrm>
              <a:off x="1396" y="1636"/>
              <a:ext cx="88" cy="120"/>
            </a:xfrm>
            <a:prstGeom prst="rect">
              <a:avLst/>
            </a:prstGeom>
            <a:solidFill>
              <a:srgbClr val="FF00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sp>
          <p:nvSpPr>
            <p:cNvPr id="584730" name="Rectangle 26"/>
            <p:cNvSpPr>
              <a:spLocks noChangeArrowheads="1"/>
            </p:cNvSpPr>
            <p:nvPr/>
          </p:nvSpPr>
          <p:spPr bwMode="auto">
            <a:xfrm>
              <a:off x="1588" y="1636"/>
              <a:ext cx="88" cy="120"/>
            </a:xfrm>
            <a:prstGeom prst="rect">
              <a:avLst/>
            </a:prstGeom>
            <a:solidFill>
              <a:srgbClr val="FF00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grpSp>
      <p:grpSp>
        <p:nvGrpSpPr>
          <p:cNvPr id="584731" name="Group 27"/>
          <p:cNvGrpSpPr>
            <a:grpSpLocks/>
          </p:cNvGrpSpPr>
          <p:nvPr/>
        </p:nvGrpSpPr>
        <p:grpSpPr bwMode="auto">
          <a:xfrm>
            <a:off x="3359150" y="2139950"/>
            <a:ext cx="444500" cy="596900"/>
            <a:chOff x="1876" y="1636"/>
            <a:chExt cx="280" cy="376"/>
          </a:xfrm>
        </p:grpSpPr>
        <p:sp>
          <p:nvSpPr>
            <p:cNvPr id="584732" name="Rectangle 28"/>
            <p:cNvSpPr>
              <a:spLocks noChangeArrowheads="1"/>
            </p:cNvSpPr>
            <p:nvPr/>
          </p:nvSpPr>
          <p:spPr bwMode="auto">
            <a:xfrm>
              <a:off x="1876" y="1764"/>
              <a:ext cx="88" cy="120"/>
            </a:xfrm>
            <a:prstGeom prst="rect">
              <a:avLst/>
            </a:prstGeom>
            <a:solidFill>
              <a:srgbClr val="FF00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sp>
          <p:nvSpPr>
            <p:cNvPr id="584733" name="Rectangle 29"/>
            <p:cNvSpPr>
              <a:spLocks noChangeArrowheads="1"/>
            </p:cNvSpPr>
            <p:nvPr/>
          </p:nvSpPr>
          <p:spPr bwMode="auto">
            <a:xfrm>
              <a:off x="1876" y="1892"/>
              <a:ext cx="88" cy="120"/>
            </a:xfrm>
            <a:prstGeom prst="rect">
              <a:avLst/>
            </a:prstGeom>
            <a:solidFill>
              <a:srgbClr val="FF00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sp>
          <p:nvSpPr>
            <p:cNvPr id="584734" name="Rectangle 30"/>
            <p:cNvSpPr>
              <a:spLocks noChangeArrowheads="1"/>
            </p:cNvSpPr>
            <p:nvPr/>
          </p:nvSpPr>
          <p:spPr bwMode="auto">
            <a:xfrm>
              <a:off x="1972" y="1764"/>
              <a:ext cx="88" cy="120"/>
            </a:xfrm>
            <a:prstGeom prst="rect">
              <a:avLst/>
            </a:prstGeom>
            <a:solidFill>
              <a:srgbClr val="FF00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sp>
          <p:nvSpPr>
            <p:cNvPr id="584735" name="Rectangle 31"/>
            <p:cNvSpPr>
              <a:spLocks noChangeArrowheads="1"/>
            </p:cNvSpPr>
            <p:nvPr/>
          </p:nvSpPr>
          <p:spPr bwMode="auto">
            <a:xfrm>
              <a:off x="1972" y="1892"/>
              <a:ext cx="88" cy="120"/>
            </a:xfrm>
            <a:prstGeom prst="rect">
              <a:avLst/>
            </a:prstGeom>
            <a:solidFill>
              <a:srgbClr val="FF00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sp>
          <p:nvSpPr>
            <p:cNvPr id="584736" name="Rectangle 32"/>
            <p:cNvSpPr>
              <a:spLocks noChangeArrowheads="1"/>
            </p:cNvSpPr>
            <p:nvPr/>
          </p:nvSpPr>
          <p:spPr bwMode="auto">
            <a:xfrm>
              <a:off x="2068" y="1892"/>
              <a:ext cx="88" cy="120"/>
            </a:xfrm>
            <a:prstGeom prst="rect">
              <a:avLst/>
            </a:prstGeom>
            <a:solidFill>
              <a:srgbClr val="FF00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sp>
          <p:nvSpPr>
            <p:cNvPr id="584737" name="Rectangle 33"/>
            <p:cNvSpPr>
              <a:spLocks noChangeArrowheads="1"/>
            </p:cNvSpPr>
            <p:nvPr/>
          </p:nvSpPr>
          <p:spPr bwMode="auto">
            <a:xfrm>
              <a:off x="1972" y="1636"/>
              <a:ext cx="88" cy="120"/>
            </a:xfrm>
            <a:prstGeom prst="rect">
              <a:avLst/>
            </a:prstGeom>
            <a:solidFill>
              <a:srgbClr val="FF00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sp>
          <p:nvSpPr>
            <p:cNvPr id="584738" name="Rectangle 34"/>
            <p:cNvSpPr>
              <a:spLocks noChangeArrowheads="1"/>
            </p:cNvSpPr>
            <p:nvPr/>
          </p:nvSpPr>
          <p:spPr bwMode="auto">
            <a:xfrm>
              <a:off x="2068" y="1764"/>
              <a:ext cx="88" cy="120"/>
            </a:xfrm>
            <a:prstGeom prst="rect">
              <a:avLst/>
            </a:prstGeom>
            <a:solidFill>
              <a:srgbClr val="FF00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sp>
          <p:nvSpPr>
            <p:cNvPr id="584739" name="Rectangle 35"/>
            <p:cNvSpPr>
              <a:spLocks noChangeArrowheads="1"/>
            </p:cNvSpPr>
            <p:nvPr/>
          </p:nvSpPr>
          <p:spPr bwMode="auto">
            <a:xfrm>
              <a:off x="1876" y="1636"/>
              <a:ext cx="88" cy="120"/>
            </a:xfrm>
            <a:prstGeom prst="rect">
              <a:avLst/>
            </a:prstGeom>
            <a:solidFill>
              <a:srgbClr val="FF00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sp>
          <p:nvSpPr>
            <p:cNvPr id="584740" name="Rectangle 36"/>
            <p:cNvSpPr>
              <a:spLocks noChangeArrowheads="1"/>
            </p:cNvSpPr>
            <p:nvPr/>
          </p:nvSpPr>
          <p:spPr bwMode="auto">
            <a:xfrm>
              <a:off x="2068" y="1636"/>
              <a:ext cx="88" cy="120"/>
            </a:xfrm>
            <a:prstGeom prst="rect">
              <a:avLst/>
            </a:prstGeom>
            <a:solidFill>
              <a:srgbClr val="FF00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grpSp>
      <p:grpSp>
        <p:nvGrpSpPr>
          <p:cNvPr id="584741" name="Group 37"/>
          <p:cNvGrpSpPr>
            <a:grpSpLocks/>
          </p:cNvGrpSpPr>
          <p:nvPr/>
        </p:nvGrpSpPr>
        <p:grpSpPr bwMode="auto">
          <a:xfrm>
            <a:off x="4730750" y="2139950"/>
            <a:ext cx="368300" cy="596900"/>
            <a:chOff x="2740" y="1636"/>
            <a:chExt cx="232" cy="376"/>
          </a:xfrm>
        </p:grpSpPr>
        <p:sp>
          <p:nvSpPr>
            <p:cNvPr id="584742" name="Rectangle 38"/>
            <p:cNvSpPr>
              <a:spLocks noChangeArrowheads="1"/>
            </p:cNvSpPr>
            <p:nvPr/>
          </p:nvSpPr>
          <p:spPr bwMode="auto">
            <a:xfrm>
              <a:off x="2740" y="1764"/>
              <a:ext cx="72" cy="120"/>
            </a:xfrm>
            <a:prstGeom prst="rect">
              <a:avLst/>
            </a:prstGeom>
            <a:solidFill>
              <a:srgbClr val="FFFF66"/>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sp>
          <p:nvSpPr>
            <p:cNvPr id="584743" name="Rectangle 39"/>
            <p:cNvSpPr>
              <a:spLocks noChangeArrowheads="1"/>
            </p:cNvSpPr>
            <p:nvPr/>
          </p:nvSpPr>
          <p:spPr bwMode="auto">
            <a:xfrm>
              <a:off x="2740" y="1892"/>
              <a:ext cx="72" cy="120"/>
            </a:xfrm>
            <a:prstGeom prst="rect">
              <a:avLst/>
            </a:prstGeom>
            <a:solidFill>
              <a:srgbClr val="FFFF66"/>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sp>
          <p:nvSpPr>
            <p:cNvPr id="584744" name="Rectangle 40"/>
            <p:cNvSpPr>
              <a:spLocks noChangeArrowheads="1"/>
            </p:cNvSpPr>
            <p:nvPr/>
          </p:nvSpPr>
          <p:spPr bwMode="auto">
            <a:xfrm>
              <a:off x="2820" y="1764"/>
              <a:ext cx="72" cy="120"/>
            </a:xfrm>
            <a:prstGeom prst="rect">
              <a:avLst/>
            </a:prstGeom>
            <a:solidFill>
              <a:srgbClr val="FFFF66"/>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sp>
          <p:nvSpPr>
            <p:cNvPr id="584745" name="Rectangle 41"/>
            <p:cNvSpPr>
              <a:spLocks noChangeArrowheads="1"/>
            </p:cNvSpPr>
            <p:nvPr/>
          </p:nvSpPr>
          <p:spPr bwMode="auto">
            <a:xfrm>
              <a:off x="2820" y="1892"/>
              <a:ext cx="72" cy="120"/>
            </a:xfrm>
            <a:prstGeom prst="rect">
              <a:avLst/>
            </a:prstGeom>
            <a:solidFill>
              <a:srgbClr val="FFFF66"/>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sp>
          <p:nvSpPr>
            <p:cNvPr id="584746" name="Rectangle 42"/>
            <p:cNvSpPr>
              <a:spLocks noChangeArrowheads="1"/>
            </p:cNvSpPr>
            <p:nvPr/>
          </p:nvSpPr>
          <p:spPr bwMode="auto">
            <a:xfrm>
              <a:off x="2900" y="1892"/>
              <a:ext cx="72" cy="120"/>
            </a:xfrm>
            <a:prstGeom prst="rect">
              <a:avLst/>
            </a:prstGeom>
            <a:solidFill>
              <a:srgbClr val="FFFF66"/>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sp>
          <p:nvSpPr>
            <p:cNvPr id="584747" name="Rectangle 43"/>
            <p:cNvSpPr>
              <a:spLocks noChangeArrowheads="1"/>
            </p:cNvSpPr>
            <p:nvPr/>
          </p:nvSpPr>
          <p:spPr bwMode="auto">
            <a:xfrm>
              <a:off x="2820" y="1636"/>
              <a:ext cx="72" cy="120"/>
            </a:xfrm>
            <a:prstGeom prst="rect">
              <a:avLst/>
            </a:prstGeom>
            <a:solidFill>
              <a:srgbClr val="FFFF66"/>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sp>
          <p:nvSpPr>
            <p:cNvPr id="584748" name="Rectangle 44"/>
            <p:cNvSpPr>
              <a:spLocks noChangeArrowheads="1"/>
            </p:cNvSpPr>
            <p:nvPr/>
          </p:nvSpPr>
          <p:spPr bwMode="auto">
            <a:xfrm>
              <a:off x="2900" y="1764"/>
              <a:ext cx="72" cy="120"/>
            </a:xfrm>
            <a:prstGeom prst="rect">
              <a:avLst/>
            </a:prstGeom>
            <a:solidFill>
              <a:srgbClr val="FFFF66"/>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sp>
          <p:nvSpPr>
            <p:cNvPr id="584749" name="Rectangle 45"/>
            <p:cNvSpPr>
              <a:spLocks noChangeArrowheads="1"/>
            </p:cNvSpPr>
            <p:nvPr/>
          </p:nvSpPr>
          <p:spPr bwMode="auto">
            <a:xfrm>
              <a:off x="2740" y="1636"/>
              <a:ext cx="72" cy="120"/>
            </a:xfrm>
            <a:prstGeom prst="rect">
              <a:avLst/>
            </a:prstGeom>
            <a:solidFill>
              <a:srgbClr val="FFFF66"/>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sp>
          <p:nvSpPr>
            <p:cNvPr id="584750" name="Rectangle 46"/>
            <p:cNvSpPr>
              <a:spLocks noChangeArrowheads="1"/>
            </p:cNvSpPr>
            <p:nvPr/>
          </p:nvSpPr>
          <p:spPr bwMode="auto">
            <a:xfrm>
              <a:off x="2900" y="1636"/>
              <a:ext cx="72" cy="120"/>
            </a:xfrm>
            <a:prstGeom prst="rect">
              <a:avLst/>
            </a:prstGeom>
            <a:solidFill>
              <a:srgbClr val="FFFF66"/>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grpSp>
      <p:grpSp>
        <p:nvGrpSpPr>
          <p:cNvPr id="584751" name="Group 47"/>
          <p:cNvGrpSpPr>
            <a:grpSpLocks/>
          </p:cNvGrpSpPr>
          <p:nvPr/>
        </p:nvGrpSpPr>
        <p:grpSpPr bwMode="auto">
          <a:xfrm>
            <a:off x="5340350" y="2139950"/>
            <a:ext cx="368300" cy="596900"/>
            <a:chOff x="3124" y="1636"/>
            <a:chExt cx="232" cy="376"/>
          </a:xfrm>
        </p:grpSpPr>
        <p:sp>
          <p:nvSpPr>
            <p:cNvPr id="584752" name="Rectangle 48"/>
            <p:cNvSpPr>
              <a:spLocks noChangeArrowheads="1"/>
            </p:cNvSpPr>
            <p:nvPr/>
          </p:nvSpPr>
          <p:spPr bwMode="auto">
            <a:xfrm>
              <a:off x="3124" y="1764"/>
              <a:ext cx="72" cy="120"/>
            </a:xfrm>
            <a:prstGeom prst="rect">
              <a:avLst/>
            </a:prstGeom>
            <a:solidFill>
              <a:srgbClr val="FFFF66"/>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sp>
          <p:nvSpPr>
            <p:cNvPr id="584753" name="Rectangle 49"/>
            <p:cNvSpPr>
              <a:spLocks noChangeArrowheads="1"/>
            </p:cNvSpPr>
            <p:nvPr/>
          </p:nvSpPr>
          <p:spPr bwMode="auto">
            <a:xfrm>
              <a:off x="3124" y="1892"/>
              <a:ext cx="72" cy="120"/>
            </a:xfrm>
            <a:prstGeom prst="rect">
              <a:avLst/>
            </a:prstGeom>
            <a:solidFill>
              <a:srgbClr val="FFFF66"/>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sp>
          <p:nvSpPr>
            <p:cNvPr id="584754" name="Rectangle 50"/>
            <p:cNvSpPr>
              <a:spLocks noChangeArrowheads="1"/>
            </p:cNvSpPr>
            <p:nvPr/>
          </p:nvSpPr>
          <p:spPr bwMode="auto">
            <a:xfrm>
              <a:off x="3204" y="1764"/>
              <a:ext cx="72" cy="120"/>
            </a:xfrm>
            <a:prstGeom prst="rect">
              <a:avLst/>
            </a:prstGeom>
            <a:solidFill>
              <a:srgbClr val="FFFF66"/>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sp>
          <p:nvSpPr>
            <p:cNvPr id="584755" name="Rectangle 51"/>
            <p:cNvSpPr>
              <a:spLocks noChangeArrowheads="1"/>
            </p:cNvSpPr>
            <p:nvPr/>
          </p:nvSpPr>
          <p:spPr bwMode="auto">
            <a:xfrm>
              <a:off x="3204" y="1892"/>
              <a:ext cx="72" cy="120"/>
            </a:xfrm>
            <a:prstGeom prst="rect">
              <a:avLst/>
            </a:prstGeom>
            <a:solidFill>
              <a:srgbClr val="FFFF66"/>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sp>
          <p:nvSpPr>
            <p:cNvPr id="584756" name="Rectangle 52"/>
            <p:cNvSpPr>
              <a:spLocks noChangeArrowheads="1"/>
            </p:cNvSpPr>
            <p:nvPr/>
          </p:nvSpPr>
          <p:spPr bwMode="auto">
            <a:xfrm>
              <a:off x="3284" y="1892"/>
              <a:ext cx="72" cy="120"/>
            </a:xfrm>
            <a:prstGeom prst="rect">
              <a:avLst/>
            </a:prstGeom>
            <a:solidFill>
              <a:srgbClr val="FFFF66"/>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sp>
          <p:nvSpPr>
            <p:cNvPr id="584757" name="Rectangle 53"/>
            <p:cNvSpPr>
              <a:spLocks noChangeArrowheads="1"/>
            </p:cNvSpPr>
            <p:nvPr/>
          </p:nvSpPr>
          <p:spPr bwMode="auto">
            <a:xfrm>
              <a:off x="3204" y="1636"/>
              <a:ext cx="72" cy="120"/>
            </a:xfrm>
            <a:prstGeom prst="rect">
              <a:avLst/>
            </a:prstGeom>
            <a:solidFill>
              <a:srgbClr val="FFFF66"/>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sp>
          <p:nvSpPr>
            <p:cNvPr id="584758" name="Rectangle 54"/>
            <p:cNvSpPr>
              <a:spLocks noChangeArrowheads="1"/>
            </p:cNvSpPr>
            <p:nvPr/>
          </p:nvSpPr>
          <p:spPr bwMode="auto">
            <a:xfrm>
              <a:off x="3284" y="1764"/>
              <a:ext cx="72" cy="120"/>
            </a:xfrm>
            <a:prstGeom prst="rect">
              <a:avLst/>
            </a:prstGeom>
            <a:solidFill>
              <a:srgbClr val="FFFF66"/>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sp>
          <p:nvSpPr>
            <p:cNvPr id="584759" name="Rectangle 55"/>
            <p:cNvSpPr>
              <a:spLocks noChangeArrowheads="1"/>
            </p:cNvSpPr>
            <p:nvPr/>
          </p:nvSpPr>
          <p:spPr bwMode="auto">
            <a:xfrm>
              <a:off x="3124" y="1636"/>
              <a:ext cx="72" cy="120"/>
            </a:xfrm>
            <a:prstGeom prst="rect">
              <a:avLst/>
            </a:prstGeom>
            <a:solidFill>
              <a:srgbClr val="FFFF66"/>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sp>
          <p:nvSpPr>
            <p:cNvPr id="584760" name="Rectangle 56"/>
            <p:cNvSpPr>
              <a:spLocks noChangeArrowheads="1"/>
            </p:cNvSpPr>
            <p:nvPr/>
          </p:nvSpPr>
          <p:spPr bwMode="auto">
            <a:xfrm>
              <a:off x="3284" y="1636"/>
              <a:ext cx="72" cy="120"/>
            </a:xfrm>
            <a:prstGeom prst="rect">
              <a:avLst/>
            </a:prstGeom>
            <a:solidFill>
              <a:srgbClr val="FFFF66"/>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grpSp>
      <p:grpSp>
        <p:nvGrpSpPr>
          <p:cNvPr id="584761" name="Group 57"/>
          <p:cNvGrpSpPr>
            <a:grpSpLocks/>
          </p:cNvGrpSpPr>
          <p:nvPr/>
        </p:nvGrpSpPr>
        <p:grpSpPr bwMode="auto">
          <a:xfrm>
            <a:off x="6635750" y="2139950"/>
            <a:ext cx="444500" cy="520700"/>
            <a:chOff x="3940" y="1636"/>
            <a:chExt cx="280" cy="328"/>
          </a:xfrm>
        </p:grpSpPr>
        <p:sp>
          <p:nvSpPr>
            <p:cNvPr id="584762" name="Rectangle 58"/>
            <p:cNvSpPr>
              <a:spLocks noChangeArrowheads="1"/>
            </p:cNvSpPr>
            <p:nvPr/>
          </p:nvSpPr>
          <p:spPr bwMode="auto">
            <a:xfrm>
              <a:off x="3940" y="1748"/>
              <a:ext cx="88" cy="104"/>
            </a:xfrm>
            <a:prstGeom prst="rect">
              <a:avLst/>
            </a:prstGeom>
            <a:solidFill>
              <a:schemeClr val="accent1"/>
            </a:solidFill>
            <a:ln w="12700">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sp>
          <p:nvSpPr>
            <p:cNvPr id="584763" name="Rectangle 59"/>
            <p:cNvSpPr>
              <a:spLocks noChangeArrowheads="1"/>
            </p:cNvSpPr>
            <p:nvPr/>
          </p:nvSpPr>
          <p:spPr bwMode="auto">
            <a:xfrm>
              <a:off x="3940" y="1860"/>
              <a:ext cx="88" cy="104"/>
            </a:xfrm>
            <a:prstGeom prst="rect">
              <a:avLst/>
            </a:prstGeom>
            <a:solidFill>
              <a:schemeClr val="accent1"/>
            </a:solidFill>
            <a:ln w="12700">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sp>
          <p:nvSpPr>
            <p:cNvPr id="584764" name="Rectangle 60"/>
            <p:cNvSpPr>
              <a:spLocks noChangeArrowheads="1"/>
            </p:cNvSpPr>
            <p:nvPr/>
          </p:nvSpPr>
          <p:spPr bwMode="auto">
            <a:xfrm>
              <a:off x="4036" y="1748"/>
              <a:ext cx="88" cy="104"/>
            </a:xfrm>
            <a:prstGeom prst="rect">
              <a:avLst/>
            </a:prstGeom>
            <a:solidFill>
              <a:schemeClr val="accent1"/>
            </a:solidFill>
            <a:ln w="12700">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sp>
          <p:nvSpPr>
            <p:cNvPr id="584765" name="Rectangle 61"/>
            <p:cNvSpPr>
              <a:spLocks noChangeArrowheads="1"/>
            </p:cNvSpPr>
            <p:nvPr/>
          </p:nvSpPr>
          <p:spPr bwMode="auto">
            <a:xfrm>
              <a:off x="4036" y="1860"/>
              <a:ext cx="88" cy="104"/>
            </a:xfrm>
            <a:prstGeom prst="rect">
              <a:avLst/>
            </a:prstGeom>
            <a:solidFill>
              <a:schemeClr val="accent1"/>
            </a:solidFill>
            <a:ln w="12700">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sp>
          <p:nvSpPr>
            <p:cNvPr id="584766" name="Rectangle 62"/>
            <p:cNvSpPr>
              <a:spLocks noChangeArrowheads="1"/>
            </p:cNvSpPr>
            <p:nvPr/>
          </p:nvSpPr>
          <p:spPr bwMode="auto">
            <a:xfrm>
              <a:off x="4132" y="1860"/>
              <a:ext cx="88" cy="104"/>
            </a:xfrm>
            <a:prstGeom prst="rect">
              <a:avLst/>
            </a:prstGeom>
            <a:solidFill>
              <a:schemeClr val="accent1"/>
            </a:solidFill>
            <a:ln w="12700">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sp>
          <p:nvSpPr>
            <p:cNvPr id="584767" name="Rectangle 63"/>
            <p:cNvSpPr>
              <a:spLocks noChangeArrowheads="1"/>
            </p:cNvSpPr>
            <p:nvPr/>
          </p:nvSpPr>
          <p:spPr bwMode="auto">
            <a:xfrm>
              <a:off x="4036" y="1636"/>
              <a:ext cx="88" cy="104"/>
            </a:xfrm>
            <a:prstGeom prst="rect">
              <a:avLst/>
            </a:prstGeom>
            <a:solidFill>
              <a:schemeClr val="accent1"/>
            </a:solidFill>
            <a:ln w="12700">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sp>
          <p:nvSpPr>
            <p:cNvPr id="584768" name="Rectangle 64"/>
            <p:cNvSpPr>
              <a:spLocks noChangeArrowheads="1"/>
            </p:cNvSpPr>
            <p:nvPr/>
          </p:nvSpPr>
          <p:spPr bwMode="auto">
            <a:xfrm>
              <a:off x="4132" y="1748"/>
              <a:ext cx="88" cy="104"/>
            </a:xfrm>
            <a:prstGeom prst="rect">
              <a:avLst/>
            </a:prstGeom>
            <a:solidFill>
              <a:schemeClr val="accent1"/>
            </a:solidFill>
            <a:ln w="12700">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sp>
          <p:nvSpPr>
            <p:cNvPr id="584769" name="Rectangle 65"/>
            <p:cNvSpPr>
              <a:spLocks noChangeArrowheads="1"/>
            </p:cNvSpPr>
            <p:nvPr/>
          </p:nvSpPr>
          <p:spPr bwMode="auto">
            <a:xfrm>
              <a:off x="3940" y="1636"/>
              <a:ext cx="88" cy="104"/>
            </a:xfrm>
            <a:prstGeom prst="rect">
              <a:avLst/>
            </a:prstGeom>
            <a:solidFill>
              <a:schemeClr val="accent1"/>
            </a:solidFill>
            <a:ln w="12700">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sp>
          <p:nvSpPr>
            <p:cNvPr id="584770" name="Rectangle 66"/>
            <p:cNvSpPr>
              <a:spLocks noChangeArrowheads="1"/>
            </p:cNvSpPr>
            <p:nvPr/>
          </p:nvSpPr>
          <p:spPr bwMode="auto">
            <a:xfrm>
              <a:off x="4132" y="1636"/>
              <a:ext cx="88" cy="104"/>
            </a:xfrm>
            <a:prstGeom prst="rect">
              <a:avLst/>
            </a:prstGeom>
            <a:solidFill>
              <a:schemeClr val="accent1"/>
            </a:solidFill>
            <a:ln w="12700">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grpSp>
      <p:grpSp>
        <p:nvGrpSpPr>
          <p:cNvPr id="584771" name="Group 67"/>
          <p:cNvGrpSpPr>
            <a:grpSpLocks/>
          </p:cNvGrpSpPr>
          <p:nvPr/>
        </p:nvGrpSpPr>
        <p:grpSpPr bwMode="auto">
          <a:xfrm>
            <a:off x="7321550" y="2139950"/>
            <a:ext cx="444500" cy="520700"/>
            <a:chOff x="4372" y="1636"/>
            <a:chExt cx="280" cy="328"/>
          </a:xfrm>
        </p:grpSpPr>
        <p:sp>
          <p:nvSpPr>
            <p:cNvPr id="584772" name="Rectangle 68"/>
            <p:cNvSpPr>
              <a:spLocks noChangeArrowheads="1"/>
            </p:cNvSpPr>
            <p:nvPr/>
          </p:nvSpPr>
          <p:spPr bwMode="auto">
            <a:xfrm>
              <a:off x="4372" y="1748"/>
              <a:ext cx="88" cy="104"/>
            </a:xfrm>
            <a:prstGeom prst="rect">
              <a:avLst/>
            </a:prstGeom>
            <a:solidFill>
              <a:schemeClr val="accent1"/>
            </a:solidFill>
            <a:ln w="12700">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sp>
          <p:nvSpPr>
            <p:cNvPr id="584773" name="Rectangle 69"/>
            <p:cNvSpPr>
              <a:spLocks noChangeArrowheads="1"/>
            </p:cNvSpPr>
            <p:nvPr/>
          </p:nvSpPr>
          <p:spPr bwMode="auto">
            <a:xfrm>
              <a:off x="4372" y="1860"/>
              <a:ext cx="88" cy="104"/>
            </a:xfrm>
            <a:prstGeom prst="rect">
              <a:avLst/>
            </a:prstGeom>
            <a:solidFill>
              <a:schemeClr val="accent1"/>
            </a:solidFill>
            <a:ln w="12700">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sp>
          <p:nvSpPr>
            <p:cNvPr id="584774" name="Rectangle 70"/>
            <p:cNvSpPr>
              <a:spLocks noChangeArrowheads="1"/>
            </p:cNvSpPr>
            <p:nvPr/>
          </p:nvSpPr>
          <p:spPr bwMode="auto">
            <a:xfrm>
              <a:off x="4468" y="1748"/>
              <a:ext cx="88" cy="104"/>
            </a:xfrm>
            <a:prstGeom prst="rect">
              <a:avLst/>
            </a:prstGeom>
            <a:solidFill>
              <a:schemeClr val="accent1"/>
            </a:solidFill>
            <a:ln w="12700">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sp>
          <p:nvSpPr>
            <p:cNvPr id="584775" name="Rectangle 71"/>
            <p:cNvSpPr>
              <a:spLocks noChangeArrowheads="1"/>
            </p:cNvSpPr>
            <p:nvPr/>
          </p:nvSpPr>
          <p:spPr bwMode="auto">
            <a:xfrm>
              <a:off x="4468" y="1860"/>
              <a:ext cx="88" cy="104"/>
            </a:xfrm>
            <a:prstGeom prst="rect">
              <a:avLst/>
            </a:prstGeom>
            <a:solidFill>
              <a:schemeClr val="accent1"/>
            </a:solidFill>
            <a:ln w="12700">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sp>
          <p:nvSpPr>
            <p:cNvPr id="584776" name="Rectangle 72"/>
            <p:cNvSpPr>
              <a:spLocks noChangeArrowheads="1"/>
            </p:cNvSpPr>
            <p:nvPr/>
          </p:nvSpPr>
          <p:spPr bwMode="auto">
            <a:xfrm>
              <a:off x="4564" y="1860"/>
              <a:ext cx="88" cy="104"/>
            </a:xfrm>
            <a:prstGeom prst="rect">
              <a:avLst/>
            </a:prstGeom>
            <a:solidFill>
              <a:schemeClr val="accent1"/>
            </a:solidFill>
            <a:ln w="12700">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sp>
          <p:nvSpPr>
            <p:cNvPr id="584777" name="Rectangle 73"/>
            <p:cNvSpPr>
              <a:spLocks noChangeArrowheads="1"/>
            </p:cNvSpPr>
            <p:nvPr/>
          </p:nvSpPr>
          <p:spPr bwMode="auto">
            <a:xfrm>
              <a:off x="4468" y="1636"/>
              <a:ext cx="88" cy="104"/>
            </a:xfrm>
            <a:prstGeom prst="rect">
              <a:avLst/>
            </a:prstGeom>
            <a:solidFill>
              <a:schemeClr val="accent1"/>
            </a:solidFill>
            <a:ln w="12700">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sp>
          <p:nvSpPr>
            <p:cNvPr id="584778" name="Rectangle 74"/>
            <p:cNvSpPr>
              <a:spLocks noChangeArrowheads="1"/>
            </p:cNvSpPr>
            <p:nvPr/>
          </p:nvSpPr>
          <p:spPr bwMode="auto">
            <a:xfrm>
              <a:off x="4564" y="1748"/>
              <a:ext cx="88" cy="104"/>
            </a:xfrm>
            <a:prstGeom prst="rect">
              <a:avLst/>
            </a:prstGeom>
            <a:solidFill>
              <a:schemeClr val="accent1"/>
            </a:solidFill>
            <a:ln w="12700">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sp>
          <p:nvSpPr>
            <p:cNvPr id="584779" name="Rectangle 75"/>
            <p:cNvSpPr>
              <a:spLocks noChangeArrowheads="1"/>
            </p:cNvSpPr>
            <p:nvPr/>
          </p:nvSpPr>
          <p:spPr bwMode="auto">
            <a:xfrm>
              <a:off x="4372" y="1636"/>
              <a:ext cx="88" cy="104"/>
            </a:xfrm>
            <a:prstGeom prst="rect">
              <a:avLst/>
            </a:prstGeom>
            <a:solidFill>
              <a:schemeClr val="accent1"/>
            </a:solidFill>
            <a:ln w="12700">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sp>
          <p:nvSpPr>
            <p:cNvPr id="584780" name="Rectangle 76"/>
            <p:cNvSpPr>
              <a:spLocks noChangeArrowheads="1"/>
            </p:cNvSpPr>
            <p:nvPr/>
          </p:nvSpPr>
          <p:spPr bwMode="auto">
            <a:xfrm>
              <a:off x="4564" y="1636"/>
              <a:ext cx="88" cy="104"/>
            </a:xfrm>
            <a:prstGeom prst="rect">
              <a:avLst/>
            </a:prstGeom>
            <a:solidFill>
              <a:schemeClr val="accent1"/>
            </a:solidFill>
            <a:ln w="12700">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grpSp>
      <p:grpSp>
        <p:nvGrpSpPr>
          <p:cNvPr id="584781" name="Group 77"/>
          <p:cNvGrpSpPr>
            <a:grpSpLocks/>
          </p:cNvGrpSpPr>
          <p:nvPr/>
        </p:nvGrpSpPr>
        <p:grpSpPr bwMode="auto">
          <a:xfrm>
            <a:off x="8693150" y="2444750"/>
            <a:ext cx="444500" cy="520700"/>
            <a:chOff x="5236" y="1636"/>
            <a:chExt cx="280" cy="328"/>
          </a:xfrm>
        </p:grpSpPr>
        <p:sp>
          <p:nvSpPr>
            <p:cNvPr id="584782" name="Rectangle 78"/>
            <p:cNvSpPr>
              <a:spLocks noChangeArrowheads="1"/>
            </p:cNvSpPr>
            <p:nvPr/>
          </p:nvSpPr>
          <p:spPr bwMode="auto">
            <a:xfrm>
              <a:off x="5236" y="1748"/>
              <a:ext cx="88" cy="104"/>
            </a:xfrm>
            <a:prstGeom prst="rect">
              <a:avLst/>
            </a:prstGeom>
            <a:solidFill>
              <a:srgbClr val="3333CC"/>
            </a:solidFill>
            <a:ln w="12700">
              <a:solidFill>
                <a:srgbClr val="FFFF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sp>
          <p:nvSpPr>
            <p:cNvPr id="584783" name="Rectangle 79"/>
            <p:cNvSpPr>
              <a:spLocks noChangeArrowheads="1"/>
            </p:cNvSpPr>
            <p:nvPr/>
          </p:nvSpPr>
          <p:spPr bwMode="auto">
            <a:xfrm>
              <a:off x="5236" y="1860"/>
              <a:ext cx="88" cy="104"/>
            </a:xfrm>
            <a:prstGeom prst="rect">
              <a:avLst/>
            </a:prstGeom>
            <a:solidFill>
              <a:srgbClr val="3333CC"/>
            </a:solidFill>
            <a:ln w="12700">
              <a:solidFill>
                <a:srgbClr val="FFFF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sp>
          <p:nvSpPr>
            <p:cNvPr id="584784" name="Rectangle 80"/>
            <p:cNvSpPr>
              <a:spLocks noChangeArrowheads="1"/>
            </p:cNvSpPr>
            <p:nvPr/>
          </p:nvSpPr>
          <p:spPr bwMode="auto">
            <a:xfrm>
              <a:off x="5332" y="1748"/>
              <a:ext cx="88" cy="104"/>
            </a:xfrm>
            <a:prstGeom prst="rect">
              <a:avLst/>
            </a:prstGeom>
            <a:solidFill>
              <a:srgbClr val="3333CC"/>
            </a:solidFill>
            <a:ln w="12700">
              <a:solidFill>
                <a:srgbClr val="FFFF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sp>
          <p:nvSpPr>
            <p:cNvPr id="584785" name="Rectangle 81"/>
            <p:cNvSpPr>
              <a:spLocks noChangeArrowheads="1"/>
            </p:cNvSpPr>
            <p:nvPr/>
          </p:nvSpPr>
          <p:spPr bwMode="auto">
            <a:xfrm>
              <a:off x="5332" y="1860"/>
              <a:ext cx="88" cy="104"/>
            </a:xfrm>
            <a:prstGeom prst="rect">
              <a:avLst/>
            </a:prstGeom>
            <a:solidFill>
              <a:srgbClr val="3333CC"/>
            </a:solidFill>
            <a:ln w="12700">
              <a:solidFill>
                <a:srgbClr val="FFFF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sp>
          <p:nvSpPr>
            <p:cNvPr id="584786" name="Rectangle 82"/>
            <p:cNvSpPr>
              <a:spLocks noChangeArrowheads="1"/>
            </p:cNvSpPr>
            <p:nvPr/>
          </p:nvSpPr>
          <p:spPr bwMode="auto">
            <a:xfrm>
              <a:off x="5428" y="1860"/>
              <a:ext cx="88" cy="104"/>
            </a:xfrm>
            <a:prstGeom prst="rect">
              <a:avLst/>
            </a:prstGeom>
            <a:solidFill>
              <a:srgbClr val="3333CC"/>
            </a:solidFill>
            <a:ln w="12700">
              <a:solidFill>
                <a:srgbClr val="FFFF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sp>
          <p:nvSpPr>
            <p:cNvPr id="584787" name="Rectangle 83"/>
            <p:cNvSpPr>
              <a:spLocks noChangeArrowheads="1"/>
            </p:cNvSpPr>
            <p:nvPr/>
          </p:nvSpPr>
          <p:spPr bwMode="auto">
            <a:xfrm>
              <a:off x="5332" y="1636"/>
              <a:ext cx="88" cy="104"/>
            </a:xfrm>
            <a:prstGeom prst="rect">
              <a:avLst/>
            </a:prstGeom>
            <a:solidFill>
              <a:srgbClr val="3333CC"/>
            </a:solidFill>
            <a:ln w="12700">
              <a:solidFill>
                <a:srgbClr val="FFFF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sp>
          <p:nvSpPr>
            <p:cNvPr id="584788" name="Rectangle 84"/>
            <p:cNvSpPr>
              <a:spLocks noChangeArrowheads="1"/>
            </p:cNvSpPr>
            <p:nvPr/>
          </p:nvSpPr>
          <p:spPr bwMode="auto">
            <a:xfrm>
              <a:off x="5428" y="1748"/>
              <a:ext cx="88" cy="104"/>
            </a:xfrm>
            <a:prstGeom prst="rect">
              <a:avLst/>
            </a:prstGeom>
            <a:solidFill>
              <a:srgbClr val="3333CC"/>
            </a:solidFill>
            <a:ln w="12700">
              <a:solidFill>
                <a:srgbClr val="FFFF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sp>
          <p:nvSpPr>
            <p:cNvPr id="584789" name="Rectangle 85"/>
            <p:cNvSpPr>
              <a:spLocks noChangeArrowheads="1"/>
            </p:cNvSpPr>
            <p:nvPr/>
          </p:nvSpPr>
          <p:spPr bwMode="auto">
            <a:xfrm>
              <a:off x="5236" y="1636"/>
              <a:ext cx="88" cy="104"/>
            </a:xfrm>
            <a:prstGeom prst="rect">
              <a:avLst/>
            </a:prstGeom>
            <a:solidFill>
              <a:srgbClr val="3333CC"/>
            </a:solidFill>
            <a:ln w="12700">
              <a:solidFill>
                <a:srgbClr val="FFFF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sp>
          <p:nvSpPr>
            <p:cNvPr id="584790" name="Rectangle 86"/>
            <p:cNvSpPr>
              <a:spLocks noChangeArrowheads="1"/>
            </p:cNvSpPr>
            <p:nvPr/>
          </p:nvSpPr>
          <p:spPr bwMode="auto">
            <a:xfrm>
              <a:off x="5428" y="1636"/>
              <a:ext cx="88" cy="104"/>
            </a:xfrm>
            <a:prstGeom prst="rect">
              <a:avLst/>
            </a:prstGeom>
            <a:solidFill>
              <a:srgbClr val="3333CC"/>
            </a:solidFill>
            <a:ln w="12700">
              <a:solidFill>
                <a:srgbClr val="FFFF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grpSp>
      <p:grpSp>
        <p:nvGrpSpPr>
          <p:cNvPr id="584791" name="Group 87"/>
          <p:cNvGrpSpPr>
            <a:grpSpLocks/>
          </p:cNvGrpSpPr>
          <p:nvPr/>
        </p:nvGrpSpPr>
        <p:grpSpPr bwMode="auto">
          <a:xfrm>
            <a:off x="1830388" y="2520950"/>
            <a:ext cx="608012" cy="222250"/>
            <a:chOff x="913" y="1876"/>
            <a:chExt cx="383" cy="140"/>
          </a:xfrm>
        </p:grpSpPr>
        <p:sp>
          <p:nvSpPr>
            <p:cNvPr id="584792" name="Oval 88"/>
            <p:cNvSpPr>
              <a:spLocks noChangeArrowheads="1"/>
            </p:cNvSpPr>
            <p:nvPr/>
          </p:nvSpPr>
          <p:spPr bwMode="auto">
            <a:xfrm>
              <a:off x="992" y="1876"/>
              <a:ext cx="184" cy="136"/>
            </a:xfrm>
            <a:prstGeom prst="ellipse">
              <a:avLst/>
            </a:prstGeom>
            <a:solidFill>
              <a:srgbClr val="FFCC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grpSp>
          <p:nvGrpSpPr>
            <p:cNvPr id="584793" name="Group 89"/>
            <p:cNvGrpSpPr>
              <a:grpSpLocks/>
            </p:cNvGrpSpPr>
            <p:nvPr/>
          </p:nvGrpSpPr>
          <p:grpSpPr bwMode="auto">
            <a:xfrm>
              <a:off x="913" y="1908"/>
              <a:ext cx="383" cy="108"/>
              <a:chOff x="913" y="1908"/>
              <a:chExt cx="383" cy="108"/>
            </a:xfrm>
          </p:grpSpPr>
          <p:sp>
            <p:nvSpPr>
              <p:cNvPr id="584794" name="Arc 90"/>
              <p:cNvSpPr>
                <a:spLocks/>
              </p:cNvSpPr>
              <p:nvPr/>
            </p:nvSpPr>
            <p:spPr bwMode="auto">
              <a:xfrm>
                <a:off x="913" y="1908"/>
                <a:ext cx="192" cy="108"/>
              </a:xfrm>
              <a:custGeom>
                <a:avLst/>
                <a:gdLst>
                  <a:gd name="G0" fmla="+- 21600 0 0"/>
                  <a:gd name="G1" fmla="+- 0 0 0"/>
                  <a:gd name="G2" fmla="+- 21600 0 0"/>
                  <a:gd name="T0" fmla="*/ 21600 w 21600"/>
                  <a:gd name="T1" fmla="*/ 21600 h 21600"/>
                  <a:gd name="T2" fmla="*/ 0 w 21600"/>
                  <a:gd name="T3" fmla="*/ 0 h 21600"/>
                  <a:gd name="T4" fmla="*/ 21600 w 21600"/>
                  <a:gd name="T5" fmla="*/ 0 h 21600"/>
                </a:gdLst>
                <a:ahLst/>
                <a:cxnLst>
                  <a:cxn ang="0">
                    <a:pos x="T0" y="T1"/>
                  </a:cxn>
                  <a:cxn ang="0">
                    <a:pos x="T2" y="T3"/>
                  </a:cxn>
                  <a:cxn ang="0">
                    <a:pos x="T4" y="T5"/>
                  </a:cxn>
                </a:cxnLst>
                <a:rect l="0" t="0" r="r" b="b"/>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close/>
                  </a:path>
                </a:pathLst>
              </a:custGeom>
              <a:noFill/>
              <a:ln w="25400"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ms-MY"/>
              </a:p>
            </p:txBody>
          </p:sp>
          <p:sp>
            <p:nvSpPr>
              <p:cNvPr id="584795" name="Arc 91"/>
              <p:cNvSpPr>
                <a:spLocks/>
              </p:cNvSpPr>
              <p:nvPr/>
            </p:nvSpPr>
            <p:spPr bwMode="auto">
              <a:xfrm>
                <a:off x="1104" y="1908"/>
                <a:ext cx="192" cy="108"/>
              </a:xfrm>
              <a:custGeom>
                <a:avLst/>
                <a:gdLst>
                  <a:gd name="G0" fmla="+- 0 0 0"/>
                  <a:gd name="G1" fmla="+- 0 0 0"/>
                  <a:gd name="G2" fmla="+- 21600 0 0"/>
                  <a:gd name="T0" fmla="*/ 21600 w 21600"/>
                  <a:gd name="T1" fmla="*/ 0 h 21600"/>
                  <a:gd name="T2" fmla="*/ 0 w 21600"/>
                  <a:gd name="T3" fmla="*/ 21600 h 21600"/>
                  <a:gd name="T4" fmla="*/ 0 w 21600"/>
                  <a:gd name="T5" fmla="*/ 0 h 21600"/>
                </a:gdLst>
                <a:ahLst/>
                <a:cxnLst>
                  <a:cxn ang="0">
                    <a:pos x="T0" y="T1"/>
                  </a:cxn>
                  <a:cxn ang="0">
                    <a:pos x="T2" y="T3"/>
                  </a:cxn>
                  <a:cxn ang="0">
                    <a:pos x="T4" y="T5"/>
                  </a:cxn>
                </a:cxnLst>
                <a:rect l="0" t="0" r="r" b="b"/>
                <a:pathLst>
                  <a:path w="21600" h="21600" fill="none" extrusionOk="0">
                    <a:moveTo>
                      <a:pt x="21600" y="0"/>
                    </a:moveTo>
                    <a:cubicBezTo>
                      <a:pt x="21600" y="11929"/>
                      <a:pt x="11929" y="21600"/>
                      <a:pt x="0" y="21600"/>
                    </a:cubicBezTo>
                  </a:path>
                  <a:path w="21600" h="21600" stroke="0" extrusionOk="0">
                    <a:moveTo>
                      <a:pt x="21600" y="0"/>
                    </a:moveTo>
                    <a:cubicBezTo>
                      <a:pt x="21600" y="11929"/>
                      <a:pt x="11929" y="21600"/>
                      <a:pt x="0" y="21600"/>
                    </a:cubicBezTo>
                    <a:lnTo>
                      <a:pt x="0" y="0"/>
                    </a:lnTo>
                    <a:close/>
                  </a:path>
                </a:pathLst>
              </a:custGeom>
              <a:noFill/>
              <a:ln w="25400"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ms-MY"/>
              </a:p>
            </p:txBody>
          </p:sp>
        </p:grpSp>
      </p:grpSp>
      <p:grpSp>
        <p:nvGrpSpPr>
          <p:cNvPr id="584796" name="Group 92"/>
          <p:cNvGrpSpPr>
            <a:grpSpLocks/>
          </p:cNvGrpSpPr>
          <p:nvPr/>
        </p:nvGrpSpPr>
        <p:grpSpPr bwMode="auto">
          <a:xfrm>
            <a:off x="3963988" y="2444750"/>
            <a:ext cx="608012" cy="222250"/>
            <a:chOff x="2257" y="1828"/>
            <a:chExt cx="383" cy="140"/>
          </a:xfrm>
        </p:grpSpPr>
        <p:sp>
          <p:nvSpPr>
            <p:cNvPr id="584797" name="Oval 93"/>
            <p:cNvSpPr>
              <a:spLocks noChangeArrowheads="1"/>
            </p:cNvSpPr>
            <p:nvPr/>
          </p:nvSpPr>
          <p:spPr bwMode="auto">
            <a:xfrm>
              <a:off x="2336" y="1828"/>
              <a:ext cx="184" cy="136"/>
            </a:xfrm>
            <a:prstGeom prst="ellipse">
              <a:avLst/>
            </a:prstGeom>
            <a:solidFill>
              <a:srgbClr val="FFCC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grpSp>
          <p:nvGrpSpPr>
            <p:cNvPr id="584798" name="Group 94"/>
            <p:cNvGrpSpPr>
              <a:grpSpLocks/>
            </p:cNvGrpSpPr>
            <p:nvPr/>
          </p:nvGrpSpPr>
          <p:grpSpPr bwMode="auto">
            <a:xfrm>
              <a:off x="2257" y="1860"/>
              <a:ext cx="383" cy="108"/>
              <a:chOff x="2257" y="1860"/>
              <a:chExt cx="383" cy="108"/>
            </a:xfrm>
          </p:grpSpPr>
          <p:sp>
            <p:nvSpPr>
              <p:cNvPr id="584799" name="Arc 95"/>
              <p:cNvSpPr>
                <a:spLocks/>
              </p:cNvSpPr>
              <p:nvPr/>
            </p:nvSpPr>
            <p:spPr bwMode="auto">
              <a:xfrm>
                <a:off x="2257" y="1860"/>
                <a:ext cx="192" cy="108"/>
              </a:xfrm>
              <a:custGeom>
                <a:avLst/>
                <a:gdLst>
                  <a:gd name="G0" fmla="+- 21600 0 0"/>
                  <a:gd name="G1" fmla="+- 0 0 0"/>
                  <a:gd name="G2" fmla="+- 21600 0 0"/>
                  <a:gd name="T0" fmla="*/ 21600 w 21600"/>
                  <a:gd name="T1" fmla="*/ 21600 h 21600"/>
                  <a:gd name="T2" fmla="*/ 0 w 21600"/>
                  <a:gd name="T3" fmla="*/ 0 h 21600"/>
                  <a:gd name="T4" fmla="*/ 21600 w 21600"/>
                  <a:gd name="T5" fmla="*/ 0 h 21600"/>
                </a:gdLst>
                <a:ahLst/>
                <a:cxnLst>
                  <a:cxn ang="0">
                    <a:pos x="T0" y="T1"/>
                  </a:cxn>
                  <a:cxn ang="0">
                    <a:pos x="T2" y="T3"/>
                  </a:cxn>
                  <a:cxn ang="0">
                    <a:pos x="T4" y="T5"/>
                  </a:cxn>
                </a:cxnLst>
                <a:rect l="0" t="0" r="r" b="b"/>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close/>
                  </a:path>
                </a:pathLst>
              </a:custGeom>
              <a:noFill/>
              <a:ln w="25400"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ms-MY"/>
              </a:p>
            </p:txBody>
          </p:sp>
          <p:sp>
            <p:nvSpPr>
              <p:cNvPr id="584800" name="Arc 96"/>
              <p:cNvSpPr>
                <a:spLocks/>
              </p:cNvSpPr>
              <p:nvPr/>
            </p:nvSpPr>
            <p:spPr bwMode="auto">
              <a:xfrm>
                <a:off x="2448" y="1860"/>
                <a:ext cx="192" cy="108"/>
              </a:xfrm>
              <a:custGeom>
                <a:avLst/>
                <a:gdLst>
                  <a:gd name="G0" fmla="+- 0 0 0"/>
                  <a:gd name="G1" fmla="+- 0 0 0"/>
                  <a:gd name="G2" fmla="+- 21600 0 0"/>
                  <a:gd name="T0" fmla="*/ 21600 w 21600"/>
                  <a:gd name="T1" fmla="*/ 0 h 21600"/>
                  <a:gd name="T2" fmla="*/ 0 w 21600"/>
                  <a:gd name="T3" fmla="*/ 21600 h 21600"/>
                  <a:gd name="T4" fmla="*/ 0 w 21600"/>
                  <a:gd name="T5" fmla="*/ 0 h 21600"/>
                </a:gdLst>
                <a:ahLst/>
                <a:cxnLst>
                  <a:cxn ang="0">
                    <a:pos x="T0" y="T1"/>
                  </a:cxn>
                  <a:cxn ang="0">
                    <a:pos x="T2" y="T3"/>
                  </a:cxn>
                  <a:cxn ang="0">
                    <a:pos x="T4" y="T5"/>
                  </a:cxn>
                </a:cxnLst>
                <a:rect l="0" t="0" r="r" b="b"/>
                <a:pathLst>
                  <a:path w="21600" h="21600" fill="none" extrusionOk="0">
                    <a:moveTo>
                      <a:pt x="21600" y="0"/>
                    </a:moveTo>
                    <a:cubicBezTo>
                      <a:pt x="21600" y="11929"/>
                      <a:pt x="11929" y="21600"/>
                      <a:pt x="0" y="21600"/>
                    </a:cubicBezTo>
                  </a:path>
                  <a:path w="21600" h="21600" stroke="0" extrusionOk="0">
                    <a:moveTo>
                      <a:pt x="21600" y="0"/>
                    </a:moveTo>
                    <a:cubicBezTo>
                      <a:pt x="21600" y="11929"/>
                      <a:pt x="11929" y="21600"/>
                      <a:pt x="0" y="21600"/>
                    </a:cubicBezTo>
                    <a:lnTo>
                      <a:pt x="0" y="0"/>
                    </a:lnTo>
                    <a:close/>
                  </a:path>
                </a:pathLst>
              </a:custGeom>
              <a:noFill/>
              <a:ln w="25400"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ms-MY"/>
              </a:p>
            </p:txBody>
          </p:sp>
        </p:grpSp>
      </p:grpSp>
      <p:grpSp>
        <p:nvGrpSpPr>
          <p:cNvPr id="584801" name="Group 97"/>
          <p:cNvGrpSpPr>
            <a:grpSpLocks/>
          </p:cNvGrpSpPr>
          <p:nvPr/>
        </p:nvGrpSpPr>
        <p:grpSpPr bwMode="auto">
          <a:xfrm>
            <a:off x="5868988" y="2444750"/>
            <a:ext cx="608012" cy="222250"/>
            <a:chOff x="3457" y="1828"/>
            <a:chExt cx="383" cy="140"/>
          </a:xfrm>
        </p:grpSpPr>
        <p:sp>
          <p:nvSpPr>
            <p:cNvPr id="584802" name="Oval 98"/>
            <p:cNvSpPr>
              <a:spLocks noChangeArrowheads="1"/>
            </p:cNvSpPr>
            <p:nvPr/>
          </p:nvSpPr>
          <p:spPr bwMode="auto">
            <a:xfrm>
              <a:off x="3536" y="1828"/>
              <a:ext cx="184" cy="136"/>
            </a:xfrm>
            <a:prstGeom prst="ellipse">
              <a:avLst/>
            </a:prstGeom>
            <a:solidFill>
              <a:srgbClr val="FFCC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grpSp>
          <p:nvGrpSpPr>
            <p:cNvPr id="584803" name="Group 99"/>
            <p:cNvGrpSpPr>
              <a:grpSpLocks/>
            </p:cNvGrpSpPr>
            <p:nvPr/>
          </p:nvGrpSpPr>
          <p:grpSpPr bwMode="auto">
            <a:xfrm>
              <a:off x="3457" y="1860"/>
              <a:ext cx="383" cy="108"/>
              <a:chOff x="3457" y="1860"/>
              <a:chExt cx="383" cy="108"/>
            </a:xfrm>
          </p:grpSpPr>
          <p:sp>
            <p:nvSpPr>
              <p:cNvPr id="584804" name="Arc 100"/>
              <p:cNvSpPr>
                <a:spLocks/>
              </p:cNvSpPr>
              <p:nvPr/>
            </p:nvSpPr>
            <p:spPr bwMode="auto">
              <a:xfrm>
                <a:off x="3457" y="1860"/>
                <a:ext cx="192" cy="108"/>
              </a:xfrm>
              <a:custGeom>
                <a:avLst/>
                <a:gdLst>
                  <a:gd name="G0" fmla="+- 21600 0 0"/>
                  <a:gd name="G1" fmla="+- 0 0 0"/>
                  <a:gd name="G2" fmla="+- 21600 0 0"/>
                  <a:gd name="T0" fmla="*/ 21600 w 21600"/>
                  <a:gd name="T1" fmla="*/ 21600 h 21600"/>
                  <a:gd name="T2" fmla="*/ 0 w 21600"/>
                  <a:gd name="T3" fmla="*/ 0 h 21600"/>
                  <a:gd name="T4" fmla="*/ 21600 w 21600"/>
                  <a:gd name="T5" fmla="*/ 0 h 21600"/>
                </a:gdLst>
                <a:ahLst/>
                <a:cxnLst>
                  <a:cxn ang="0">
                    <a:pos x="T0" y="T1"/>
                  </a:cxn>
                  <a:cxn ang="0">
                    <a:pos x="T2" y="T3"/>
                  </a:cxn>
                  <a:cxn ang="0">
                    <a:pos x="T4" y="T5"/>
                  </a:cxn>
                </a:cxnLst>
                <a:rect l="0" t="0" r="r" b="b"/>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close/>
                  </a:path>
                </a:pathLst>
              </a:custGeom>
              <a:noFill/>
              <a:ln w="25400"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ms-MY"/>
              </a:p>
            </p:txBody>
          </p:sp>
          <p:sp>
            <p:nvSpPr>
              <p:cNvPr id="584805" name="Arc 101"/>
              <p:cNvSpPr>
                <a:spLocks/>
              </p:cNvSpPr>
              <p:nvPr/>
            </p:nvSpPr>
            <p:spPr bwMode="auto">
              <a:xfrm>
                <a:off x="3648" y="1860"/>
                <a:ext cx="192" cy="108"/>
              </a:xfrm>
              <a:custGeom>
                <a:avLst/>
                <a:gdLst>
                  <a:gd name="G0" fmla="+- 0 0 0"/>
                  <a:gd name="G1" fmla="+- 0 0 0"/>
                  <a:gd name="G2" fmla="+- 21600 0 0"/>
                  <a:gd name="T0" fmla="*/ 21600 w 21600"/>
                  <a:gd name="T1" fmla="*/ 0 h 21600"/>
                  <a:gd name="T2" fmla="*/ 0 w 21600"/>
                  <a:gd name="T3" fmla="*/ 21600 h 21600"/>
                  <a:gd name="T4" fmla="*/ 0 w 21600"/>
                  <a:gd name="T5" fmla="*/ 0 h 21600"/>
                </a:gdLst>
                <a:ahLst/>
                <a:cxnLst>
                  <a:cxn ang="0">
                    <a:pos x="T0" y="T1"/>
                  </a:cxn>
                  <a:cxn ang="0">
                    <a:pos x="T2" y="T3"/>
                  </a:cxn>
                  <a:cxn ang="0">
                    <a:pos x="T4" y="T5"/>
                  </a:cxn>
                </a:cxnLst>
                <a:rect l="0" t="0" r="r" b="b"/>
                <a:pathLst>
                  <a:path w="21600" h="21600" fill="none" extrusionOk="0">
                    <a:moveTo>
                      <a:pt x="21600" y="0"/>
                    </a:moveTo>
                    <a:cubicBezTo>
                      <a:pt x="21600" y="11929"/>
                      <a:pt x="11929" y="21600"/>
                      <a:pt x="0" y="21600"/>
                    </a:cubicBezTo>
                  </a:path>
                  <a:path w="21600" h="21600" stroke="0" extrusionOk="0">
                    <a:moveTo>
                      <a:pt x="21600" y="0"/>
                    </a:moveTo>
                    <a:cubicBezTo>
                      <a:pt x="21600" y="11929"/>
                      <a:pt x="11929" y="21600"/>
                      <a:pt x="0" y="21600"/>
                    </a:cubicBezTo>
                    <a:lnTo>
                      <a:pt x="0" y="0"/>
                    </a:lnTo>
                    <a:close/>
                  </a:path>
                </a:pathLst>
              </a:custGeom>
              <a:noFill/>
              <a:ln w="25400"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ms-MY"/>
              </a:p>
            </p:txBody>
          </p:sp>
        </p:grpSp>
      </p:grpSp>
      <p:grpSp>
        <p:nvGrpSpPr>
          <p:cNvPr id="584806" name="Group 102"/>
          <p:cNvGrpSpPr>
            <a:grpSpLocks/>
          </p:cNvGrpSpPr>
          <p:nvPr/>
        </p:nvGrpSpPr>
        <p:grpSpPr bwMode="auto">
          <a:xfrm>
            <a:off x="7926388" y="2520950"/>
            <a:ext cx="608012" cy="222250"/>
            <a:chOff x="4753" y="1876"/>
            <a:chExt cx="383" cy="140"/>
          </a:xfrm>
        </p:grpSpPr>
        <p:sp>
          <p:nvSpPr>
            <p:cNvPr id="584807" name="Oval 103"/>
            <p:cNvSpPr>
              <a:spLocks noChangeArrowheads="1"/>
            </p:cNvSpPr>
            <p:nvPr/>
          </p:nvSpPr>
          <p:spPr bwMode="auto">
            <a:xfrm>
              <a:off x="4832" y="1876"/>
              <a:ext cx="184" cy="136"/>
            </a:xfrm>
            <a:prstGeom prst="ellipse">
              <a:avLst/>
            </a:prstGeom>
            <a:solidFill>
              <a:srgbClr val="FFCC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grpSp>
          <p:nvGrpSpPr>
            <p:cNvPr id="584808" name="Group 104"/>
            <p:cNvGrpSpPr>
              <a:grpSpLocks/>
            </p:cNvGrpSpPr>
            <p:nvPr/>
          </p:nvGrpSpPr>
          <p:grpSpPr bwMode="auto">
            <a:xfrm>
              <a:off x="4753" y="1908"/>
              <a:ext cx="383" cy="108"/>
              <a:chOff x="4753" y="1908"/>
              <a:chExt cx="383" cy="108"/>
            </a:xfrm>
          </p:grpSpPr>
          <p:sp>
            <p:nvSpPr>
              <p:cNvPr id="584809" name="Arc 105"/>
              <p:cNvSpPr>
                <a:spLocks/>
              </p:cNvSpPr>
              <p:nvPr/>
            </p:nvSpPr>
            <p:spPr bwMode="auto">
              <a:xfrm>
                <a:off x="4753" y="1908"/>
                <a:ext cx="192" cy="108"/>
              </a:xfrm>
              <a:custGeom>
                <a:avLst/>
                <a:gdLst>
                  <a:gd name="G0" fmla="+- 21600 0 0"/>
                  <a:gd name="G1" fmla="+- 0 0 0"/>
                  <a:gd name="G2" fmla="+- 21600 0 0"/>
                  <a:gd name="T0" fmla="*/ 21600 w 21600"/>
                  <a:gd name="T1" fmla="*/ 21600 h 21600"/>
                  <a:gd name="T2" fmla="*/ 0 w 21600"/>
                  <a:gd name="T3" fmla="*/ 0 h 21600"/>
                  <a:gd name="T4" fmla="*/ 21600 w 21600"/>
                  <a:gd name="T5" fmla="*/ 0 h 21600"/>
                </a:gdLst>
                <a:ahLst/>
                <a:cxnLst>
                  <a:cxn ang="0">
                    <a:pos x="T0" y="T1"/>
                  </a:cxn>
                  <a:cxn ang="0">
                    <a:pos x="T2" y="T3"/>
                  </a:cxn>
                  <a:cxn ang="0">
                    <a:pos x="T4" y="T5"/>
                  </a:cxn>
                </a:cxnLst>
                <a:rect l="0" t="0" r="r" b="b"/>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close/>
                  </a:path>
                </a:pathLst>
              </a:custGeom>
              <a:noFill/>
              <a:ln w="25400"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ms-MY"/>
              </a:p>
            </p:txBody>
          </p:sp>
          <p:sp>
            <p:nvSpPr>
              <p:cNvPr id="584810" name="Arc 106"/>
              <p:cNvSpPr>
                <a:spLocks/>
              </p:cNvSpPr>
              <p:nvPr/>
            </p:nvSpPr>
            <p:spPr bwMode="auto">
              <a:xfrm>
                <a:off x="4944" y="1908"/>
                <a:ext cx="192" cy="108"/>
              </a:xfrm>
              <a:custGeom>
                <a:avLst/>
                <a:gdLst>
                  <a:gd name="G0" fmla="+- 0 0 0"/>
                  <a:gd name="G1" fmla="+- 0 0 0"/>
                  <a:gd name="G2" fmla="+- 21600 0 0"/>
                  <a:gd name="T0" fmla="*/ 21600 w 21600"/>
                  <a:gd name="T1" fmla="*/ 0 h 21600"/>
                  <a:gd name="T2" fmla="*/ 0 w 21600"/>
                  <a:gd name="T3" fmla="*/ 21600 h 21600"/>
                  <a:gd name="T4" fmla="*/ 0 w 21600"/>
                  <a:gd name="T5" fmla="*/ 0 h 21600"/>
                </a:gdLst>
                <a:ahLst/>
                <a:cxnLst>
                  <a:cxn ang="0">
                    <a:pos x="T0" y="T1"/>
                  </a:cxn>
                  <a:cxn ang="0">
                    <a:pos x="T2" y="T3"/>
                  </a:cxn>
                  <a:cxn ang="0">
                    <a:pos x="T4" y="T5"/>
                  </a:cxn>
                </a:cxnLst>
                <a:rect l="0" t="0" r="r" b="b"/>
                <a:pathLst>
                  <a:path w="21600" h="21600" fill="none" extrusionOk="0">
                    <a:moveTo>
                      <a:pt x="21600" y="0"/>
                    </a:moveTo>
                    <a:cubicBezTo>
                      <a:pt x="21600" y="11929"/>
                      <a:pt x="11929" y="21600"/>
                      <a:pt x="0" y="21600"/>
                    </a:cubicBezTo>
                  </a:path>
                  <a:path w="21600" h="21600" stroke="0" extrusionOk="0">
                    <a:moveTo>
                      <a:pt x="21600" y="0"/>
                    </a:moveTo>
                    <a:cubicBezTo>
                      <a:pt x="21600" y="11929"/>
                      <a:pt x="11929" y="21600"/>
                      <a:pt x="0" y="21600"/>
                    </a:cubicBezTo>
                    <a:lnTo>
                      <a:pt x="0" y="0"/>
                    </a:lnTo>
                    <a:close/>
                  </a:path>
                </a:pathLst>
              </a:custGeom>
              <a:noFill/>
              <a:ln w="25400"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ms-MY"/>
              </a:p>
            </p:txBody>
          </p:sp>
        </p:grpSp>
      </p:grpSp>
      <p:grpSp>
        <p:nvGrpSpPr>
          <p:cNvPr id="584811" name="Group 107"/>
          <p:cNvGrpSpPr>
            <a:grpSpLocks/>
          </p:cNvGrpSpPr>
          <p:nvPr/>
        </p:nvGrpSpPr>
        <p:grpSpPr bwMode="auto">
          <a:xfrm>
            <a:off x="838200" y="1066800"/>
            <a:ext cx="7543800" cy="2806700"/>
            <a:chOff x="720" y="1012"/>
            <a:chExt cx="4752" cy="1768"/>
          </a:xfrm>
        </p:grpSpPr>
        <p:sp>
          <p:nvSpPr>
            <p:cNvPr id="584812" name="AutoShape 108"/>
            <p:cNvSpPr>
              <a:spLocks noChangeArrowheads="1"/>
            </p:cNvSpPr>
            <p:nvPr/>
          </p:nvSpPr>
          <p:spPr bwMode="auto">
            <a:xfrm>
              <a:off x="1252" y="1012"/>
              <a:ext cx="1096" cy="664"/>
            </a:xfrm>
            <a:prstGeom prst="star16">
              <a:avLst>
                <a:gd name="adj" fmla="val 37500"/>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1pPr>
              <a:lvl2pPr marL="5715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2pPr>
              <a:lvl3pPr marL="11430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3pPr>
              <a:lvl4pPr marL="17145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4pPr>
              <a:lvl5pPr marL="22860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9pPr>
            </a:lstStyle>
            <a:p>
              <a:pPr algn="ctr"/>
              <a:r>
                <a:rPr lang="en-US" altLang="ja-JP" sz="1800">
                  <a:effectLst>
                    <a:outerShdw blurRad="38100" dist="38100" dir="2700000" algn="tl">
                      <a:srgbClr val="FFFFFF"/>
                    </a:outerShdw>
                  </a:effectLst>
                </a:rPr>
                <a:t>1day</a:t>
              </a:r>
              <a:r>
                <a:rPr lang="ja-JP" altLang="en-US" sz="1800">
                  <a:effectLst>
                    <a:outerShdw blurRad="38100" dist="38100" dir="2700000" algn="tl">
                      <a:srgbClr val="FFFFFF"/>
                    </a:outerShdw>
                  </a:effectLst>
                </a:rPr>
                <a:t>～</a:t>
              </a:r>
            </a:p>
            <a:p>
              <a:pPr algn="ctr"/>
              <a:r>
                <a:rPr lang="en-US" altLang="ja-JP" sz="1800">
                  <a:effectLst>
                    <a:outerShdw blurRad="38100" dist="38100" dir="2700000" algn="tl">
                      <a:srgbClr val="FFFFFF"/>
                    </a:outerShdw>
                  </a:effectLst>
                </a:rPr>
                <a:t>1month stocks</a:t>
              </a:r>
            </a:p>
          </p:txBody>
        </p:sp>
        <p:grpSp>
          <p:nvGrpSpPr>
            <p:cNvPr id="584813" name="Group 109"/>
            <p:cNvGrpSpPr>
              <a:grpSpLocks/>
            </p:cNvGrpSpPr>
            <p:nvPr/>
          </p:nvGrpSpPr>
          <p:grpSpPr bwMode="auto">
            <a:xfrm>
              <a:off x="720" y="2016"/>
              <a:ext cx="4752" cy="764"/>
              <a:chOff x="765" y="2016"/>
              <a:chExt cx="4655" cy="764"/>
            </a:xfrm>
          </p:grpSpPr>
          <p:sp>
            <p:nvSpPr>
              <p:cNvPr id="584814" name="Line 110"/>
              <p:cNvSpPr>
                <a:spLocks noChangeShapeType="1"/>
              </p:cNvSpPr>
              <p:nvPr/>
            </p:nvSpPr>
            <p:spPr bwMode="auto">
              <a:xfrm>
                <a:off x="1584" y="2064"/>
                <a:ext cx="47" cy="288"/>
              </a:xfrm>
              <a:prstGeom prst="line">
                <a:avLst/>
              </a:prstGeom>
              <a:noFill/>
              <a:ln w="25400">
                <a:solidFill>
                  <a:schemeClr val="tx2"/>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ms-MY"/>
              </a:p>
            </p:txBody>
          </p:sp>
          <p:sp>
            <p:nvSpPr>
              <p:cNvPr id="584815" name="Line 111"/>
              <p:cNvSpPr>
                <a:spLocks noChangeShapeType="1"/>
              </p:cNvSpPr>
              <p:nvPr/>
            </p:nvSpPr>
            <p:spPr bwMode="auto">
              <a:xfrm>
                <a:off x="2832" y="2064"/>
                <a:ext cx="47" cy="288"/>
              </a:xfrm>
              <a:prstGeom prst="line">
                <a:avLst/>
              </a:prstGeom>
              <a:noFill/>
              <a:ln w="25400">
                <a:solidFill>
                  <a:schemeClr val="tx2"/>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ms-MY"/>
              </a:p>
            </p:txBody>
          </p:sp>
          <p:sp>
            <p:nvSpPr>
              <p:cNvPr id="584816" name="Line 112"/>
              <p:cNvSpPr>
                <a:spLocks noChangeShapeType="1"/>
              </p:cNvSpPr>
              <p:nvPr/>
            </p:nvSpPr>
            <p:spPr bwMode="auto">
              <a:xfrm flipH="1">
                <a:off x="4031" y="2064"/>
                <a:ext cx="47" cy="288"/>
              </a:xfrm>
              <a:prstGeom prst="line">
                <a:avLst/>
              </a:prstGeom>
              <a:noFill/>
              <a:ln w="25400">
                <a:solidFill>
                  <a:schemeClr val="tx2"/>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ms-MY"/>
              </a:p>
            </p:txBody>
          </p:sp>
          <p:sp>
            <p:nvSpPr>
              <p:cNvPr id="584817" name="Line 113"/>
              <p:cNvSpPr>
                <a:spLocks noChangeShapeType="1"/>
              </p:cNvSpPr>
              <p:nvPr/>
            </p:nvSpPr>
            <p:spPr bwMode="auto">
              <a:xfrm flipH="1">
                <a:off x="5327" y="2016"/>
                <a:ext cx="47" cy="288"/>
              </a:xfrm>
              <a:prstGeom prst="line">
                <a:avLst/>
              </a:prstGeom>
              <a:noFill/>
              <a:ln w="25400">
                <a:solidFill>
                  <a:schemeClr val="tx2"/>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ms-MY"/>
              </a:p>
            </p:txBody>
          </p:sp>
          <p:sp>
            <p:nvSpPr>
              <p:cNvPr id="584818" name="Line 114"/>
              <p:cNvSpPr>
                <a:spLocks noChangeShapeType="1"/>
              </p:cNvSpPr>
              <p:nvPr/>
            </p:nvSpPr>
            <p:spPr bwMode="auto">
              <a:xfrm flipH="1" flipV="1">
                <a:off x="2013" y="2064"/>
                <a:ext cx="47" cy="288"/>
              </a:xfrm>
              <a:prstGeom prst="line">
                <a:avLst/>
              </a:prstGeom>
              <a:noFill/>
              <a:ln w="25400">
                <a:solidFill>
                  <a:srgbClr val="FF0033"/>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ms-MY"/>
              </a:p>
            </p:txBody>
          </p:sp>
          <p:sp>
            <p:nvSpPr>
              <p:cNvPr id="584819" name="Line 115"/>
              <p:cNvSpPr>
                <a:spLocks noChangeShapeType="1"/>
              </p:cNvSpPr>
              <p:nvPr/>
            </p:nvSpPr>
            <p:spPr bwMode="auto">
              <a:xfrm flipV="1">
                <a:off x="3214" y="2064"/>
                <a:ext cx="47" cy="288"/>
              </a:xfrm>
              <a:prstGeom prst="line">
                <a:avLst/>
              </a:prstGeom>
              <a:noFill/>
              <a:ln w="25400">
                <a:solidFill>
                  <a:srgbClr val="FF0033"/>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ms-MY"/>
              </a:p>
            </p:txBody>
          </p:sp>
          <p:sp>
            <p:nvSpPr>
              <p:cNvPr id="584820" name="Line 116"/>
              <p:cNvSpPr>
                <a:spLocks noChangeShapeType="1"/>
              </p:cNvSpPr>
              <p:nvPr/>
            </p:nvSpPr>
            <p:spPr bwMode="auto">
              <a:xfrm flipV="1">
                <a:off x="4462" y="2016"/>
                <a:ext cx="47" cy="288"/>
              </a:xfrm>
              <a:prstGeom prst="line">
                <a:avLst/>
              </a:prstGeom>
              <a:noFill/>
              <a:ln w="25400">
                <a:solidFill>
                  <a:srgbClr val="FF0033"/>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ms-MY"/>
              </a:p>
            </p:txBody>
          </p:sp>
          <p:sp>
            <p:nvSpPr>
              <p:cNvPr id="584821" name="Rectangle 117"/>
              <p:cNvSpPr>
                <a:spLocks noChangeArrowheads="1"/>
              </p:cNvSpPr>
              <p:nvPr/>
            </p:nvSpPr>
            <p:spPr bwMode="auto">
              <a:xfrm>
                <a:off x="820" y="2356"/>
                <a:ext cx="4600" cy="424"/>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1pPr>
                <a:lvl2pPr marL="5715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2pPr>
                <a:lvl3pPr marL="11430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3pPr>
                <a:lvl4pPr marL="17145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4pPr>
                <a:lvl5pPr marL="22860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9pPr>
              </a:lstStyle>
              <a:p>
                <a:pPr algn="ctr"/>
                <a:r>
                  <a:rPr lang="en-US" altLang="ja-JP" sz="2000"/>
                  <a:t>store</a:t>
                </a:r>
              </a:p>
            </p:txBody>
          </p:sp>
          <p:sp>
            <p:nvSpPr>
              <p:cNvPr id="584822" name="Line 118"/>
              <p:cNvSpPr>
                <a:spLocks noChangeShapeType="1"/>
              </p:cNvSpPr>
              <p:nvPr/>
            </p:nvSpPr>
            <p:spPr bwMode="auto">
              <a:xfrm flipH="1" flipV="1">
                <a:off x="765" y="2064"/>
                <a:ext cx="47" cy="288"/>
              </a:xfrm>
              <a:prstGeom prst="line">
                <a:avLst/>
              </a:prstGeom>
              <a:noFill/>
              <a:ln w="25400">
                <a:solidFill>
                  <a:srgbClr val="FF0033"/>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ms-MY"/>
              </a:p>
            </p:txBody>
          </p:sp>
        </p:grpSp>
      </p:grpSp>
      <p:grpSp>
        <p:nvGrpSpPr>
          <p:cNvPr id="584880" name="Group 176"/>
          <p:cNvGrpSpPr>
            <a:grpSpLocks/>
          </p:cNvGrpSpPr>
          <p:nvPr/>
        </p:nvGrpSpPr>
        <p:grpSpPr bwMode="auto">
          <a:xfrm>
            <a:off x="381000" y="4114800"/>
            <a:ext cx="9144000" cy="2501900"/>
            <a:chOff x="0" y="2592"/>
            <a:chExt cx="5760" cy="1576"/>
          </a:xfrm>
        </p:grpSpPr>
        <p:grpSp>
          <p:nvGrpSpPr>
            <p:cNvPr id="584879" name="Group 175"/>
            <p:cNvGrpSpPr>
              <a:grpSpLocks/>
            </p:cNvGrpSpPr>
            <p:nvPr/>
          </p:nvGrpSpPr>
          <p:grpSpPr bwMode="auto">
            <a:xfrm>
              <a:off x="0" y="2592"/>
              <a:ext cx="4316" cy="1576"/>
              <a:chOff x="0" y="2592"/>
              <a:chExt cx="4316" cy="1576"/>
            </a:xfrm>
          </p:grpSpPr>
          <p:grpSp>
            <p:nvGrpSpPr>
              <p:cNvPr id="584878" name="Group 174"/>
              <p:cNvGrpSpPr>
                <a:grpSpLocks/>
              </p:cNvGrpSpPr>
              <p:nvPr/>
            </p:nvGrpSpPr>
            <p:grpSpPr bwMode="auto">
              <a:xfrm>
                <a:off x="0" y="2592"/>
                <a:ext cx="4316" cy="1576"/>
                <a:chOff x="0" y="2592"/>
                <a:chExt cx="4316" cy="1576"/>
              </a:xfrm>
            </p:grpSpPr>
            <p:grpSp>
              <p:nvGrpSpPr>
                <p:cNvPr id="584877" name="Group 173"/>
                <p:cNvGrpSpPr>
                  <a:grpSpLocks/>
                </p:cNvGrpSpPr>
                <p:nvPr/>
              </p:nvGrpSpPr>
              <p:grpSpPr bwMode="auto">
                <a:xfrm>
                  <a:off x="148" y="2980"/>
                  <a:ext cx="4168" cy="1188"/>
                  <a:chOff x="148" y="2980"/>
                  <a:chExt cx="4168" cy="1188"/>
                </a:xfrm>
              </p:grpSpPr>
              <p:grpSp>
                <p:nvGrpSpPr>
                  <p:cNvPr id="584827" name="Group 123"/>
                  <p:cNvGrpSpPr>
                    <a:grpSpLocks/>
                  </p:cNvGrpSpPr>
                  <p:nvPr/>
                </p:nvGrpSpPr>
                <p:grpSpPr bwMode="auto">
                  <a:xfrm>
                    <a:off x="1012" y="2980"/>
                    <a:ext cx="3304" cy="1188"/>
                    <a:chOff x="916" y="2836"/>
                    <a:chExt cx="3304" cy="1188"/>
                  </a:xfrm>
                </p:grpSpPr>
                <p:grpSp>
                  <p:nvGrpSpPr>
                    <p:cNvPr id="584828" name="Group 124"/>
                    <p:cNvGrpSpPr>
                      <a:grpSpLocks/>
                    </p:cNvGrpSpPr>
                    <p:nvPr/>
                  </p:nvGrpSpPr>
                  <p:grpSpPr bwMode="auto">
                    <a:xfrm>
                      <a:off x="916" y="2836"/>
                      <a:ext cx="3304" cy="1144"/>
                      <a:chOff x="916" y="2836"/>
                      <a:chExt cx="3304" cy="1144"/>
                    </a:xfrm>
                  </p:grpSpPr>
                  <p:sp>
                    <p:nvSpPr>
                      <p:cNvPr id="584829" name="Rectangle 125"/>
                      <p:cNvSpPr>
                        <a:spLocks noChangeArrowheads="1"/>
                      </p:cNvSpPr>
                      <p:nvPr/>
                    </p:nvSpPr>
                    <p:spPr bwMode="auto">
                      <a:xfrm>
                        <a:off x="1252" y="2836"/>
                        <a:ext cx="472" cy="760"/>
                      </a:xfrm>
                      <a:prstGeom prst="rect">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1pPr>
                        <a:lvl2pPr marL="5715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2pPr>
                        <a:lvl3pPr marL="11430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3pPr>
                        <a:lvl4pPr marL="17145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4pPr>
                        <a:lvl5pPr marL="22860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9pPr>
                      </a:lstStyle>
                      <a:p>
                        <a:pPr algn="ctr"/>
                        <a:r>
                          <a:rPr lang="ja-JP" altLang="en-US"/>
                          <a:t>＃１</a:t>
                        </a:r>
                      </a:p>
                    </p:txBody>
                  </p:sp>
                  <p:sp>
                    <p:nvSpPr>
                      <p:cNvPr id="584830" name="Rectangle 126"/>
                      <p:cNvSpPr>
                        <a:spLocks noChangeArrowheads="1"/>
                      </p:cNvSpPr>
                      <p:nvPr/>
                    </p:nvSpPr>
                    <p:spPr bwMode="auto">
                      <a:xfrm>
                        <a:off x="1972" y="2836"/>
                        <a:ext cx="472" cy="760"/>
                      </a:xfrm>
                      <a:prstGeom prst="rect">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1pPr>
                        <a:lvl2pPr marL="5715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2pPr>
                        <a:lvl3pPr marL="11430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3pPr>
                        <a:lvl4pPr marL="17145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4pPr>
                        <a:lvl5pPr marL="22860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9pPr>
                      </a:lstStyle>
                      <a:p>
                        <a:pPr algn="ctr"/>
                        <a:r>
                          <a:rPr lang="ja-JP" altLang="en-US"/>
                          <a:t>＃２</a:t>
                        </a:r>
                      </a:p>
                    </p:txBody>
                  </p:sp>
                  <p:sp>
                    <p:nvSpPr>
                      <p:cNvPr id="584831" name="Rectangle 127"/>
                      <p:cNvSpPr>
                        <a:spLocks noChangeArrowheads="1"/>
                      </p:cNvSpPr>
                      <p:nvPr/>
                    </p:nvSpPr>
                    <p:spPr bwMode="auto">
                      <a:xfrm>
                        <a:off x="2740" y="2836"/>
                        <a:ext cx="472" cy="760"/>
                      </a:xfrm>
                      <a:prstGeom prst="rect">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1pPr>
                        <a:lvl2pPr marL="5715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2pPr>
                        <a:lvl3pPr marL="11430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3pPr>
                        <a:lvl4pPr marL="17145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4pPr>
                        <a:lvl5pPr marL="22860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9pPr>
                      </a:lstStyle>
                      <a:p>
                        <a:pPr algn="ctr"/>
                        <a:r>
                          <a:rPr lang="ja-JP" altLang="en-US"/>
                          <a:t>＃３</a:t>
                        </a:r>
                      </a:p>
                    </p:txBody>
                  </p:sp>
                  <p:sp>
                    <p:nvSpPr>
                      <p:cNvPr id="584832" name="Rectangle 128"/>
                      <p:cNvSpPr>
                        <a:spLocks noChangeArrowheads="1"/>
                      </p:cNvSpPr>
                      <p:nvPr/>
                    </p:nvSpPr>
                    <p:spPr bwMode="auto">
                      <a:xfrm>
                        <a:off x="3412" y="2836"/>
                        <a:ext cx="472" cy="760"/>
                      </a:xfrm>
                      <a:prstGeom prst="rect">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1pPr>
                        <a:lvl2pPr marL="5715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2pPr>
                        <a:lvl3pPr marL="11430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3pPr>
                        <a:lvl4pPr marL="17145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4pPr>
                        <a:lvl5pPr marL="22860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9pPr>
                      </a:lstStyle>
                      <a:p>
                        <a:pPr algn="ctr"/>
                        <a:r>
                          <a:rPr lang="ja-JP" altLang="en-US"/>
                          <a:t>＃４</a:t>
                        </a:r>
                      </a:p>
                    </p:txBody>
                  </p:sp>
                  <p:grpSp>
                    <p:nvGrpSpPr>
                      <p:cNvPr id="584833" name="Group 129"/>
                      <p:cNvGrpSpPr>
                        <a:grpSpLocks/>
                      </p:cNvGrpSpPr>
                      <p:nvPr/>
                    </p:nvGrpSpPr>
                    <p:grpSpPr bwMode="auto">
                      <a:xfrm>
                        <a:off x="916" y="3604"/>
                        <a:ext cx="280" cy="376"/>
                        <a:chOff x="916" y="3604"/>
                        <a:chExt cx="280" cy="376"/>
                      </a:xfrm>
                    </p:grpSpPr>
                    <p:sp>
                      <p:nvSpPr>
                        <p:cNvPr id="584834" name="Rectangle 130"/>
                        <p:cNvSpPr>
                          <a:spLocks noChangeArrowheads="1"/>
                        </p:cNvSpPr>
                        <p:nvPr/>
                      </p:nvSpPr>
                      <p:spPr bwMode="auto">
                        <a:xfrm>
                          <a:off x="916" y="3732"/>
                          <a:ext cx="88" cy="120"/>
                        </a:xfrm>
                        <a:prstGeom prst="rect">
                          <a:avLst/>
                        </a:prstGeom>
                        <a:solidFill>
                          <a:schemeClr val="accent2"/>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sp>
                      <p:nvSpPr>
                        <p:cNvPr id="584835" name="Rectangle 131"/>
                        <p:cNvSpPr>
                          <a:spLocks noChangeArrowheads="1"/>
                        </p:cNvSpPr>
                        <p:nvPr/>
                      </p:nvSpPr>
                      <p:spPr bwMode="auto">
                        <a:xfrm>
                          <a:off x="916" y="3860"/>
                          <a:ext cx="88" cy="120"/>
                        </a:xfrm>
                        <a:prstGeom prst="rect">
                          <a:avLst/>
                        </a:prstGeom>
                        <a:solidFill>
                          <a:schemeClr val="accent2"/>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sp>
                      <p:nvSpPr>
                        <p:cNvPr id="584836" name="Rectangle 132"/>
                        <p:cNvSpPr>
                          <a:spLocks noChangeArrowheads="1"/>
                        </p:cNvSpPr>
                        <p:nvPr/>
                      </p:nvSpPr>
                      <p:spPr bwMode="auto">
                        <a:xfrm>
                          <a:off x="1012" y="3732"/>
                          <a:ext cx="88" cy="120"/>
                        </a:xfrm>
                        <a:prstGeom prst="rect">
                          <a:avLst/>
                        </a:prstGeom>
                        <a:solidFill>
                          <a:schemeClr val="accent2"/>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sp>
                      <p:nvSpPr>
                        <p:cNvPr id="584837" name="Rectangle 133"/>
                        <p:cNvSpPr>
                          <a:spLocks noChangeArrowheads="1"/>
                        </p:cNvSpPr>
                        <p:nvPr/>
                      </p:nvSpPr>
                      <p:spPr bwMode="auto">
                        <a:xfrm>
                          <a:off x="1012" y="3860"/>
                          <a:ext cx="88" cy="120"/>
                        </a:xfrm>
                        <a:prstGeom prst="rect">
                          <a:avLst/>
                        </a:prstGeom>
                        <a:solidFill>
                          <a:schemeClr val="accent2"/>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sp>
                      <p:nvSpPr>
                        <p:cNvPr id="584838" name="Rectangle 134"/>
                        <p:cNvSpPr>
                          <a:spLocks noChangeArrowheads="1"/>
                        </p:cNvSpPr>
                        <p:nvPr/>
                      </p:nvSpPr>
                      <p:spPr bwMode="auto">
                        <a:xfrm>
                          <a:off x="1108" y="3860"/>
                          <a:ext cx="88" cy="120"/>
                        </a:xfrm>
                        <a:prstGeom prst="rect">
                          <a:avLst/>
                        </a:prstGeom>
                        <a:solidFill>
                          <a:schemeClr val="accent2"/>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sp>
                      <p:nvSpPr>
                        <p:cNvPr id="584839" name="Rectangle 135"/>
                        <p:cNvSpPr>
                          <a:spLocks noChangeArrowheads="1"/>
                        </p:cNvSpPr>
                        <p:nvPr/>
                      </p:nvSpPr>
                      <p:spPr bwMode="auto">
                        <a:xfrm>
                          <a:off x="1012" y="3604"/>
                          <a:ext cx="88" cy="120"/>
                        </a:xfrm>
                        <a:prstGeom prst="rect">
                          <a:avLst/>
                        </a:prstGeom>
                        <a:solidFill>
                          <a:schemeClr val="accent2"/>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sp>
                      <p:nvSpPr>
                        <p:cNvPr id="584840" name="Rectangle 136"/>
                        <p:cNvSpPr>
                          <a:spLocks noChangeArrowheads="1"/>
                        </p:cNvSpPr>
                        <p:nvPr/>
                      </p:nvSpPr>
                      <p:spPr bwMode="auto">
                        <a:xfrm>
                          <a:off x="1108" y="3732"/>
                          <a:ext cx="88" cy="120"/>
                        </a:xfrm>
                        <a:prstGeom prst="rect">
                          <a:avLst/>
                        </a:prstGeom>
                        <a:solidFill>
                          <a:schemeClr val="accent2"/>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sp>
                      <p:nvSpPr>
                        <p:cNvPr id="584841" name="Rectangle 137"/>
                        <p:cNvSpPr>
                          <a:spLocks noChangeArrowheads="1"/>
                        </p:cNvSpPr>
                        <p:nvPr/>
                      </p:nvSpPr>
                      <p:spPr bwMode="auto">
                        <a:xfrm>
                          <a:off x="916" y="3604"/>
                          <a:ext cx="88" cy="120"/>
                        </a:xfrm>
                        <a:prstGeom prst="rect">
                          <a:avLst/>
                        </a:prstGeom>
                        <a:solidFill>
                          <a:schemeClr val="accent2"/>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sp>
                      <p:nvSpPr>
                        <p:cNvPr id="584842" name="Rectangle 138"/>
                        <p:cNvSpPr>
                          <a:spLocks noChangeArrowheads="1"/>
                        </p:cNvSpPr>
                        <p:nvPr/>
                      </p:nvSpPr>
                      <p:spPr bwMode="auto">
                        <a:xfrm>
                          <a:off x="1108" y="3604"/>
                          <a:ext cx="88" cy="120"/>
                        </a:xfrm>
                        <a:prstGeom prst="rect">
                          <a:avLst/>
                        </a:prstGeom>
                        <a:solidFill>
                          <a:schemeClr val="accent2"/>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grpSp>
                  <p:sp>
                    <p:nvSpPr>
                      <p:cNvPr id="584843" name="Rectangle 139"/>
                      <p:cNvSpPr>
                        <a:spLocks noChangeArrowheads="1"/>
                      </p:cNvSpPr>
                      <p:nvPr/>
                    </p:nvSpPr>
                    <p:spPr bwMode="auto">
                      <a:xfrm>
                        <a:off x="1924" y="3652"/>
                        <a:ext cx="88" cy="120"/>
                      </a:xfrm>
                      <a:prstGeom prst="rect">
                        <a:avLst/>
                      </a:prstGeom>
                      <a:solidFill>
                        <a:srgbClr val="FF00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sp>
                    <p:nvSpPr>
                      <p:cNvPr id="584844" name="Rectangle 140"/>
                      <p:cNvSpPr>
                        <a:spLocks noChangeArrowheads="1"/>
                      </p:cNvSpPr>
                      <p:nvPr/>
                    </p:nvSpPr>
                    <p:spPr bwMode="auto">
                      <a:xfrm>
                        <a:off x="2548" y="3604"/>
                        <a:ext cx="72" cy="120"/>
                      </a:xfrm>
                      <a:prstGeom prst="rect">
                        <a:avLst/>
                      </a:prstGeom>
                      <a:solidFill>
                        <a:srgbClr val="FFFF66"/>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sp>
                    <p:nvSpPr>
                      <p:cNvPr id="584845" name="Rectangle 141"/>
                      <p:cNvSpPr>
                        <a:spLocks noChangeArrowheads="1"/>
                      </p:cNvSpPr>
                      <p:nvPr/>
                    </p:nvSpPr>
                    <p:spPr bwMode="auto">
                      <a:xfrm>
                        <a:off x="3460" y="3652"/>
                        <a:ext cx="88" cy="104"/>
                      </a:xfrm>
                      <a:prstGeom prst="rect">
                        <a:avLst/>
                      </a:prstGeom>
                      <a:solidFill>
                        <a:schemeClr val="accent1"/>
                      </a:solidFill>
                      <a:ln w="12700">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sp>
                    <p:nvSpPr>
                      <p:cNvPr id="584846" name="Rectangle 142"/>
                      <p:cNvSpPr>
                        <a:spLocks noChangeArrowheads="1"/>
                      </p:cNvSpPr>
                      <p:nvPr/>
                    </p:nvSpPr>
                    <p:spPr bwMode="auto">
                      <a:xfrm>
                        <a:off x="3940" y="3716"/>
                        <a:ext cx="88" cy="104"/>
                      </a:xfrm>
                      <a:prstGeom prst="rect">
                        <a:avLst/>
                      </a:prstGeom>
                      <a:solidFill>
                        <a:srgbClr val="3333CC"/>
                      </a:solidFill>
                      <a:ln w="12700">
                        <a:solidFill>
                          <a:srgbClr val="FFFF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sp>
                    <p:nvSpPr>
                      <p:cNvPr id="584847" name="Rectangle 143"/>
                      <p:cNvSpPr>
                        <a:spLocks noChangeArrowheads="1"/>
                      </p:cNvSpPr>
                      <p:nvPr/>
                    </p:nvSpPr>
                    <p:spPr bwMode="auto">
                      <a:xfrm>
                        <a:off x="3940" y="3828"/>
                        <a:ext cx="88" cy="104"/>
                      </a:xfrm>
                      <a:prstGeom prst="rect">
                        <a:avLst/>
                      </a:prstGeom>
                      <a:solidFill>
                        <a:srgbClr val="3333CC"/>
                      </a:solidFill>
                      <a:ln w="12700">
                        <a:solidFill>
                          <a:srgbClr val="FFFF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sp>
                    <p:nvSpPr>
                      <p:cNvPr id="584848" name="Rectangle 144"/>
                      <p:cNvSpPr>
                        <a:spLocks noChangeArrowheads="1"/>
                      </p:cNvSpPr>
                      <p:nvPr/>
                    </p:nvSpPr>
                    <p:spPr bwMode="auto">
                      <a:xfrm>
                        <a:off x="4036" y="3716"/>
                        <a:ext cx="88" cy="104"/>
                      </a:xfrm>
                      <a:prstGeom prst="rect">
                        <a:avLst/>
                      </a:prstGeom>
                      <a:solidFill>
                        <a:srgbClr val="3333CC"/>
                      </a:solidFill>
                      <a:ln w="12700">
                        <a:solidFill>
                          <a:srgbClr val="FFFF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sp>
                    <p:nvSpPr>
                      <p:cNvPr id="584849" name="Rectangle 145"/>
                      <p:cNvSpPr>
                        <a:spLocks noChangeArrowheads="1"/>
                      </p:cNvSpPr>
                      <p:nvPr/>
                    </p:nvSpPr>
                    <p:spPr bwMode="auto">
                      <a:xfrm>
                        <a:off x="4036" y="3828"/>
                        <a:ext cx="88" cy="104"/>
                      </a:xfrm>
                      <a:prstGeom prst="rect">
                        <a:avLst/>
                      </a:prstGeom>
                      <a:solidFill>
                        <a:srgbClr val="3333CC"/>
                      </a:solidFill>
                      <a:ln w="12700">
                        <a:solidFill>
                          <a:srgbClr val="FFFF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sp>
                    <p:nvSpPr>
                      <p:cNvPr id="584850" name="Rectangle 146"/>
                      <p:cNvSpPr>
                        <a:spLocks noChangeArrowheads="1"/>
                      </p:cNvSpPr>
                      <p:nvPr/>
                    </p:nvSpPr>
                    <p:spPr bwMode="auto">
                      <a:xfrm>
                        <a:off x="4132" y="3828"/>
                        <a:ext cx="88" cy="104"/>
                      </a:xfrm>
                      <a:prstGeom prst="rect">
                        <a:avLst/>
                      </a:prstGeom>
                      <a:solidFill>
                        <a:srgbClr val="3333CC"/>
                      </a:solidFill>
                      <a:ln w="12700">
                        <a:solidFill>
                          <a:srgbClr val="FFFF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sp>
                    <p:nvSpPr>
                      <p:cNvPr id="584851" name="Rectangle 147"/>
                      <p:cNvSpPr>
                        <a:spLocks noChangeArrowheads="1"/>
                      </p:cNvSpPr>
                      <p:nvPr/>
                    </p:nvSpPr>
                    <p:spPr bwMode="auto">
                      <a:xfrm>
                        <a:off x="4036" y="3604"/>
                        <a:ext cx="88" cy="104"/>
                      </a:xfrm>
                      <a:prstGeom prst="rect">
                        <a:avLst/>
                      </a:prstGeom>
                      <a:solidFill>
                        <a:srgbClr val="3333CC"/>
                      </a:solidFill>
                      <a:ln w="12700">
                        <a:solidFill>
                          <a:srgbClr val="FFFF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sp>
                    <p:nvSpPr>
                      <p:cNvPr id="584852" name="Rectangle 148"/>
                      <p:cNvSpPr>
                        <a:spLocks noChangeArrowheads="1"/>
                      </p:cNvSpPr>
                      <p:nvPr/>
                    </p:nvSpPr>
                    <p:spPr bwMode="auto">
                      <a:xfrm>
                        <a:off x="4132" y="3716"/>
                        <a:ext cx="88" cy="104"/>
                      </a:xfrm>
                      <a:prstGeom prst="rect">
                        <a:avLst/>
                      </a:prstGeom>
                      <a:solidFill>
                        <a:srgbClr val="3333CC"/>
                      </a:solidFill>
                      <a:ln w="12700">
                        <a:solidFill>
                          <a:srgbClr val="FFFF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sp>
                    <p:nvSpPr>
                      <p:cNvPr id="584853" name="Rectangle 149"/>
                      <p:cNvSpPr>
                        <a:spLocks noChangeArrowheads="1"/>
                      </p:cNvSpPr>
                      <p:nvPr/>
                    </p:nvSpPr>
                    <p:spPr bwMode="auto">
                      <a:xfrm>
                        <a:off x="3940" y="3604"/>
                        <a:ext cx="88" cy="104"/>
                      </a:xfrm>
                      <a:prstGeom prst="rect">
                        <a:avLst/>
                      </a:prstGeom>
                      <a:solidFill>
                        <a:srgbClr val="3333CC"/>
                      </a:solidFill>
                      <a:ln w="12700">
                        <a:solidFill>
                          <a:srgbClr val="FFFF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sp>
                    <p:nvSpPr>
                      <p:cNvPr id="584854" name="Rectangle 150"/>
                      <p:cNvSpPr>
                        <a:spLocks noChangeArrowheads="1"/>
                      </p:cNvSpPr>
                      <p:nvPr/>
                    </p:nvSpPr>
                    <p:spPr bwMode="auto">
                      <a:xfrm>
                        <a:off x="4132" y="3604"/>
                        <a:ext cx="88" cy="104"/>
                      </a:xfrm>
                      <a:prstGeom prst="rect">
                        <a:avLst/>
                      </a:prstGeom>
                      <a:solidFill>
                        <a:srgbClr val="3333CC"/>
                      </a:solidFill>
                      <a:ln w="12700">
                        <a:solidFill>
                          <a:srgbClr val="FFFF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grpSp>
                    <p:nvGrpSpPr>
                      <p:cNvPr id="584855" name="Group 151"/>
                      <p:cNvGrpSpPr>
                        <a:grpSpLocks/>
                      </p:cNvGrpSpPr>
                      <p:nvPr/>
                    </p:nvGrpSpPr>
                    <p:grpSpPr bwMode="auto">
                      <a:xfrm>
                        <a:off x="1537" y="3748"/>
                        <a:ext cx="383" cy="140"/>
                        <a:chOff x="1537" y="3748"/>
                        <a:chExt cx="383" cy="140"/>
                      </a:xfrm>
                    </p:grpSpPr>
                    <p:sp>
                      <p:nvSpPr>
                        <p:cNvPr id="584856" name="Oval 152"/>
                        <p:cNvSpPr>
                          <a:spLocks noChangeArrowheads="1"/>
                        </p:cNvSpPr>
                        <p:nvPr/>
                      </p:nvSpPr>
                      <p:spPr bwMode="auto">
                        <a:xfrm>
                          <a:off x="1616" y="3748"/>
                          <a:ext cx="184" cy="136"/>
                        </a:xfrm>
                        <a:prstGeom prst="ellipse">
                          <a:avLst/>
                        </a:prstGeom>
                        <a:solidFill>
                          <a:srgbClr val="FFCC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grpSp>
                      <p:nvGrpSpPr>
                        <p:cNvPr id="584857" name="Group 153"/>
                        <p:cNvGrpSpPr>
                          <a:grpSpLocks/>
                        </p:cNvGrpSpPr>
                        <p:nvPr/>
                      </p:nvGrpSpPr>
                      <p:grpSpPr bwMode="auto">
                        <a:xfrm>
                          <a:off x="1537" y="3780"/>
                          <a:ext cx="383" cy="108"/>
                          <a:chOff x="1537" y="3780"/>
                          <a:chExt cx="383" cy="108"/>
                        </a:xfrm>
                      </p:grpSpPr>
                      <p:sp>
                        <p:nvSpPr>
                          <p:cNvPr id="584858" name="Arc 154"/>
                          <p:cNvSpPr>
                            <a:spLocks/>
                          </p:cNvSpPr>
                          <p:nvPr/>
                        </p:nvSpPr>
                        <p:spPr bwMode="auto">
                          <a:xfrm>
                            <a:off x="1537" y="3780"/>
                            <a:ext cx="192" cy="108"/>
                          </a:xfrm>
                          <a:custGeom>
                            <a:avLst/>
                            <a:gdLst>
                              <a:gd name="G0" fmla="+- 21600 0 0"/>
                              <a:gd name="G1" fmla="+- 0 0 0"/>
                              <a:gd name="G2" fmla="+- 21600 0 0"/>
                              <a:gd name="T0" fmla="*/ 21600 w 21600"/>
                              <a:gd name="T1" fmla="*/ 21600 h 21600"/>
                              <a:gd name="T2" fmla="*/ 0 w 21600"/>
                              <a:gd name="T3" fmla="*/ 0 h 21600"/>
                              <a:gd name="T4" fmla="*/ 21600 w 21600"/>
                              <a:gd name="T5" fmla="*/ 0 h 21600"/>
                            </a:gdLst>
                            <a:ahLst/>
                            <a:cxnLst>
                              <a:cxn ang="0">
                                <a:pos x="T0" y="T1"/>
                              </a:cxn>
                              <a:cxn ang="0">
                                <a:pos x="T2" y="T3"/>
                              </a:cxn>
                              <a:cxn ang="0">
                                <a:pos x="T4" y="T5"/>
                              </a:cxn>
                            </a:cxnLst>
                            <a:rect l="0" t="0" r="r" b="b"/>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close/>
                              </a:path>
                            </a:pathLst>
                          </a:custGeom>
                          <a:noFill/>
                          <a:ln w="25400"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ms-MY"/>
                          </a:p>
                        </p:txBody>
                      </p:sp>
                      <p:sp>
                        <p:nvSpPr>
                          <p:cNvPr id="584859" name="Arc 155"/>
                          <p:cNvSpPr>
                            <a:spLocks/>
                          </p:cNvSpPr>
                          <p:nvPr/>
                        </p:nvSpPr>
                        <p:spPr bwMode="auto">
                          <a:xfrm>
                            <a:off x="1728" y="3780"/>
                            <a:ext cx="192" cy="108"/>
                          </a:xfrm>
                          <a:custGeom>
                            <a:avLst/>
                            <a:gdLst>
                              <a:gd name="G0" fmla="+- 0 0 0"/>
                              <a:gd name="G1" fmla="+- 0 0 0"/>
                              <a:gd name="G2" fmla="+- 21600 0 0"/>
                              <a:gd name="T0" fmla="*/ 21600 w 21600"/>
                              <a:gd name="T1" fmla="*/ 0 h 21600"/>
                              <a:gd name="T2" fmla="*/ 0 w 21600"/>
                              <a:gd name="T3" fmla="*/ 21600 h 21600"/>
                              <a:gd name="T4" fmla="*/ 0 w 21600"/>
                              <a:gd name="T5" fmla="*/ 0 h 21600"/>
                            </a:gdLst>
                            <a:ahLst/>
                            <a:cxnLst>
                              <a:cxn ang="0">
                                <a:pos x="T0" y="T1"/>
                              </a:cxn>
                              <a:cxn ang="0">
                                <a:pos x="T2" y="T3"/>
                              </a:cxn>
                              <a:cxn ang="0">
                                <a:pos x="T4" y="T5"/>
                              </a:cxn>
                            </a:cxnLst>
                            <a:rect l="0" t="0" r="r" b="b"/>
                            <a:pathLst>
                              <a:path w="21600" h="21600" fill="none" extrusionOk="0">
                                <a:moveTo>
                                  <a:pt x="21600" y="0"/>
                                </a:moveTo>
                                <a:cubicBezTo>
                                  <a:pt x="21600" y="11929"/>
                                  <a:pt x="11929" y="21600"/>
                                  <a:pt x="0" y="21600"/>
                                </a:cubicBezTo>
                              </a:path>
                              <a:path w="21600" h="21600" stroke="0" extrusionOk="0">
                                <a:moveTo>
                                  <a:pt x="21600" y="0"/>
                                </a:moveTo>
                                <a:cubicBezTo>
                                  <a:pt x="21600" y="11929"/>
                                  <a:pt x="11929" y="21600"/>
                                  <a:pt x="0" y="21600"/>
                                </a:cubicBezTo>
                                <a:lnTo>
                                  <a:pt x="0" y="0"/>
                                </a:lnTo>
                                <a:close/>
                              </a:path>
                            </a:pathLst>
                          </a:custGeom>
                          <a:noFill/>
                          <a:ln w="25400"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ms-MY"/>
                          </a:p>
                        </p:txBody>
                      </p:sp>
                    </p:grpSp>
                  </p:grpSp>
                  <p:grpSp>
                    <p:nvGrpSpPr>
                      <p:cNvPr id="584860" name="Group 156"/>
                      <p:cNvGrpSpPr>
                        <a:grpSpLocks/>
                      </p:cNvGrpSpPr>
                      <p:nvPr/>
                    </p:nvGrpSpPr>
                    <p:grpSpPr bwMode="auto">
                      <a:xfrm>
                        <a:off x="3073" y="3700"/>
                        <a:ext cx="383" cy="140"/>
                        <a:chOff x="3073" y="3700"/>
                        <a:chExt cx="383" cy="140"/>
                      </a:xfrm>
                    </p:grpSpPr>
                    <p:sp>
                      <p:nvSpPr>
                        <p:cNvPr id="584861" name="Oval 157"/>
                        <p:cNvSpPr>
                          <a:spLocks noChangeArrowheads="1"/>
                        </p:cNvSpPr>
                        <p:nvPr/>
                      </p:nvSpPr>
                      <p:spPr bwMode="auto">
                        <a:xfrm>
                          <a:off x="3152" y="3700"/>
                          <a:ext cx="184" cy="136"/>
                        </a:xfrm>
                        <a:prstGeom prst="ellipse">
                          <a:avLst/>
                        </a:prstGeom>
                        <a:solidFill>
                          <a:srgbClr val="FFCC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grpSp>
                      <p:nvGrpSpPr>
                        <p:cNvPr id="584862" name="Group 158"/>
                        <p:cNvGrpSpPr>
                          <a:grpSpLocks/>
                        </p:cNvGrpSpPr>
                        <p:nvPr/>
                      </p:nvGrpSpPr>
                      <p:grpSpPr bwMode="auto">
                        <a:xfrm>
                          <a:off x="3073" y="3732"/>
                          <a:ext cx="383" cy="108"/>
                          <a:chOff x="3073" y="3732"/>
                          <a:chExt cx="383" cy="108"/>
                        </a:xfrm>
                      </p:grpSpPr>
                      <p:sp>
                        <p:nvSpPr>
                          <p:cNvPr id="584863" name="Arc 159"/>
                          <p:cNvSpPr>
                            <a:spLocks/>
                          </p:cNvSpPr>
                          <p:nvPr/>
                        </p:nvSpPr>
                        <p:spPr bwMode="auto">
                          <a:xfrm>
                            <a:off x="3073" y="3732"/>
                            <a:ext cx="192" cy="108"/>
                          </a:xfrm>
                          <a:custGeom>
                            <a:avLst/>
                            <a:gdLst>
                              <a:gd name="G0" fmla="+- 21600 0 0"/>
                              <a:gd name="G1" fmla="+- 0 0 0"/>
                              <a:gd name="G2" fmla="+- 21600 0 0"/>
                              <a:gd name="T0" fmla="*/ 21600 w 21600"/>
                              <a:gd name="T1" fmla="*/ 21600 h 21600"/>
                              <a:gd name="T2" fmla="*/ 0 w 21600"/>
                              <a:gd name="T3" fmla="*/ 0 h 21600"/>
                              <a:gd name="T4" fmla="*/ 21600 w 21600"/>
                              <a:gd name="T5" fmla="*/ 0 h 21600"/>
                            </a:gdLst>
                            <a:ahLst/>
                            <a:cxnLst>
                              <a:cxn ang="0">
                                <a:pos x="T0" y="T1"/>
                              </a:cxn>
                              <a:cxn ang="0">
                                <a:pos x="T2" y="T3"/>
                              </a:cxn>
                              <a:cxn ang="0">
                                <a:pos x="T4" y="T5"/>
                              </a:cxn>
                            </a:cxnLst>
                            <a:rect l="0" t="0" r="r" b="b"/>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close/>
                              </a:path>
                            </a:pathLst>
                          </a:custGeom>
                          <a:noFill/>
                          <a:ln w="25400"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ms-MY"/>
                          </a:p>
                        </p:txBody>
                      </p:sp>
                      <p:sp>
                        <p:nvSpPr>
                          <p:cNvPr id="584864" name="Arc 160"/>
                          <p:cNvSpPr>
                            <a:spLocks/>
                          </p:cNvSpPr>
                          <p:nvPr/>
                        </p:nvSpPr>
                        <p:spPr bwMode="auto">
                          <a:xfrm>
                            <a:off x="3264" y="3732"/>
                            <a:ext cx="192" cy="108"/>
                          </a:xfrm>
                          <a:custGeom>
                            <a:avLst/>
                            <a:gdLst>
                              <a:gd name="G0" fmla="+- 0 0 0"/>
                              <a:gd name="G1" fmla="+- 0 0 0"/>
                              <a:gd name="G2" fmla="+- 21600 0 0"/>
                              <a:gd name="T0" fmla="*/ 21600 w 21600"/>
                              <a:gd name="T1" fmla="*/ 0 h 21600"/>
                              <a:gd name="T2" fmla="*/ 0 w 21600"/>
                              <a:gd name="T3" fmla="*/ 21600 h 21600"/>
                              <a:gd name="T4" fmla="*/ 0 w 21600"/>
                              <a:gd name="T5" fmla="*/ 0 h 21600"/>
                            </a:gdLst>
                            <a:ahLst/>
                            <a:cxnLst>
                              <a:cxn ang="0">
                                <a:pos x="T0" y="T1"/>
                              </a:cxn>
                              <a:cxn ang="0">
                                <a:pos x="T2" y="T3"/>
                              </a:cxn>
                              <a:cxn ang="0">
                                <a:pos x="T4" y="T5"/>
                              </a:cxn>
                            </a:cxnLst>
                            <a:rect l="0" t="0" r="r" b="b"/>
                            <a:pathLst>
                              <a:path w="21600" h="21600" fill="none" extrusionOk="0">
                                <a:moveTo>
                                  <a:pt x="21600" y="0"/>
                                </a:moveTo>
                                <a:cubicBezTo>
                                  <a:pt x="21600" y="11929"/>
                                  <a:pt x="11929" y="21600"/>
                                  <a:pt x="0" y="21600"/>
                                </a:cubicBezTo>
                              </a:path>
                              <a:path w="21600" h="21600" stroke="0" extrusionOk="0">
                                <a:moveTo>
                                  <a:pt x="21600" y="0"/>
                                </a:moveTo>
                                <a:cubicBezTo>
                                  <a:pt x="21600" y="11929"/>
                                  <a:pt x="11929" y="21600"/>
                                  <a:pt x="0" y="21600"/>
                                </a:cubicBezTo>
                                <a:lnTo>
                                  <a:pt x="0" y="0"/>
                                </a:lnTo>
                                <a:close/>
                              </a:path>
                            </a:pathLst>
                          </a:custGeom>
                          <a:noFill/>
                          <a:ln w="25400"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ms-MY"/>
                          </a:p>
                        </p:txBody>
                      </p:sp>
                    </p:grpSp>
                  </p:grpSp>
                </p:grpSp>
                <p:sp>
                  <p:nvSpPr>
                    <p:cNvPr id="584865" name="Oval 161"/>
                    <p:cNvSpPr>
                      <a:spLocks noChangeArrowheads="1"/>
                    </p:cNvSpPr>
                    <p:nvPr/>
                  </p:nvSpPr>
                  <p:spPr bwMode="auto">
                    <a:xfrm>
                      <a:off x="1304" y="3608"/>
                      <a:ext cx="1184" cy="416"/>
                    </a:xfrm>
                    <a:prstGeom prst="ellipse">
                      <a:avLst/>
                    </a:prstGeom>
                    <a:noFill/>
                    <a:ln w="25400">
                      <a:solidFill>
                        <a:srgbClr val="FFFF00"/>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sp>
                  <p:nvSpPr>
                    <p:cNvPr id="584866" name="Oval 162"/>
                    <p:cNvSpPr>
                      <a:spLocks noChangeArrowheads="1"/>
                    </p:cNvSpPr>
                    <p:nvPr/>
                  </p:nvSpPr>
                  <p:spPr bwMode="auto">
                    <a:xfrm>
                      <a:off x="2696" y="3608"/>
                      <a:ext cx="1184" cy="416"/>
                    </a:xfrm>
                    <a:prstGeom prst="ellipse">
                      <a:avLst/>
                    </a:prstGeom>
                    <a:noFill/>
                    <a:ln w="25400">
                      <a:solidFill>
                        <a:srgbClr val="FFFF00"/>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grpSp>
              <p:sp>
                <p:nvSpPr>
                  <p:cNvPr id="584867" name="AutoShape 163"/>
                  <p:cNvSpPr>
                    <a:spLocks noChangeArrowheads="1"/>
                  </p:cNvSpPr>
                  <p:nvPr/>
                </p:nvSpPr>
                <p:spPr bwMode="auto">
                  <a:xfrm>
                    <a:off x="148" y="3124"/>
                    <a:ext cx="1096" cy="664"/>
                  </a:xfrm>
                  <a:prstGeom prst="star16">
                    <a:avLst>
                      <a:gd name="adj" fmla="val 37500"/>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1pPr>
                    <a:lvl2pPr marL="5715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2pPr>
                    <a:lvl3pPr marL="11430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3pPr>
                    <a:lvl4pPr marL="17145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4pPr>
                    <a:lvl5pPr marL="22860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9pPr>
                  </a:lstStyle>
                  <a:p>
                    <a:pPr algn="ctr"/>
                    <a:r>
                      <a:rPr lang="en-US" altLang="ja-JP">
                        <a:effectLst>
                          <a:outerShdw blurRad="38100" dist="38100" dir="2700000" algn="tl">
                            <a:srgbClr val="FFFFFF"/>
                          </a:outerShdw>
                        </a:effectLst>
                      </a:rPr>
                      <a:t>one by one</a:t>
                    </a:r>
                  </a:p>
                </p:txBody>
              </p:sp>
            </p:grpSp>
            <p:sp>
              <p:nvSpPr>
                <p:cNvPr id="584868" name="Rectangle 164"/>
                <p:cNvSpPr>
                  <a:spLocks noChangeArrowheads="1"/>
                </p:cNvSpPr>
                <p:nvPr/>
              </p:nvSpPr>
              <p:spPr bwMode="auto">
                <a:xfrm>
                  <a:off x="0" y="2592"/>
                  <a:ext cx="1200" cy="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1pPr>
                  <a:lvl2pPr marL="5715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2pPr>
                  <a:lvl3pPr marL="11430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3pPr>
                  <a:lvl4pPr marL="17145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4pPr>
                  <a:lvl5pPr marL="22860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9pPr>
                </a:lstStyle>
                <a:p>
                  <a:pPr>
                    <a:spcBef>
                      <a:spcPct val="50000"/>
                    </a:spcBef>
                  </a:pPr>
                  <a:r>
                    <a:rPr lang="en-US" altLang="ja-JP" sz="2000">
                      <a:solidFill>
                        <a:srgbClr val="CC0000"/>
                      </a:solidFill>
                      <a:effectLst>
                        <a:outerShdw blurRad="38100" dist="38100" dir="2700000" algn="tl">
                          <a:srgbClr val="C0C0C0"/>
                        </a:outerShdw>
                      </a:effectLst>
                    </a:rPr>
                    <a:t>Toyota </a:t>
                  </a:r>
                  <a:r>
                    <a:rPr lang="en-US" altLang="ja-JP" sz="2000">
                      <a:solidFill>
                        <a:srgbClr val="FF0000"/>
                      </a:solidFill>
                      <a:effectLst>
                        <a:outerShdw blurRad="38100" dist="38100" dir="2700000" algn="tl">
                          <a:srgbClr val="C0C0C0"/>
                        </a:outerShdw>
                      </a:effectLst>
                    </a:rPr>
                    <a:t>Manufacturing Way</a:t>
                  </a:r>
                </a:p>
              </p:txBody>
            </p:sp>
          </p:grpSp>
          <p:sp>
            <p:nvSpPr>
              <p:cNvPr id="584869" name="Oval 165"/>
              <p:cNvSpPr>
                <a:spLocks noChangeArrowheads="1"/>
              </p:cNvSpPr>
              <p:nvPr/>
            </p:nvSpPr>
            <p:spPr bwMode="auto">
              <a:xfrm>
                <a:off x="1536" y="2688"/>
                <a:ext cx="2296" cy="280"/>
              </a:xfrm>
              <a:prstGeom prst="ellipse">
                <a:avLst/>
              </a:prstGeom>
              <a:solidFill>
                <a:srgbClr val="FFFF99"/>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1pPr>
                <a:lvl2pPr marL="5715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2pPr>
                <a:lvl3pPr marL="11430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3pPr>
                <a:lvl4pPr marL="17145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4pPr>
                <a:lvl5pPr marL="22860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9pPr>
              </a:lstStyle>
              <a:p>
                <a:pPr algn="ctr"/>
                <a:r>
                  <a:rPr lang="en-US" altLang="ja-JP" sz="1600">
                    <a:effectLst>
                      <a:outerShdw blurRad="38100" dist="38100" dir="2700000" algn="tl">
                        <a:srgbClr val="FFFFFF"/>
                      </a:outerShdw>
                    </a:effectLst>
                  </a:rPr>
                  <a:t>Manufacture at a pace of sales</a:t>
                </a:r>
              </a:p>
            </p:txBody>
          </p:sp>
        </p:grpSp>
        <p:grpSp>
          <p:nvGrpSpPr>
            <p:cNvPr id="584870" name="Group 166"/>
            <p:cNvGrpSpPr>
              <a:grpSpLocks/>
            </p:cNvGrpSpPr>
            <p:nvPr/>
          </p:nvGrpSpPr>
          <p:grpSpPr bwMode="auto">
            <a:xfrm>
              <a:off x="4080" y="2976"/>
              <a:ext cx="1680" cy="867"/>
              <a:chOff x="4080" y="2880"/>
              <a:chExt cx="1632" cy="867"/>
            </a:xfrm>
          </p:grpSpPr>
          <p:sp>
            <p:nvSpPr>
              <p:cNvPr id="584871" name="Rectangle 167"/>
              <p:cNvSpPr>
                <a:spLocks noChangeArrowheads="1"/>
              </p:cNvSpPr>
              <p:nvPr/>
            </p:nvSpPr>
            <p:spPr bwMode="auto">
              <a:xfrm>
                <a:off x="4080" y="2880"/>
                <a:ext cx="1632" cy="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1pPr>
                <a:lvl2pPr marL="5715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2pPr>
                <a:lvl3pPr marL="11430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3pPr>
                <a:lvl4pPr marL="17145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4pPr>
                <a:lvl5pPr marL="22860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9pPr>
              </a:lstStyle>
              <a:p>
                <a:r>
                  <a:rPr lang="en-US" altLang="ja-JP" sz="2000">
                    <a:effectLst>
                      <a:outerShdw blurRad="38100" dist="38100" dir="2700000" algn="tl">
                        <a:srgbClr val="C0C0C0"/>
                      </a:outerShdw>
                    </a:effectLst>
                  </a:rPr>
                  <a:t>Personnel:1/2</a:t>
                </a:r>
                <a:r>
                  <a:rPr lang="ja-JP" altLang="en-US" sz="2000">
                    <a:effectLst>
                      <a:outerShdw blurRad="38100" dist="38100" dir="2700000" algn="tl">
                        <a:srgbClr val="C0C0C0"/>
                      </a:outerShdw>
                    </a:effectLst>
                  </a:rPr>
                  <a:t>　</a:t>
                </a:r>
              </a:p>
              <a:p>
                <a:r>
                  <a:rPr lang="en-US" altLang="ja-JP" sz="2000">
                    <a:effectLst>
                      <a:outerShdw blurRad="38100" dist="38100" dir="2700000" algn="tl">
                        <a:srgbClr val="C0C0C0"/>
                      </a:outerShdw>
                    </a:effectLst>
                  </a:rPr>
                  <a:t>Stocks: less than1/4</a:t>
                </a:r>
              </a:p>
            </p:txBody>
          </p:sp>
          <p:sp>
            <p:nvSpPr>
              <p:cNvPr id="584872" name="Rectangle 168"/>
              <p:cNvSpPr>
                <a:spLocks noChangeArrowheads="1"/>
              </p:cNvSpPr>
              <p:nvPr/>
            </p:nvSpPr>
            <p:spPr bwMode="auto">
              <a:xfrm>
                <a:off x="4175" y="3456"/>
                <a:ext cx="153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1pPr>
                <a:lvl2pPr marL="5715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2pPr>
                <a:lvl3pPr marL="11430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3pPr>
                <a:lvl4pPr marL="17145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4pPr>
                <a:lvl5pPr marL="22860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9pPr>
              </a:lstStyle>
              <a:p>
                <a:pPr>
                  <a:spcBef>
                    <a:spcPct val="50000"/>
                  </a:spcBef>
                </a:pPr>
                <a:r>
                  <a:rPr lang="en-US" altLang="ja-JP">
                    <a:effectLst>
                      <a:outerShdw blurRad="38100" dist="38100" dir="2700000" algn="tl">
                        <a:srgbClr val="C0C0C0"/>
                      </a:outerShdw>
                    </a:effectLst>
                  </a:rPr>
                  <a:t>Lead Time ?</a:t>
                </a:r>
              </a:p>
            </p:txBody>
          </p:sp>
        </p:grpSp>
      </p:grpSp>
      <p:sp>
        <p:nvSpPr>
          <p:cNvPr id="584873" name="Rectangle 169"/>
          <p:cNvSpPr>
            <a:spLocks noChangeArrowheads="1"/>
          </p:cNvSpPr>
          <p:nvPr/>
        </p:nvSpPr>
        <p:spPr bwMode="auto">
          <a:xfrm>
            <a:off x="381001" y="549275"/>
            <a:ext cx="2555875" cy="1054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1pPr>
            <a:lvl2pPr marL="5715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2pPr>
            <a:lvl3pPr marL="11430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3pPr>
            <a:lvl4pPr marL="17145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4pPr>
            <a:lvl5pPr marL="22860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9pPr>
          </a:lstStyle>
          <a:p>
            <a:pPr>
              <a:spcBef>
                <a:spcPct val="50000"/>
              </a:spcBef>
            </a:pPr>
            <a:r>
              <a:rPr lang="en-US" altLang="ja-JP" sz="1800">
                <a:effectLst>
                  <a:outerShdw blurRad="38100" dist="38100" dir="2700000" algn="tl">
                    <a:srgbClr val="C0C0C0"/>
                  </a:outerShdw>
                </a:effectLst>
              </a:rPr>
              <a:t>Regular Manufacturing Way</a:t>
            </a:r>
          </a:p>
          <a:p>
            <a:pPr>
              <a:spcBef>
                <a:spcPct val="50000"/>
              </a:spcBef>
            </a:pPr>
            <a:endParaRPr lang="en-US" altLang="ja-JP" sz="1800">
              <a:effectLst>
                <a:outerShdw blurRad="38100" dist="38100" dir="2700000" algn="tl">
                  <a:srgbClr val="C0C0C0"/>
                </a:outerShdw>
              </a:effectLst>
            </a:endParaRPr>
          </a:p>
        </p:txBody>
      </p:sp>
      <p:sp>
        <p:nvSpPr>
          <p:cNvPr id="584875" name="Rectangle 171"/>
          <p:cNvSpPr>
            <a:spLocks noChangeArrowheads="1"/>
          </p:cNvSpPr>
          <p:nvPr/>
        </p:nvSpPr>
        <p:spPr bwMode="auto">
          <a:xfrm>
            <a:off x="2649538" y="2774951"/>
            <a:ext cx="2057400" cy="6469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1pPr>
            <a:lvl2pPr marL="5715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2pPr>
            <a:lvl3pPr marL="11430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3pPr>
            <a:lvl4pPr marL="17145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4pPr>
            <a:lvl5pPr marL="22860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9pPr>
          </a:lstStyle>
          <a:p>
            <a:pPr>
              <a:spcBef>
                <a:spcPct val="50000"/>
              </a:spcBef>
            </a:pPr>
            <a:r>
              <a:rPr lang="en-US" altLang="ja-JP" sz="1800">
                <a:solidFill>
                  <a:srgbClr val="00F900"/>
                </a:solidFill>
                <a:effectLst>
                  <a:outerShdw blurRad="38100" dist="38100" dir="2700000" algn="tl">
                    <a:srgbClr val="C0C0C0"/>
                  </a:outerShdw>
                </a:effectLst>
              </a:rPr>
              <a:t>Products on the way</a:t>
            </a:r>
          </a:p>
        </p:txBody>
      </p:sp>
      <p:sp>
        <p:nvSpPr>
          <p:cNvPr id="584876" name="Rectangle 172"/>
          <p:cNvSpPr>
            <a:spLocks noChangeArrowheads="1"/>
          </p:cNvSpPr>
          <p:nvPr/>
        </p:nvSpPr>
        <p:spPr bwMode="auto">
          <a:xfrm>
            <a:off x="8393113" y="1851025"/>
            <a:ext cx="16002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1pPr>
            <a:lvl2pPr marL="5715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2pPr>
            <a:lvl3pPr marL="11430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3pPr>
            <a:lvl4pPr marL="17145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4pPr>
            <a:lvl5pPr marL="22860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9pPr>
          </a:lstStyle>
          <a:p>
            <a:pPr>
              <a:spcBef>
                <a:spcPct val="50000"/>
              </a:spcBef>
            </a:pPr>
            <a:r>
              <a:rPr lang="en-US" altLang="ja-JP" sz="1800">
                <a:solidFill>
                  <a:srgbClr val="CC0000"/>
                </a:solidFill>
                <a:effectLst>
                  <a:outerShdw blurRad="38100" dist="38100" dir="2700000" algn="tl">
                    <a:srgbClr val="C0C0C0"/>
                  </a:outerShdw>
                </a:effectLst>
              </a:rPr>
              <a:t>Completed Products</a:t>
            </a:r>
          </a:p>
        </p:txBody>
      </p:sp>
      <p:sp>
        <p:nvSpPr>
          <p:cNvPr id="584881" name="Rectangle 177"/>
          <p:cNvSpPr>
            <a:spLocks noChangeArrowheads="1"/>
          </p:cNvSpPr>
          <p:nvPr/>
        </p:nvSpPr>
        <p:spPr bwMode="auto">
          <a:xfrm>
            <a:off x="777875" y="1557338"/>
            <a:ext cx="12954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1pPr>
            <a:lvl2pPr marL="5715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2pPr>
            <a:lvl3pPr marL="11430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3pPr>
            <a:lvl4pPr marL="17145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4pPr>
            <a:lvl5pPr marL="2286000" algn="l" defTabSz="762000">
              <a:spcBef>
                <a:spcPct val="0"/>
              </a:spcBef>
              <a:defRPr kumimoji="1" sz="2400">
                <a:solidFill>
                  <a:schemeClr val="tx1"/>
                </a:solidFill>
                <a:latin typeface="Times New Roman" panose="02020603050405020304" pitchFamily="18" charset="0"/>
                <a:ea typeface="MS PGothic" panose="020B0600070205080204" pitchFamily="34"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9pPr>
          </a:lstStyle>
          <a:p>
            <a:pPr>
              <a:spcBef>
                <a:spcPct val="50000"/>
              </a:spcBef>
            </a:pPr>
            <a:r>
              <a:rPr lang="en-US" altLang="ja-JP" sz="1800">
                <a:solidFill>
                  <a:srgbClr val="CC3300"/>
                </a:solidFill>
                <a:effectLst>
                  <a:outerShdw blurRad="38100" dist="38100" dir="2700000" algn="tl">
                    <a:srgbClr val="C0C0C0"/>
                  </a:outerShdw>
                </a:effectLst>
              </a:rPr>
              <a:t>Raw Material</a:t>
            </a:r>
          </a:p>
        </p:txBody>
      </p:sp>
    </p:spTree>
    <p:extLst>
      <p:ext uri="{BB962C8B-B14F-4D97-AF65-F5344CB8AC3E}">
        <p14:creationId xmlns:p14="http://schemas.microsoft.com/office/powerpoint/2010/main" val="1085758155"/>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584811"/>
                                        </p:tgtEl>
                                        <p:attrNameLst>
                                          <p:attrName>style.visibility</p:attrName>
                                        </p:attrNameLst>
                                      </p:cBhvr>
                                      <p:to>
                                        <p:strVal val="visible"/>
                                      </p:to>
                                    </p:set>
                                    <p:animEffect transition="in" filter="box(out)">
                                      <p:cBhvr>
                                        <p:cTn id="7" dur="500"/>
                                        <p:tgtEl>
                                          <p:spTgt spid="58481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nodeType="clickEffect">
                                  <p:stCondLst>
                                    <p:cond delay="0"/>
                                  </p:stCondLst>
                                  <p:childTnLst>
                                    <p:set>
                                      <p:cBhvr>
                                        <p:cTn id="11" dur="1" fill="hold">
                                          <p:stCondLst>
                                            <p:cond delay="0"/>
                                          </p:stCondLst>
                                        </p:cTn>
                                        <p:tgtEl>
                                          <p:spTgt spid="584880"/>
                                        </p:tgtEl>
                                        <p:attrNameLst>
                                          <p:attrName>style.visibility</p:attrName>
                                        </p:attrNameLst>
                                      </p:cBhvr>
                                      <p:to>
                                        <p:strVal val="visible"/>
                                      </p:to>
                                    </p:set>
                                    <p:anim calcmode="lin" valueType="num">
                                      <p:cBhvr additive="base">
                                        <p:cTn id="12" dur="500" fill="hold"/>
                                        <p:tgtEl>
                                          <p:spTgt spid="584880"/>
                                        </p:tgtEl>
                                        <p:attrNameLst>
                                          <p:attrName>ppt_x</p:attrName>
                                        </p:attrNameLst>
                                      </p:cBhvr>
                                      <p:tavLst>
                                        <p:tav tm="0">
                                          <p:val>
                                            <p:strVal val="#ppt_x"/>
                                          </p:val>
                                        </p:tav>
                                        <p:tav tm="100000">
                                          <p:val>
                                            <p:strVal val="#ppt_x"/>
                                          </p:val>
                                        </p:tav>
                                      </p:tavLst>
                                    </p:anim>
                                    <p:anim calcmode="lin" valueType="num">
                                      <p:cBhvr additive="base">
                                        <p:cTn id="13" dur="500" fill="hold"/>
                                        <p:tgtEl>
                                          <p:spTgt spid="58488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72C102B-8989-498A-8A81-A7D3F3297B73}" type="slidenum">
              <a:rPr lang="en-US" altLang="ja-JP"/>
              <a:pPr/>
              <a:t>6</a:t>
            </a:fld>
            <a:endParaRPr lang="en-US" altLang="ja-JP"/>
          </a:p>
        </p:txBody>
      </p:sp>
      <p:sp>
        <p:nvSpPr>
          <p:cNvPr id="177154" name="Rectangle 2"/>
          <p:cNvSpPr>
            <a:spLocks noGrp="1" noChangeArrowheads="1"/>
          </p:cNvSpPr>
          <p:nvPr>
            <p:ph type="title" idx="4294967295"/>
          </p:nvPr>
        </p:nvSpPr>
        <p:spPr>
          <a:xfrm>
            <a:off x="990600" y="198438"/>
            <a:ext cx="7772400" cy="1143000"/>
          </a:xfrm>
        </p:spPr>
        <p:txBody>
          <a:bodyPr/>
          <a:lstStyle/>
          <a:p>
            <a:r>
              <a:rPr lang="en-US" altLang="ja-JP" sz="3600" u="sng">
                <a:solidFill>
                  <a:srgbClr val="FF0000"/>
                </a:solidFill>
                <a:effectLst>
                  <a:outerShdw blurRad="38100" dist="38100" dir="2700000" algn="tl">
                    <a:srgbClr val="C0C0C0"/>
                  </a:outerShdw>
                </a:effectLst>
              </a:rPr>
              <a:t>Summary of This Chapter</a:t>
            </a:r>
          </a:p>
        </p:txBody>
      </p:sp>
      <p:sp>
        <p:nvSpPr>
          <p:cNvPr id="177155" name="Text Box 3"/>
          <p:cNvSpPr txBox="1">
            <a:spLocks noChangeArrowheads="1"/>
          </p:cNvSpPr>
          <p:nvPr/>
        </p:nvSpPr>
        <p:spPr bwMode="auto">
          <a:xfrm>
            <a:off x="609600" y="1628775"/>
            <a:ext cx="9161290"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algn="l">
              <a:spcBef>
                <a:spcPct val="0"/>
              </a:spcBef>
              <a:defRPr kumimoji="1" sz="2400">
                <a:solidFill>
                  <a:schemeClr val="tx1"/>
                </a:solidFill>
                <a:latin typeface="Times New Roman" panose="02020603050405020304" pitchFamily="18" charset="0"/>
                <a:ea typeface="MS PGothic" panose="020B0600070205080204" pitchFamily="34" charset="-128"/>
              </a:defRPr>
            </a:lvl1pPr>
            <a:lvl2pPr marL="914400" indent="-457200" algn="l">
              <a:spcBef>
                <a:spcPct val="0"/>
              </a:spcBef>
              <a:defRPr kumimoji="1" sz="2400">
                <a:solidFill>
                  <a:schemeClr val="tx1"/>
                </a:solidFill>
                <a:latin typeface="Times New Roman" panose="02020603050405020304" pitchFamily="18" charset="0"/>
                <a:ea typeface="MS PGothic" panose="020B0600070205080204" pitchFamily="34" charset="-128"/>
              </a:defRPr>
            </a:lvl2pPr>
            <a:lvl3pPr marL="1371600" indent="-457200" algn="l">
              <a:spcBef>
                <a:spcPct val="0"/>
              </a:spcBef>
              <a:defRPr kumimoji="1" sz="2400">
                <a:solidFill>
                  <a:schemeClr val="tx1"/>
                </a:solidFill>
                <a:latin typeface="Times New Roman" panose="02020603050405020304" pitchFamily="18" charset="0"/>
                <a:ea typeface="MS PGothic" panose="020B0600070205080204" pitchFamily="34" charset="-128"/>
              </a:defRPr>
            </a:lvl3pPr>
            <a:lvl4pPr marL="1828800" indent="-457200" algn="l">
              <a:spcBef>
                <a:spcPct val="0"/>
              </a:spcBef>
              <a:defRPr kumimoji="1" sz="2400">
                <a:solidFill>
                  <a:schemeClr val="tx1"/>
                </a:solidFill>
                <a:latin typeface="Times New Roman" panose="02020603050405020304" pitchFamily="18" charset="0"/>
                <a:ea typeface="MS PGothic" panose="020B0600070205080204" pitchFamily="34" charset="-128"/>
              </a:defRPr>
            </a:lvl4pPr>
            <a:lvl5pPr marL="2286000" indent="-457200" algn="l">
              <a:spcBef>
                <a:spcPct val="0"/>
              </a:spcBef>
              <a:defRPr kumimoji="1" sz="2400">
                <a:solidFill>
                  <a:schemeClr val="tx1"/>
                </a:solidFill>
                <a:latin typeface="Times New Roman" panose="02020603050405020304" pitchFamily="18" charset="0"/>
                <a:ea typeface="MS PGothic" panose="020B0600070205080204" pitchFamily="34" charset="-128"/>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MS PGothic" panose="020B0600070205080204" pitchFamily="34" charset="-128"/>
              </a:defRPr>
            </a:lvl9pPr>
          </a:lstStyle>
          <a:p>
            <a:r>
              <a:rPr lang="en-US" altLang="ja-JP"/>
              <a:t>1.   Sustaining corporation needs to secure profits.</a:t>
            </a:r>
          </a:p>
          <a:p>
            <a:endParaRPr lang="en-US" altLang="ja-JP"/>
          </a:p>
          <a:p>
            <a:pPr>
              <a:buFontTx/>
              <a:buAutoNum type="arabicPeriod" startAt="2"/>
            </a:pPr>
            <a:r>
              <a:rPr lang="en-US" altLang="ja-JP"/>
              <a:t>There is variety ways of ensure profits. Reduction of costs</a:t>
            </a:r>
          </a:p>
          <a:p>
            <a:r>
              <a:rPr lang="en-US" altLang="ja-JP"/>
              <a:t>      are the most important.</a:t>
            </a:r>
          </a:p>
          <a:p>
            <a:endParaRPr lang="en-US" altLang="ja-JP"/>
          </a:p>
          <a:p>
            <a:pPr>
              <a:buFontTx/>
              <a:buAutoNum type="arabicPeriod" startAt="3"/>
            </a:pPr>
            <a:r>
              <a:rPr lang="en-US" altLang="ja-JP"/>
              <a:t>Today the environment where we operate is really tight.</a:t>
            </a:r>
          </a:p>
          <a:p>
            <a:r>
              <a:rPr lang="en-US" altLang="ja-JP"/>
              <a:t>      Overwhelming the current situation requires tireless efforts.</a:t>
            </a:r>
          </a:p>
          <a:p>
            <a:endParaRPr lang="en-US" altLang="ja-JP"/>
          </a:p>
          <a:p>
            <a:pPr>
              <a:buFontTx/>
              <a:buAutoNum type="arabicPeriod" startAt="4"/>
            </a:pPr>
            <a:r>
              <a:rPr lang="en-US" altLang="ja-JP"/>
              <a:t>Unit price of materials, equipments and purchased parts are</a:t>
            </a:r>
          </a:p>
          <a:p>
            <a:r>
              <a:rPr lang="en-US" altLang="ja-JP"/>
              <a:t>      almost the same for each company. It is the manufacturing </a:t>
            </a:r>
          </a:p>
          <a:p>
            <a:r>
              <a:rPr lang="en-US" altLang="ja-JP"/>
              <a:t>      method that can change products’ cost. You should keep in mind.</a:t>
            </a:r>
          </a:p>
        </p:txBody>
      </p:sp>
    </p:spTree>
    <p:extLst>
      <p:ext uri="{BB962C8B-B14F-4D97-AF65-F5344CB8AC3E}">
        <p14:creationId xmlns:p14="http://schemas.microsoft.com/office/powerpoint/2010/main" val="12016453"/>
      </p:ext>
    </p:extLst>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658" name="AutoShape 2"/>
          <p:cNvSpPr>
            <a:spLocks noChangeArrowheads="1"/>
          </p:cNvSpPr>
          <p:nvPr/>
        </p:nvSpPr>
        <p:spPr bwMode="auto">
          <a:xfrm>
            <a:off x="1738313" y="152400"/>
            <a:ext cx="6072187" cy="490538"/>
          </a:xfrm>
          <a:prstGeom prst="roundRect">
            <a:avLst>
              <a:gd name="adj" fmla="val 16667"/>
            </a:avLst>
          </a:prstGeom>
          <a:solidFill>
            <a:srgbClr val="008000"/>
          </a:solidFill>
          <a:ln w="9525">
            <a:solidFill>
              <a:schemeClr val="tx1"/>
            </a:solidFill>
            <a:round/>
            <a:headEnd/>
            <a:tailEnd/>
          </a:ln>
          <a:effectLst>
            <a:outerShdw blurRad="63500" dist="107763" dir="2700000" algn="ctr" rotWithShape="0">
              <a:schemeClr val="bg2">
                <a:alpha val="74998"/>
              </a:schemeClr>
            </a:outerShdw>
          </a:effectLst>
        </p:spPr>
        <p:txBody>
          <a:bodyPr wrap="none" anchor="ctr"/>
          <a:lstStyle/>
          <a:p>
            <a:pPr algn="ctr">
              <a:defRPr/>
            </a:pPr>
            <a:r>
              <a:rPr lang="en-US" altLang="ja-JP" dirty="0">
                <a:effectLst>
                  <a:outerShdw blurRad="38100" dist="38100" dir="2700000" algn="tl">
                    <a:srgbClr val="000000"/>
                  </a:outerShdw>
                </a:effectLst>
                <a:latin typeface="Times New Roman" pitchFamily="18" charset="0"/>
                <a:ea typeface="イワタ中丸ゴシック体(GT)" charset="-128"/>
                <a:cs typeface="Times New Roman" pitchFamily="18" charset="0"/>
              </a:rPr>
              <a:t>What are QC Circle activities?</a:t>
            </a:r>
          </a:p>
        </p:txBody>
      </p:sp>
      <p:sp>
        <p:nvSpPr>
          <p:cNvPr id="326661" name="AutoShape 5"/>
          <p:cNvSpPr>
            <a:spLocks noChangeArrowheads="1"/>
          </p:cNvSpPr>
          <p:nvPr/>
        </p:nvSpPr>
        <p:spPr bwMode="auto">
          <a:xfrm>
            <a:off x="152400" y="1052513"/>
            <a:ext cx="9753600" cy="5562600"/>
          </a:xfrm>
          <a:prstGeom prst="roundRect">
            <a:avLst>
              <a:gd name="adj" fmla="val 1954"/>
            </a:avLst>
          </a:prstGeom>
          <a:solidFill>
            <a:srgbClr val="000080">
              <a:alpha val="50000"/>
            </a:srgbClr>
          </a:solidFill>
          <a:ln w="9525">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sp>
        <p:nvSpPr>
          <p:cNvPr id="326662" name="AutoShape 6"/>
          <p:cNvSpPr>
            <a:spLocks noChangeArrowheads="1"/>
          </p:cNvSpPr>
          <p:nvPr/>
        </p:nvSpPr>
        <p:spPr bwMode="auto">
          <a:xfrm>
            <a:off x="3810000" y="1447800"/>
            <a:ext cx="5943600" cy="2362200"/>
          </a:xfrm>
          <a:prstGeom prst="foldedCorner">
            <a:avLst>
              <a:gd name="adj" fmla="val 12500"/>
            </a:avLst>
          </a:prstGeom>
          <a:noFill/>
          <a:ln w="12700">
            <a:solidFill>
              <a:srgbClr val="FF99CC"/>
            </a:solidFill>
            <a:round/>
            <a:headEnd/>
            <a:tailEnd/>
          </a:ln>
          <a:effectLst/>
        </p:spPr>
        <p:txBody>
          <a:bodyPr wrap="none" anchor="ctr"/>
          <a:lstStyle/>
          <a:p>
            <a:pPr>
              <a:defRPr/>
            </a:pPr>
            <a:endParaRPr lang="en-US">
              <a:effectLst>
                <a:outerShdw blurRad="38100" dist="38100" dir="2700000" algn="tl">
                  <a:srgbClr val="000000"/>
                </a:outerShdw>
              </a:effectLst>
            </a:endParaRPr>
          </a:p>
        </p:txBody>
      </p:sp>
      <p:sp>
        <p:nvSpPr>
          <p:cNvPr id="326663" name="Text Box 7"/>
          <p:cNvSpPr txBox="1">
            <a:spLocks noChangeArrowheads="1"/>
          </p:cNvSpPr>
          <p:nvPr/>
        </p:nvSpPr>
        <p:spPr bwMode="auto">
          <a:xfrm>
            <a:off x="4097338" y="1628775"/>
            <a:ext cx="5630862" cy="2108200"/>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15000"/>
              </a:spcBef>
            </a:pPr>
            <a:r>
              <a:rPr lang="en-US" altLang="ja-JP" sz="1800"/>
              <a:t>to improve the capabilities of QC Circle members and help them achieve </a:t>
            </a:r>
          </a:p>
          <a:p>
            <a:pPr eaLnBrk="1" hangingPunct="1">
              <a:spcBef>
                <a:spcPct val="15000"/>
              </a:spcBef>
            </a:pPr>
            <a:r>
              <a:rPr lang="en-US" altLang="ja-JP" sz="1800"/>
              <a:t> - self-fulfillment, create a positive, </a:t>
            </a:r>
          </a:p>
          <a:p>
            <a:pPr eaLnBrk="1" hangingPunct="1">
              <a:spcBef>
                <a:spcPct val="15000"/>
              </a:spcBef>
            </a:pPr>
            <a:r>
              <a:rPr lang="en-US" altLang="ja-JP" sz="1800"/>
              <a:t> - lively and meaningful workplace, and</a:t>
            </a:r>
          </a:p>
          <a:p>
            <a:pPr eaLnBrk="1" hangingPunct="1">
              <a:spcBef>
                <a:spcPct val="15000"/>
              </a:spcBef>
            </a:pPr>
            <a:r>
              <a:rPr lang="en-US" altLang="ja-JP" sz="1800"/>
              <a:t> - contribute to improvements in customer satisfaction and society. </a:t>
            </a:r>
          </a:p>
          <a:p>
            <a:pPr eaLnBrk="1" hangingPunct="1">
              <a:spcBef>
                <a:spcPct val="15000"/>
              </a:spcBef>
            </a:pPr>
            <a:endParaRPr lang="en-US" altLang="ja-JP" sz="1400">
              <a:effectLst>
                <a:outerShdw blurRad="38100" dist="38100" dir="2700000" algn="tl">
                  <a:srgbClr val="000000"/>
                </a:outerShdw>
              </a:effectLst>
              <a:latin typeface="Times New Roman" panose="02020603050405020304" pitchFamily="18" charset="0"/>
              <a:ea typeface="イワタ中丸ゴシック体(GT)" charset="-128"/>
            </a:endParaRPr>
          </a:p>
        </p:txBody>
      </p:sp>
      <p:sp>
        <p:nvSpPr>
          <p:cNvPr id="326664" name="Text Box 8"/>
          <p:cNvSpPr txBox="1">
            <a:spLocks noChangeArrowheads="1"/>
          </p:cNvSpPr>
          <p:nvPr/>
        </p:nvSpPr>
        <p:spPr bwMode="auto">
          <a:xfrm>
            <a:off x="4089400" y="1125538"/>
            <a:ext cx="2519363" cy="476250"/>
          </a:xfrm>
          <a:prstGeom prst="rect">
            <a:avLst/>
          </a:prstGeom>
          <a:solidFill>
            <a:srgbClr val="008000"/>
          </a:solidFill>
          <a:ln w="19050">
            <a:solidFill>
              <a:srgbClr val="FF99CC"/>
            </a:solidFill>
            <a:miter lim="800000"/>
            <a:headEnd/>
            <a:tailEnd/>
          </a:ln>
          <a:effectLst>
            <a:outerShdw blurRad="63500" dist="107763" dir="2700000" algn="ctr" rotWithShape="0">
              <a:schemeClr val="bg2">
                <a:alpha val="74998"/>
              </a:schemeClr>
            </a:outerShdw>
          </a:effectLst>
        </p:spPr>
        <p:txBody>
          <a:bodyPr>
            <a:spAutoFit/>
          </a:bodyPr>
          <a:lstStyle/>
          <a:p>
            <a:pPr algn="ctr">
              <a:spcBef>
                <a:spcPct val="50000"/>
              </a:spcBef>
              <a:defRPr/>
            </a:pPr>
            <a:r>
              <a:rPr lang="en-US" altLang="ja-JP" sz="2400">
                <a:effectLst>
                  <a:outerShdw blurRad="38100" dist="38100" dir="2700000" algn="tl">
                    <a:srgbClr val="000000"/>
                  </a:outerShdw>
                </a:effectLst>
                <a:latin typeface="Times New Roman" pitchFamily="18" charset="0"/>
                <a:ea typeface="イワタ中丸ゴシック体(GT)" charset="-128"/>
                <a:cs typeface="Angsana New" pitchFamily="18" charset="-34"/>
              </a:rPr>
              <a:t>These activities</a:t>
            </a:r>
          </a:p>
        </p:txBody>
      </p:sp>
      <p:sp>
        <p:nvSpPr>
          <p:cNvPr id="326665" name="AutoShape 9"/>
          <p:cNvSpPr>
            <a:spLocks noChangeArrowheads="1"/>
          </p:cNvSpPr>
          <p:nvPr/>
        </p:nvSpPr>
        <p:spPr bwMode="auto">
          <a:xfrm>
            <a:off x="4140200" y="4114800"/>
            <a:ext cx="5638800" cy="2362200"/>
          </a:xfrm>
          <a:prstGeom prst="foldedCorner">
            <a:avLst>
              <a:gd name="adj" fmla="val 12500"/>
            </a:avLst>
          </a:prstGeom>
          <a:noFill/>
          <a:ln w="12700">
            <a:solidFill>
              <a:srgbClr val="FF99CC"/>
            </a:solidFill>
            <a:round/>
            <a:headEnd/>
            <a:tailEnd/>
          </a:ln>
          <a:effectLst/>
        </p:spPr>
        <p:txBody>
          <a:bodyPr wrap="none" anchor="ctr"/>
          <a:lstStyle/>
          <a:p>
            <a:pPr>
              <a:defRPr/>
            </a:pPr>
            <a:endParaRPr lang="en-US">
              <a:effectLst>
                <a:outerShdw blurRad="38100" dist="38100" dir="2700000" algn="tl">
                  <a:srgbClr val="000000"/>
                </a:outerShdw>
              </a:effectLst>
            </a:endParaRPr>
          </a:p>
        </p:txBody>
      </p:sp>
      <p:sp>
        <p:nvSpPr>
          <p:cNvPr id="326666" name="Text Box 10"/>
          <p:cNvSpPr txBox="1">
            <a:spLocks noChangeArrowheads="1"/>
          </p:cNvSpPr>
          <p:nvPr/>
        </p:nvSpPr>
        <p:spPr bwMode="auto">
          <a:xfrm>
            <a:off x="4089400" y="4378325"/>
            <a:ext cx="5867400" cy="2149475"/>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lnSpc>
                <a:spcPct val="105000"/>
              </a:lnSpc>
            </a:pPr>
            <a:r>
              <a:rPr lang="en-US" altLang="ja-JP" sz="1000">
                <a:effectLst>
                  <a:outerShdw blurRad="38100" dist="38100" dir="2700000" algn="tl">
                    <a:srgbClr val="000000"/>
                  </a:outerShdw>
                </a:effectLst>
                <a:ea typeface="イワタ中丸ゴシック体(GT)" charset="-128"/>
              </a:rPr>
              <a:t> </a:t>
            </a:r>
            <a:r>
              <a:rPr lang="en-US" altLang="ja-JP" sz="1600"/>
              <a:t>rank these as important activities for the development of human resources and enlivening the workplace, and in addition to the practice of company-wide activities such as their own TQM activities, they respect human worth, and offer instruction and support aiming for total participation in order to contribute to the company’s development and to improve workplace performance.</a:t>
            </a:r>
          </a:p>
        </p:txBody>
      </p:sp>
      <p:sp>
        <p:nvSpPr>
          <p:cNvPr id="326667" name="Text Box 11"/>
          <p:cNvSpPr txBox="1">
            <a:spLocks noChangeArrowheads="1"/>
          </p:cNvSpPr>
          <p:nvPr/>
        </p:nvSpPr>
        <p:spPr bwMode="auto">
          <a:xfrm>
            <a:off x="4343400" y="3962400"/>
            <a:ext cx="3346450" cy="406400"/>
          </a:xfrm>
          <a:prstGeom prst="rect">
            <a:avLst/>
          </a:prstGeom>
          <a:solidFill>
            <a:srgbClr val="008000"/>
          </a:solidFill>
          <a:ln w="9525">
            <a:solidFill>
              <a:srgbClr val="FF99CC"/>
            </a:solidFill>
            <a:miter lim="800000"/>
            <a:headEnd/>
            <a:tailEnd/>
          </a:ln>
          <a:effectLst>
            <a:outerShdw blurRad="63500" dist="107763" dir="2700000" algn="ctr" rotWithShape="0">
              <a:schemeClr val="bg2">
                <a:alpha val="74998"/>
              </a:schemeClr>
            </a:outerShdw>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spcBef>
                <a:spcPct val="50000"/>
              </a:spcBef>
            </a:pPr>
            <a:r>
              <a:rPr lang="en-US" altLang="ja-JP" sz="2000">
                <a:effectLst>
                  <a:outerShdw blurRad="38100" dist="38100" dir="2700000" algn="tl">
                    <a:srgbClr val="000000"/>
                  </a:outerShdw>
                </a:effectLst>
                <a:latin typeface="Times New Roman" panose="02020603050405020304" pitchFamily="18" charset="0"/>
                <a:ea typeface="イワタ中丸ゴシック体(GT)" charset="-128"/>
              </a:rPr>
              <a:t>Management</a:t>
            </a:r>
          </a:p>
        </p:txBody>
      </p:sp>
      <p:sp>
        <p:nvSpPr>
          <p:cNvPr id="326668" name="AutoShape 12"/>
          <p:cNvSpPr>
            <a:spLocks noChangeArrowheads="1"/>
          </p:cNvSpPr>
          <p:nvPr/>
        </p:nvSpPr>
        <p:spPr bwMode="auto">
          <a:xfrm>
            <a:off x="177800" y="1447800"/>
            <a:ext cx="3462338" cy="2362200"/>
          </a:xfrm>
          <a:prstGeom prst="foldedCorner">
            <a:avLst>
              <a:gd name="adj" fmla="val 12500"/>
            </a:avLst>
          </a:prstGeom>
          <a:noFill/>
          <a:ln w="12700">
            <a:solidFill>
              <a:srgbClr val="FF99CC"/>
            </a:solidFill>
            <a:round/>
            <a:headEnd/>
            <a:tailEnd/>
          </a:ln>
          <a:effectLst/>
        </p:spPr>
        <p:txBody>
          <a:bodyPr wrap="none" anchor="ctr"/>
          <a:lstStyle/>
          <a:p>
            <a:pPr>
              <a:defRPr/>
            </a:pPr>
            <a:endParaRPr lang="en-US">
              <a:effectLst>
                <a:outerShdw blurRad="38100" dist="38100" dir="2700000" algn="tl">
                  <a:srgbClr val="000000"/>
                </a:outerShdw>
              </a:effectLst>
            </a:endParaRPr>
          </a:p>
        </p:txBody>
      </p:sp>
      <p:sp>
        <p:nvSpPr>
          <p:cNvPr id="326669" name="Text Box 13"/>
          <p:cNvSpPr txBox="1">
            <a:spLocks noChangeArrowheads="1"/>
          </p:cNvSpPr>
          <p:nvPr/>
        </p:nvSpPr>
        <p:spPr bwMode="auto">
          <a:xfrm>
            <a:off x="415925" y="1666875"/>
            <a:ext cx="3314700" cy="1768475"/>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15000"/>
              </a:spcBef>
            </a:pPr>
            <a:r>
              <a:rPr lang="en-US" altLang="ja-JP" sz="1200">
                <a:effectLst>
                  <a:outerShdw blurRad="38100" dist="38100" dir="2700000" algn="tl">
                    <a:srgbClr val="000000"/>
                  </a:outerShdw>
                </a:effectLst>
                <a:latin typeface="Times New Roman" panose="02020603050405020304" pitchFamily="18" charset="0"/>
                <a:ea typeface="イワタ中丸ゴシック体(GT)" charset="-128"/>
              </a:rPr>
              <a:t>    </a:t>
            </a:r>
            <a:r>
              <a:rPr lang="en-US" altLang="ja-JP" sz="1600"/>
              <a:t>QC Circle are small groups consisting of first-line employees who continually control and improve the quality of their work, products and services. </a:t>
            </a:r>
          </a:p>
          <a:p>
            <a:pPr eaLnBrk="1" hangingPunct="1">
              <a:spcBef>
                <a:spcPct val="15000"/>
              </a:spcBef>
            </a:pPr>
            <a:endParaRPr lang="en-US" altLang="ja-JP" sz="1200">
              <a:effectLst>
                <a:outerShdw blurRad="38100" dist="38100" dir="2700000" algn="tl">
                  <a:srgbClr val="000000"/>
                </a:outerShdw>
              </a:effectLst>
              <a:latin typeface="Times New Roman" panose="02020603050405020304" pitchFamily="18" charset="0"/>
              <a:ea typeface="イワタ中丸ゴシック体(GT)" charset="-128"/>
            </a:endParaRPr>
          </a:p>
        </p:txBody>
      </p:sp>
      <p:sp>
        <p:nvSpPr>
          <p:cNvPr id="326670" name="Text Box 14"/>
          <p:cNvSpPr txBox="1">
            <a:spLocks noChangeArrowheads="1"/>
          </p:cNvSpPr>
          <p:nvPr/>
        </p:nvSpPr>
        <p:spPr bwMode="auto">
          <a:xfrm>
            <a:off x="273050" y="1125538"/>
            <a:ext cx="2428875" cy="476250"/>
          </a:xfrm>
          <a:prstGeom prst="rect">
            <a:avLst/>
          </a:prstGeom>
          <a:solidFill>
            <a:srgbClr val="008000"/>
          </a:solidFill>
          <a:ln w="19050">
            <a:solidFill>
              <a:srgbClr val="FF99CC"/>
            </a:solidFill>
            <a:miter lim="800000"/>
            <a:headEnd/>
            <a:tailEnd/>
          </a:ln>
          <a:effectLst>
            <a:outerShdw blurRad="63500" dist="107763" dir="2700000" algn="ctr" rotWithShape="0">
              <a:schemeClr val="bg2">
                <a:alpha val="74998"/>
              </a:schemeClr>
            </a:outerShdw>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spcBef>
                <a:spcPct val="50000"/>
              </a:spcBef>
            </a:pPr>
            <a:r>
              <a:rPr lang="en-US" altLang="ja-JP" sz="2400">
                <a:effectLst>
                  <a:outerShdw blurRad="38100" dist="38100" dir="2700000" algn="tl">
                    <a:srgbClr val="000000"/>
                  </a:outerShdw>
                </a:effectLst>
                <a:latin typeface="Times New Roman" panose="02020603050405020304" pitchFamily="18" charset="0"/>
                <a:ea typeface="イワタ中丸ゴシック体(GT)" charset="-128"/>
                <a:cs typeface="Angsana New" pitchFamily="18" charset="-34"/>
              </a:rPr>
              <a:t>The QC Circle :</a:t>
            </a:r>
          </a:p>
        </p:txBody>
      </p:sp>
      <p:sp>
        <p:nvSpPr>
          <p:cNvPr id="326671" name="AutoShape 15"/>
          <p:cNvSpPr>
            <a:spLocks noChangeArrowheads="1"/>
          </p:cNvSpPr>
          <p:nvPr/>
        </p:nvSpPr>
        <p:spPr bwMode="auto">
          <a:xfrm>
            <a:off x="171450" y="4114800"/>
            <a:ext cx="3810000" cy="2362200"/>
          </a:xfrm>
          <a:prstGeom prst="foldedCorner">
            <a:avLst>
              <a:gd name="adj" fmla="val 12500"/>
            </a:avLst>
          </a:prstGeom>
          <a:noFill/>
          <a:ln w="12700">
            <a:solidFill>
              <a:srgbClr val="FF99CC"/>
            </a:solidFill>
            <a:round/>
            <a:headEnd/>
            <a:tailEnd/>
          </a:ln>
          <a:effectLst/>
        </p:spPr>
        <p:txBody>
          <a:bodyPr wrap="none" anchor="ctr"/>
          <a:lstStyle/>
          <a:p>
            <a:pPr>
              <a:defRPr/>
            </a:pPr>
            <a:endParaRPr lang="en-US">
              <a:effectLst>
                <a:outerShdw blurRad="38100" dist="38100" dir="2700000" algn="tl">
                  <a:srgbClr val="000000"/>
                </a:outerShdw>
              </a:effectLst>
            </a:endParaRPr>
          </a:p>
        </p:txBody>
      </p:sp>
      <p:sp>
        <p:nvSpPr>
          <p:cNvPr id="326672" name="Text Box 16"/>
          <p:cNvSpPr txBox="1">
            <a:spLocks noChangeArrowheads="1"/>
          </p:cNvSpPr>
          <p:nvPr/>
        </p:nvSpPr>
        <p:spPr bwMode="auto">
          <a:xfrm>
            <a:off x="171450" y="4541838"/>
            <a:ext cx="3886200" cy="1558925"/>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ms-MY" sz="1200">
                <a:effectLst>
                  <a:outerShdw blurRad="38100" dist="38100" dir="2700000" algn="tl">
                    <a:srgbClr val="000000"/>
                  </a:outerShdw>
                </a:effectLst>
                <a:latin typeface="Times New Roman" panose="02020603050405020304" pitchFamily="18" charset="0"/>
              </a:rPr>
              <a:t>  </a:t>
            </a:r>
            <a:r>
              <a:rPr lang="en-US" altLang="ja-JP" sz="1600"/>
              <a:t>conducts management autonomously, utilizes QC concepts and tools,</a:t>
            </a:r>
            <a:br>
              <a:rPr lang="en-US" altLang="ja-JP" sz="1600"/>
            </a:br>
            <a:r>
              <a:rPr lang="en-US" altLang="ja-JP" sz="1600"/>
              <a:t>exhibits creativity, and strives for self- and mutual enlightenment  </a:t>
            </a:r>
            <a:br>
              <a:rPr lang="en-US" altLang="ja-JP" sz="1600"/>
            </a:br>
            <a:r>
              <a:rPr lang="en-US" altLang="ja-JP" sz="1600"/>
              <a:t>in the process of conducting activities. </a:t>
            </a:r>
          </a:p>
        </p:txBody>
      </p:sp>
      <p:sp>
        <p:nvSpPr>
          <p:cNvPr id="326673" name="Text Box 17"/>
          <p:cNvSpPr txBox="1">
            <a:spLocks noChangeArrowheads="1"/>
          </p:cNvSpPr>
          <p:nvPr/>
        </p:nvSpPr>
        <p:spPr bwMode="auto">
          <a:xfrm>
            <a:off x="344488" y="3860800"/>
            <a:ext cx="2592387" cy="415925"/>
          </a:xfrm>
          <a:prstGeom prst="rect">
            <a:avLst/>
          </a:prstGeom>
          <a:solidFill>
            <a:srgbClr val="008000"/>
          </a:solidFill>
          <a:ln w="19050">
            <a:solidFill>
              <a:srgbClr val="FF99CC"/>
            </a:solidFill>
            <a:miter lim="800000"/>
            <a:headEnd/>
            <a:tailEnd/>
          </a:ln>
          <a:effectLst>
            <a:outerShdw blurRad="63500" dist="107763" dir="2700000" algn="ctr" rotWithShape="0">
              <a:schemeClr val="bg2">
                <a:alpha val="74998"/>
              </a:schemeClr>
            </a:outerShdw>
          </a:effectLst>
        </p:spPr>
        <p:txBody>
          <a:bodyPr>
            <a:spAutoFit/>
          </a:bodyPr>
          <a:lstStyle/>
          <a:p>
            <a:pPr algn="ctr">
              <a:spcBef>
                <a:spcPct val="50000"/>
              </a:spcBef>
              <a:defRPr/>
            </a:pPr>
            <a:r>
              <a:rPr lang="en-US" altLang="ja-JP" sz="2000">
                <a:effectLst>
                  <a:outerShdw blurRad="38100" dist="38100" dir="2700000" algn="tl">
                    <a:srgbClr val="000000"/>
                  </a:outerShdw>
                </a:effectLst>
                <a:latin typeface="Times New Roman" pitchFamily="18" charset="0"/>
                <a:ea typeface="イワタ中丸ゴシック体(GT)" charset="-128"/>
              </a:rPr>
              <a:t>These small groups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707" name="AutoShape 3"/>
          <p:cNvSpPr>
            <a:spLocks noChangeArrowheads="1"/>
          </p:cNvSpPr>
          <p:nvPr/>
        </p:nvSpPr>
        <p:spPr bwMode="auto">
          <a:xfrm>
            <a:off x="849313" y="152400"/>
            <a:ext cx="8135937" cy="612775"/>
          </a:xfrm>
          <a:prstGeom prst="roundRect">
            <a:avLst>
              <a:gd name="adj" fmla="val 16667"/>
            </a:avLst>
          </a:prstGeom>
          <a:solidFill>
            <a:srgbClr val="008000"/>
          </a:solidFill>
          <a:ln w="9525">
            <a:solidFill>
              <a:schemeClr val="tx1"/>
            </a:solidFill>
            <a:round/>
            <a:headEnd/>
            <a:tailEnd/>
          </a:ln>
          <a:effectLst>
            <a:outerShdw blurRad="63500" dist="107763" dir="2700000" algn="ctr" rotWithShape="0">
              <a:schemeClr val="bg2">
                <a:alpha val="74998"/>
              </a:schemeClr>
            </a:outerShdw>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en-US" altLang="ja-JP">
                <a:effectLst>
                  <a:outerShdw blurRad="38100" dist="38100" dir="2700000" algn="tl">
                    <a:srgbClr val="000000"/>
                  </a:outerShdw>
                </a:effectLst>
                <a:ea typeface="イワタ中丸ゴシック体(GT)" charset="-128"/>
                <a:cs typeface="Angsana New" pitchFamily="18" charset="-34"/>
              </a:rPr>
              <a:t>The basic principles of QC Circle Activities</a:t>
            </a:r>
          </a:p>
        </p:txBody>
      </p:sp>
      <p:pic>
        <p:nvPicPr>
          <p:cNvPr id="6147" name="Picture 8" descr="BS02064_"/>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0" y="5157788"/>
            <a:ext cx="3733800" cy="1319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8709" name="AutoShape 5"/>
          <p:cNvSpPr>
            <a:spLocks noChangeArrowheads="1"/>
          </p:cNvSpPr>
          <p:nvPr/>
        </p:nvSpPr>
        <p:spPr bwMode="auto">
          <a:xfrm>
            <a:off x="200025" y="981075"/>
            <a:ext cx="9448800" cy="5562600"/>
          </a:xfrm>
          <a:prstGeom prst="foldedCorner">
            <a:avLst>
              <a:gd name="adj" fmla="val 12500"/>
            </a:avLst>
          </a:prstGeom>
          <a:solidFill>
            <a:srgbClr val="0000FF">
              <a:alpha val="50000"/>
            </a:srgbClr>
          </a:solidFill>
          <a:ln w="22225">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sp>
        <p:nvSpPr>
          <p:cNvPr id="328710" name="Text Box 6"/>
          <p:cNvSpPr txBox="1">
            <a:spLocks noChangeArrowheads="1"/>
          </p:cNvSpPr>
          <p:nvPr/>
        </p:nvSpPr>
        <p:spPr bwMode="auto">
          <a:xfrm>
            <a:off x="344488" y="2208213"/>
            <a:ext cx="9372600" cy="579437"/>
          </a:xfrm>
          <a:prstGeom prst="rect">
            <a:avLst/>
          </a:prstGeom>
          <a:noFill/>
          <a:ln w="9525">
            <a:noFill/>
            <a:miter lim="800000"/>
            <a:headEnd/>
            <a:tailEnd/>
          </a:ln>
          <a:effectLst>
            <a:outerShdw blurRad="63500" dist="38099" dir="2700000" algn="ctr" rotWithShape="0">
              <a:schemeClr val="bg2">
                <a:alpha val="74998"/>
              </a:schemeClr>
            </a:outerShdw>
          </a:effectLst>
        </p:spPr>
        <p:txBody>
          <a:bodyPr anchor="ct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20000"/>
              </a:spcBef>
            </a:pPr>
            <a:r>
              <a:rPr lang="ja-JP" altLang="en-US" sz="3200">
                <a:effectLst>
                  <a:outerShdw blurRad="38100" dist="38100" dir="2700000" algn="tl">
                    <a:srgbClr val="000000"/>
                  </a:outerShdw>
                </a:effectLst>
                <a:latin typeface="Angsana New" pitchFamily="18" charset="-34"/>
                <a:cs typeface="Angsana New" pitchFamily="18" charset="-34"/>
              </a:rPr>
              <a:t>・</a:t>
            </a:r>
            <a:r>
              <a:rPr lang="en-US" altLang="ja-JP" sz="3200">
                <a:effectLst>
                  <a:outerShdw blurRad="38100" dist="38100" dir="2700000" algn="tl">
                    <a:srgbClr val="000000"/>
                  </a:outerShdw>
                </a:effectLst>
                <a:latin typeface="Angsana New" pitchFamily="18" charset="-34"/>
                <a:cs typeface="Angsana New" pitchFamily="18" charset="-34"/>
              </a:rPr>
              <a:t>Improve individual </a:t>
            </a:r>
            <a:r>
              <a:rPr lang="en-US" altLang="ja-JP" sz="3200">
                <a:solidFill>
                  <a:srgbClr val="FFFF00"/>
                </a:solidFill>
                <a:effectLst>
                  <a:outerShdw blurRad="38100" dist="38100" dir="2700000" algn="tl">
                    <a:srgbClr val="000000"/>
                  </a:outerShdw>
                </a:effectLst>
                <a:latin typeface="Angsana New" pitchFamily="18" charset="-34"/>
                <a:cs typeface="Angsana New" pitchFamily="18" charset="-34"/>
              </a:rPr>
              <a:t>capabilities for self-fulfillment</a:t>
            </a:r>
          </a:p>
        </p:txBody>
      </p:sp>
      <p:sp>
        <p:nvSpPr>
          <p:cNvPr id="328711" name="Text Box 7"/>
          <p:cNvSpPr txBox="1">
            <a:spLocks noChangeArrowheads="1"/>
          </p:cNvSpPr>
          <p:nvPr/>
        </p:nvSpPr>
        <p:spPr bwMode="auto">
          <a:xfrm>
            <a:off x="381000" y="1143000"/>
            <a:ext cx="4140200" cy="579438"/>
          </a:xfrm>
          <a:prstGeom prst="rect">
            <a:avLst/>
          </a:prstGeom>
          <a:noFill/>
          <a:ln w="9525">
            <a:noFill/>
            <a:miter lim="800000"/>
            <a:headEnd/>
            <a:tailEnd/>
          </a:ln>
          <a:effectLst>
            <a:outerShdw blurRad="63500" dist="38099" dir="2700000" algn="ctr" rotWithShape="0">
              <a:schemeClr val="bg2">
                <a:alpha val="74998"/>
              </a:schemeClr>
            </a:outerShdw>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spcBef>
                <a:spcPct val="50000"/>
              </a:spcBef>
            </a:pPr>
            <a:r>
              <a:rPr lang="en-US" altLang="ja-JP" sz="3200">
                <a:solidFill>
                  <a:srgbClr val="FF00FF"/>
                </a:solidFill>
                <a:effectLst>
                  <a:outerShdw blurRad="38100" dist="38100" dir="2700000" algn="tl">
                    <a:srgbClr val="000000"/>
                  </a:outerShdw>
                </a:effectLst>
                <a:latin typeface="Times New Roman" panose="02020603050405020304" pitchFamily="18" charset="0"/>
                <a:ea typeface="イワタ中丸ゴシック体(GT)" charset="-128"/>
                <a:cs typeface="Angsana New" pitchFamily="18" charset="-34"/>
              </a:rPr>
              <a:t>The basic principles</a:t>
            </a:r>
          </a:p>
        </p:txBody>
      </p:sp>
      <p:sp>
        <p:nvSpPr>
          <p:cNvPr id="328715" name="Text Box 11"/>
          <p:cNvSpPr txBox="1">
            <a:spLocks noChangeArrowheads="1"/>
          </p:cNvSpPr>
          <p:nvPr/>
        </p:nvSpPr>
        <p:spPr bwMode="auto">
          <a:xfrm>
            <a:off x="344488" y="2922588"/>
            <a:ext cx="9372600" cy="1163637"/>
          </a:xfrm>
          <a:prstGeom prst="rect">
            <a:avLst/>
          </a:prstGeom>
          <a:noFill/>
          <a:ln w="9525">
            <a:noFill/>
            <a:miter lim="800000"/>
            <a:headEnd/>
            <a:tailEnd/>
          </a:ln>
          <a:effectLst>
            <a:outerShdw blurRad="63500" dist="38099" dir="2700000" algn="ctr" rotWithShape="0">
              <a:schemeClr val="bg2">
                <a:alpha val="74998"/>
              </a:schemeClr>
            </a:outerShdw>
          </a:effectLst>
        </p:spPr>
        <p:txBody>
          <a:bodyPr anchor="ct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20000"/>
              </a:spcBef>
            </a:pPr>
            <a:r>
              <a:rPr lang="ja-JP" altLang="en-US" sz="2400">
                <a:effectLst>
                  <a:outerShdw blurRad="38100" dist="38100" dir="2700000" algn="tl">
                    <a:srgbClr val="000000"/>
                  </a:outerShdw>
                </a:effectLst>
                <a:latin typeface="Angsana New" pitchFamily="18" charset="-34"/>
                <a:cs typeface="Angsana New" pitchFamily="18" charset="-34"/>
              </a:rPr>
              <a:t>・</a:t>
            </a:r>
            <a:r>
              <a:rPr lang="ja-JP" altLang="th-TH" sz="1800">
                <a:effectLst>
                  <a:outerShdw blurRad="38100" dist="38100" dir="2700000" algn="tl">
                    <a:srgbClr val="000000"/>
                  </a:outerShdw>
                </a:effectLst>
                <a:latin typeface="Angsana New" pitchFamily="18" charset="-34"/>
                <a:cs typeface="Angsana New" pitchFamily="18" charset="-34"/>
              </a:rPr>
              <a:t> </a:t>
            </a:r>
            <a:r>
              <a:rPr lang="en-US" altLang="ja-JP" sz="3200">
                <a:effectLst>
                  <a:outerShdw blurRad="38100" dist="38100" dir="2700000" algn="tl">
                    <a:srgbClr val="000000"/>
                  </a:outerShdw>
                </a:effectLst>
                <a:latin typeface="Angsana New" pitchFamily="18" charset="-34"/>
                <a:cs typeface="Angsana New" pitchFamily="18" charset="-34"/>
              </a:rPr>
              <a:t>Respect human worth to create lively work environment </a:t>
            </a:r>
          </a:p>
          <a:p>
            <a:pPr eaLnBrk="1" hangingPunct="1">
              <a:spcBef>
                <a:spcPct val="20000"/>
              </a:spcBef>
            </a:pPr>
            <a:r>
              <a:rPr lang="en-US" altLang="ja-JP" sz="3200">
                <a:effectLst>
                  <a:outerShdw blurRad="38100" dist="38100" dir="2700000" algn="tl">
                    <a:srgbClr val="000000"/>
                  </a:outerShdw>
                </a:effectLst>
                <a:latin typeface="Angsana New" pitchFamily="18" charset="-34"/>
                <a:cs typeface="Angsana New" pitchFamily="18" charset="-34"/>
              </a:rPr>
              <a:t>				 </a:t>
            </a:r>
            <a:r>
              <a:rPr lang="en-US" altLang="ja-JP" sz="3200">
                <a:solidFill>
                  <a:schemeClr val="folHlink"/>
                </a:solidFill>
                <a:effectLst>
                  <a:outerShdw blurRad="38100" dist="38100" dir="2700000" algn="tl">
                    <a:srgbClr val="000000"/>
                  </a:outerShdw>
                </a:effectLst>
                <a:latin typeface="Angsana New" pitchFamily="18" charset="-34"/>
                <a:cs typeface="Angsana New" pitchFamily="18" charset="-34"/>
              </a:rPr>
              <a:t>that gives worth to life</a:t>
            </a:r>
            <a:endParaRPr lang="en-US" altLang="ja-JP" sz="1800">
              <a:solidFill>
                <a:schemeClr val="folHlink"/>
              </a:solidFill>
              <a:effectLst>
                <a:outerShdw blurRad="38100" dist="38100" dir="2700000" algn="tl">
                  <a:srgbClr val="000000"/>
                </a:outerShdw>
              </a:effectLst>
              <a:latin typeface="Angsana New" pitchFamily="18" charset="-34"/>
              <a:cs typeface="Angsana New" pitchFamily="18" charset="-34"/>
            </a:endParaRPr>
          </a:p>
        </p:txBody>
      </p:sp>
      <p:sp>
        <p:nvSpPr>
          <p:cNvPr id="328716" name="Text Box 12"/>
          <p:cNvSpPr txBox="1">
            <a:spLocks noChangeArrowheads="1"/>
          </p:cNvSpPr>
          <p:nvPr/>
        </p:nvSpPr>
        <p:spPr bwMode="auto">
          <a:xfrm>
            <a:off x="381000" y="4005263"/>
            <a:ext cx="9525000" cy="1163637"/>
          </a:xfrm>
          <a:prstGeom prst="rect">
            <a:avLst/>
          </a:prstGeom>
          <a:noFill/>
          <a:ln w="9525">
            <a:noFill/>
            <a:miter lim="800000"/>
            <a:headEnd/>
            <a:tailEnd/>
          </a:ln>
          <a:effectLst>
            <a:outerShdw blurRad="63500" dist="38099" dir="2700000" algn="ctr" rotWithShape="0">
              <a:schemeClr val="bg2">
                <a:alpha val="74998"/>
              </a:schemeClr>
            </a:outerShdw>
          </a:effectLst>
        </p:spPr>
        <p:txBody>
          <a:bodyPr anchor="ct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20000"/>
              </a:spcBef>
            </a:pPr>
            <a:r>
              <a:rPr lang="ja-JP" altLang="en-US">
                <a:effectLst>
                  <a:outerShdw blurRad="38100" dist="38100" dir="2700000" algn="tl">
                    <a:srgbClr val="000000"/>
                  </a:outerShdw>
                </a:effectLst>
                <a:latin typeface="Angsana New" pitchFamily="18" charset="-34"/>
                <a:cs typeface="Angsana New" pitchFamily="18" charset="-34"/>
              </a:rPr>
              <a:t>・</a:t>
            </a:r>
            <a:r>
              <a:rPr lang="en-US" altLang="ja-JP" sz="3200">
                <a:effectLst>
                  <a:outerShdw blurRad="38100" dist="38100" dir="2700000" algn="tl">
                    <a:srgbClr val="000000"/>
                  </a:outerShdw>
                </a:effectLst>
                <a:latin typeface="Angsana New" pitchFamily="18" charset="-34"/>
                <a:cs typeface="Angsana New" pitchFamily="18" charset="-34"/>
              </a:rPr>
              <a:t>Improve workplace performance</a:t>
            </a:r>
            <a:r>
              <a:rPr lang="en-US" altLang="ja-JP" sz="3200">
                <a:solidFill>
                  <a:schemeClr val="folHlink"/>
                </a:solidFill>
                <a:effectLst>
                  <a:outerShdw blurRad="38100" dist="38100" dir="2700000" algn="tl">
                    <a:srgbClr val="000000"/>
                  </a:outerShdw>
                </a:effectLst>
                <a:latin typeface="Angsana New" pitchFamily="18" charset="-34"/>
                <a:cs typeface="Angsana New" pitchFamily="18" charset="-34"/>
              </a:rPr>
              <a:t> </a:t>
            </a:r>
          </a:p>
          <a:p>
            <a:pPr eaLnBrk="1" hangingPunct="1">
              <a:spcBef>
                <a:spcPct val="20000"/>
              </a:spcBef>
            </a:pPr>
            <a:r>
              <a:rPr lang="en-US" altLang="ja-JP" sz="3200">
                <a:solidFill>
                  <a:schemeClr val="folHlink"/>
                </a:solidFill>
                <a:effectLst>
                  <a:outerShdw blurRad="38100" dist="38100" dir="2700000" algn="tl">
                    <a:srgbClr val="000000"/>
                  </a:outerShdw>
                </a:effectLst>
                <a:latin typeface="Angsana New" pitchFamily="18" charset="-34"/>
                <a:cs typeface="Angsana New" pitchFamily="18" charset="-34"/>
              </a:rPr>
              <a:t>                                                        and contribute to company development</a:t>
            </a:r>
            <a:endParaRPr lang="en-US" altLang="ja-JP" sz="2000">
              <a:effectLst>
                <a:outerShdw blurRad="38100" dist="38100" dir="2700000" algn="tl">
                  <a:srgbClr val="000000"/>
                </a:outerShdw>
              </a:effectLst>
              <a:latin typeface="Angsana New" pitchFamily="18" charset="-34"/>
              <a:cs typeface="Angsana New" pitchFamily="18" charset="-3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825" name="Rectangle 73"/>
          <p:cNvSpPr>
            <a:spLocks noChangeArrowheads="1"/>
          </p:cNvSpPr>
          <p:nvPr/>
        </p:nvSpPr>
        <p:spPr bwMode="auto">
          <a:xfrm>
            <a:off x="273050" y="1412875"/>
            <a:ext cx="9382125" cy="5184775"/>
          </a:xfrm>
          <a:prstGeom prst="rect">
            <a:avLst/>
          </a:prstGeom>
          <a:solidFill>
            <a:schemeClr val="bg1"/>
          </a:solidFill>
          <a:ln w="12700">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effectLst>
                <a:outerShdw blurRad="38100" dist="38100" dir="2700000" algn="tl">
                  <a:srgbClr val="000000"/>
                </a:outerShdw>
              </a:effectLst>
            </a:endParaRPr>
          </a:p>
        </p:txBody>
      </p:sp>
      <p:sp>
        <p:nvSpPr>
          <p:cNvPr id="330827" name="Line 75"/>
          <p:cNvSpPr>
            <a:spLocks noChangeShapeType="1"/>
          </p:cNvSpPr>
          <p:nvPr/>
        </p:nvSpPr>
        <p:spPr bwMode="auto">
          <a:xfrm>
            <a:off x="5024438" y="1466850"/>
            <a:ext cx="46037" cy="4986338"/>
          </a:xfrm>
          <a:prstGeom prst="line">
            <a:avLst/>
          </a:prstGeom>
          <a:noFill/>
          <a:ln w="381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330829" name="Text Box 77"/>
          <p:cNvSpPr txBox="1">
            <a:spLocks noChangeArrowheads="1"/>
          </p:cNvSpPr>
          <p:nvPr/>
        </p:nvSpPr>
        <p:spPr bwMode="auto">
          <a:xfrm>
            <a:off x="200025" y="5695950"/>
            <a:ext cx="4752975" cy="457200"/>
          </a:xfrm>
          <a:prstGeom prst="rect">
            <a:avLst/>
          </a:prstGeom>
          <a:noFill/>
          <a:ln w="9525">
            <a:noFill/>
            <a:miter lim="800000"/>
            <a:headEnd/>
            <a:tailEnd/>
          </a:ln>
          <a:effectLst/>
        </p:spPr>
        <p:txBody>
          <a:bodyPr anchor="ct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en-US" altLang="ja-JP" sz="2400">
                <a:solidFill>
                  <a:srgbClr val="FF0000"/>
                </a:solidFill>
                <a:effectLst>
                  <a:outerShdw blurRad="38100" dist="38100" dir="2700000" algn="tl">
                    <a:srgbClr val="000000"/>
                  </a:outerShdw>
                </a:effectLst>
                <a:latin typeface="Angsana New" pitchFamily="18" charset="-34"/>
                <a:ea typeface="HG丸ｺﾞｼｯｸM-PRO" pitchFamily="50" charset="-128"/>
                <a:cs typeface="Angsana New" pitchFamily="18" charset="-34"/>
              </a:rPr>
              <a:t>Employee d</a:t>
            </a:r>
            <a:r>
              <a:rPr lang="en-US" altLang="ms-MY" sz="1400">
                <a:solidFill>
                  <a:srgbClr val="FF0000"/>
                </a:solidFill>
                <a:effectLst>
                  <a:outerShdw blurRad="38100" dist="38100" dir="2700000" algn="tl">
                    <a:srgbClr val="000000"/>
                  </a:outerShdw>
                </a:effectLst>
                <a:latin typeface="Times New Roman" panose="02020603050405020304" pitchFamily="18" charset="0"/>
                <a:ea typeface="HG丸ｺﾞｼｯｸM-PRO" pitchFamily="50" charset="-128"/>
                <a:cs typeface="Angsana New" pitchFamily="18" charset="-34"/>
              </a:rPr>
              <a:t>o only what is instructed by their supervisor</a:t>
            </a:r>
            <a:endParaRPr lang="en-US" altLang="ja-JP" sz="1400">
              <a:solidFill>
                <a:srgbClr val="FF0000"/>
              </a:solidFill>
              <a:effectLst>
                <a:outerShdw blurRad="38100" dist="38100" dir="2700000" algn="tl">
                  <a:srgbClr val="000000"/>
                </a:outerShdw>
              </a:effectLst>
              <a:latin typeface="Times New Roman" panose="02020603050405020304" pitchFamily="18" charset="0"/>
              <a:ea typeface="HG丸ｺﾞｼｯｸM-PRO" pitchFamily="50" charset="-128"/>
              <a:cs typeface="Angsana New" pitchFamily="18" charset="-34"/>
            </a:endParaRPr>
          </a:p>
        </p:txBody>
      </p:sp>
      <p:sp>
        <p:nvSpPr>
          <p:cNvPr id="330830" name="Line 78"/>
          <p:cNvSpPr>
            <a:spLocks noChangeShapeType="1"/>
          </p:cNvSpPr>
          <p:nvPr/>
        </p:nvSpPr>
        <p:spPr bwMode="auto">
          <a:xfrm>
            <a:off x="285750" y="1417638"/>
            <a:ext cx="8580438" cy="0"/>
          </a:xfrm>
          <a:prstGeom prst="line">
            <a:avLst/>
          </a:prstGeom>
          <a:noFill/>
          <a:ln w="25400">
            <a:solidFill>
              <a:srgbClr val="000000"/>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grpSp>
        <p:nvGrpSpPr>
          <p:cNvPr id="7174" name="Group 79"/>
          <p:cNvGrpSpPr>
            <a:grpSpLocks/>
          </p:cNvGrpSpPr>
          <p:nvPr/>
        </p:nvGrpSpPr>
        <p:grpSpPr bwMode="auto">
          <a:xfrm>
            <a:off x="1208088" y="4076700"/>
            <a:ext cx="1620837" cy="1258888"/>
            <a:chOff x="912" y="2592"/>
            <a:chExt cx="1194" cy="939"/>
          </a:xfrm>
        </p:grpSpPr>
        <p:sp>
          <p:nvSpPr>
            <p:cNvPr id="330832" name="Line 80"/>
            <p:cNvSpPr>
              <a:spLocks noChangeShapeType="1"/>
            </p:cNvSpPr>
            <p:nvPr/>
          </p:nvSpPr>
          <p:spPr bwMode="auto">
            <a:xfrm flipH="1">
              <a:off x="1104" y="2603"/>
              <a:ext cx="415" cy="662"/>
            </a:xfrm>
            <a:prstGeom prst="line">
              <a:avLst/>
            </a:prstGeom>
            <a:noFill/>
            <a:ln w="317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330833" name="Line 81"/>
            <p:cNvSpPr>
              <a:spLocks noChangeShapeType="1"/>
            </p:cNvSpPr>
            <p:nvPr/>
          </p:nvSpPr>
          <p:spPr bwMode="auto">
            <a:xfrm>
              <a:off x="1518" y="2592"/>
              <a:ext cx="0" cy="673"/>
            </a:xfrm>
            <a:prstGeom prst="line">
              <a:avLst/>
            </a:prstGeom>
            <a:noFill/>
            <a:ln w="317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330834" name="Line 82"/>
            <p:cNvSpPr>
              <a:spLocks noChangeShapeType="1"/>
            </p:cNvSpPr>
            <p:nvPr/>
          </p:nvSpPr>
          <p:spPr bwMode="auto">
            <a:xfrm>
              <a:off x="1520" y="2597"/>
              <a:ext cx="400" cy="668"/>
            </a:xfrm>
            <a:prstGeom prst="line">
              <a:avLst/>
            </a:prstGeom>
            <a:noFill/>
            <a:ln w="317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330835" name="Text Box 83"/>
            <p:cNvSpPr txBox="1">
              <a:spLocks noChangeArrowheads="1"/>
            </p:cNvSpPr>
            <p:nvPr/>
          </p:nvSpPr>
          <p:spPr bwMode="auto">
            <a:xfrm>
              <a:off x="912" y="3183"/>
              <a:ext cx="361" cy="341"/>
            </a:xfrm>
            <a:prstGeom prst="rect">
              <a:avLst/>
            </a:prstGeom>
            <a:noFill/>
            <a:ln w="9525">
              <a:noFill/>
              <a:miter lim="800000"/>
              <a:headEnd/>
              <a:tailEnd/>
            </a:ln>
            <a:effectLst/>
          </p:spPr>
          <p:txBody>
            <a:bodyPr wrap="none" anchor="ctr">
              <a:spAutoFit/>
            </a:bodyPr>
            <a:lstStyle/>
            <a:p>
              <a:pPr algn="ctr">
                <a:spcBef>
                  <a:spcPct val="50000"/>
                </a:spcBef>
                <a:defRPr/>
              </a:pPr>
              <a:r>
                <a:rPr lang="ja-JP" altLang="en-US" sz="2400">
                  <a:effectLst>
                    <a:outerShdw blurRad="38100" dist="38100" dir="2700000" algn="tl">
                      <a:srgbClr val="000000"/>
                    </a:outerShdw>
                  </a:effectLst>
                  <a:latin typeface="HG丸ｺﾞｼｯｸM-PRO" charset="-128"/>
                  <a:ea typeface="HG丸ｺﾞｼｯｸM-PRO" charset="-128"/>
                </a:rPr>
                <a:t>Ｄ</a:t>
              </a:r>
              <a:endParaRPr lang="en-US" altLang="ja-JP" sz="2400">
                <a:effectLst>
                  <a:outerShdw blurRad="38100" dist="38100" dir="2700000" algn="tl">
                    <a:srgbClr val="000000"/>
                  </a:outerShdw>
                </a:effectLst>
                <a:latin typeface="HG丸ｺﾞｼｯｸM-PRO" charset="-128"/>
                <a:ea typeface="HG丸ｺﾞｼｯｸM-PRO" charset="-128"/>
              </a:endParaRPr>
            </a:p>
          </p:txBody>
        </p:sp>
        <p:sp>
          <p:nvSpPr>
            <p:cNvPr id="330836" name="Text Box 84"/>
            <p:cNvSpPr txBox="1">
              <a:spLocks noChangeArrowheads="1"/>
            </p:cNvSpPr>
            <p:nvPr/>
          </p:nvSpPr>
          <p:spPr bwMode="auto">
            <a:xfrm>
              <a:off x="1318" y="3190"/>
              <a:ext cx="361" cy="341"/>
            </a:xfrm>
            <a:prstGeom prst="rect">
              <a:avLst/>
            </a:prstGeom>
            <a:noFill/>
            <a:ln w="9525">
              <a:noFill/>
              <a:miter lim="800000"/>
              <a:headEnd/>
              <a:tailEnd/>
            </a:ln>
            <a:effectLst/>
          </p:spPr>
          <p:txBody>
            <a:bodyPr wrap="none" anchor="ctr">
              <a:spAutoFit/>
            </a:bodyPr>
            <a:lstStyle/>
            <a:p>
              <a:pPr algn="ctr">
                <a:spcBef>
                  <a:spcPct val="50000"/>
                </a:spcBef>
                <a:defRPr/>
              </a:pPr>
              <a:r>
                <a:rPr lang="ja-JP" altLang="en-US" sz="2400">
                  <a:effectLst>
                    <a:outerShdw blurRad="38100" dist="38100" dir="2700000" algn="tl">
                      <a:srgbClr val="000000"/>
                    </a:outerShdw>
                  </a:effectLst>
                  <a:latin typeface="HG丸ｺﾞｼｯｸM-PRO" charset="-128"/>
                  <a:ea typeface="HG丸ｺﾞｼｯｸM-PRO" charset="-128"/>
                </a:rPr>
                <a:t>Ｄ</a:t>
              </a:r>
              <a:endParaRPr lang="en-US" altLang="ja-JP" sz="2400">
                <a:effectLst>
                  <a:outerShdw blurRad="38100" dist="38100" dir="2700000" algn="tl">
                    <a:srgbClr val="000000"/>
                  </a:outerShdw>
                </a:effectLst>
                <a:latin typeface="HG丸ｺﾞｼｯｸM-PRO" charset="-128"/>
                <a:ea typeface="HG丸ｺﾞｼｯｸM-PRO" charset="-128"/>
              </a:endParaRPr>
            </a:p>
          </p:txBody>
        </p:sp>
        <p:sp>
          <p:nvSpPr>
            <p:cNvPr id="330837" name="Text Box 85"/>
            <p:cNvSpPr txBox="1">
              <a:spLocks noChangeArrowheads="1"/>
            </p:cNvSpPr>
            <p:nvPr/>
          </p:nvSpPr>
          <p:spPr bwMode="auto">
            <a:xfrm>
              <a:off x="1745" y="3190"/>
              <a:ext cx="361" cy="341"/>
            </a:xfrm>
            <a:prstGeom prst="rect">
              <a:avLst/>
            </a:prstGeom>
            <a:noFill/>
            <a:ln w="9525">
              <a:noFill/>
              <a:miter lim="800000"/>
              <a:headEnd/>
              <a:tailEnd/>
            </a:ln>
            <a:effectLst/>
          </p:spPr>
          <p:txBody>
            <a:bodyPr wrap="none" anchor="ctr">
              <a:spAutoFit/>
            </a:bodyPr>
            <a:lstStyle/>
            <a:p>
              <a:pPr algn="ctr">
                <a:spcBef>
                  <a:spcPct val="50000"/>
                </a:spcBef>
                <a:defRPr/>
              </a:pPr>
              <a:r>
                <a:rPr lang="ja-JP" altLang="en-US" sz="2400">
                  <a:effectLst>
                    <a:outerShdw blurRad="38100" dist="38100" dir="2700000" algn="tl">
                      <a:srgbClr val="000000"/>
                    </a:outerShdw>
                  </a:effectLst>
                  <a:latin typeface="HG丸ｺﾞｼｯｸM-PRO" charset="-128"/>
                  <a:ea typeface="HG丸ｺﾞｼｯｸM-PRO" charset="-128"/>
                </a:rPr>
                <a:t>Ｄ</a:t>
              </a:r>
              <a:endParaRPr lang="en-US" altLang="ja-JP" sz="2400">
                <a:effectLst>
                  <a:outerShdw blurRad="38100" dist="38100" dir="2700000" algn="tl">
                    <a:srgbClr val="000000"/>
                  </a:outerShdw>
                </a:effectLst>
                <a:latin typeface="HG丸ｺﾞｼｯｸM-PRO" charset="-128"/>
                <a:ea typeface="HG丸ｺﾞｼｯｸM-PRO" charset="-128"/>
              </a:endParaRPr>
            </a:p>
          </p:txBody>
        </p:sp>
      </p:grpSp>
      <p:sp>
        <p:nvSpPr>
          <p:cNvPr id="7175" name="Text Box 86"/>
          <p:cNvSpPr txBox="1">
            <a:spLocks noChangeArrowheads="1"/>
          </p:cNvSpPr>
          <p:nvPr/>
        </p:nvSpPr>
        <p:spPr bwMode="auto">
          <a:xfrm>
            <a:off x="1281113" y="3644900"/>
            <a:ext cx="1265237" cy="3968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en-US" altLang="ja-JP" sz="2000">
                <a:solidFill>
                  <a:schemeClr val="folHlink"/>
                </a:solidFill>
                <a:latin typeface="Times New Roman" panose="02020603050405020304" pitchFamily="18" charset="0"/>
                <a:ea typeface="HG丸ｺﾞｼｯｸM-PRO" pitchFamily="50" charset="-128"/>
                <a:cs typeface="Angsana New" pitchFamily="18" charset="-34"/>
              </a:rPr>
              <a:t>Employee</a:t>
            </a:r>
          </a:p>
        </p:txBody>
      </p:sp>
      <p:sp>
        <p:nvSpPr>
          <p:cNvPr id="330839" name="Text Box 87"/>
          <p:cNvSpPr txBox="1">
            <a:spLocks noChangeArrowheads="1"/>
          </p:cNvSpPr>
          <p:nvPr/>
        </p:nvSpPr>
        <p:spPr bwMode="auto">
          <a:xfrm>
            <a:off x="5240338" y="5734050"/>
            <a:ext cx="4108450" cy="304800"/>
          </a:xfrm>
          <a:prstGeom prst="rect">
            <a:avLst/>
          </a:prstGeom>
          <a:noFill/>
          <a:ln w="9525">
            <a:noFill/>
            <a:miter lim="800000"/>
            <a:headEnd/>
            <a:tailEnd/>
          </a:ln>
          <a:effectLst/>
        </p:spPr>
        <p:txBody>
          <a:bodyPr anchor="ctr">
            <a:spAutoFit/>
          </a:bodyPr>
          <a:lstStyle/>
          <a:p>
            <a:pPr algn="ctr">
              <a:spcBef>
                <a:spcPct val="50000"/>
              </a:spcBef>
              <a:defRPr/>
            </a:pPr>
            <a:r>
              <a:rPr lang="en-US" sz="1400">
                <a:solidFill>
                  <a:schemeClr val="folHlink"/>
                </a:solidFill>
                <a:effectLst>
                  <a:outerShdw blurRad="38100" dist="38100" dir="2700000" algn="tl">
                    <a:srgbClr val="000000"/>
                  </a:outerShdw>
                </a:effectLst>
                <a:latin typeface="Times New Roman" pitchFamily="18" charset="0"/>
              </a:rPr>
              <a:t>Employees also rotate the PDCA by themselves</a:t>
            </a:r>
            <a:endParaRPr lang="en-US" altLang="ja-JP" sz="1400">
              <a:solidFill>
                <a:schemeClr val="folHlink"/>
              </a:solidFill>
              <a:effectLst>
                <a:outerShdw blurRad="38100" dist="38100" dir="2700000" algn="tl">
                  <a:srgbClr val="000000"/>
                </a:outerShdw>
              </a:effectLst>
              <a:latin typeface="Times New Roman" pitchFamily="18" charset="0"/>
            </a:endParaRPr>
          </a:p>
        </p:txBody>
      </p:sp>
      <p:sp>
        <p:nvSpPr>
          <p:cNvPr id="330840" name="Line 88"/>
          <p:cNvSpPr>
            <a:spLocks noChangeShapeType="1"/>
          </p:cNvSpPr>
          <p:nvPr/>
        </p:nvSpPr>
        <p:spPr bwMode="auto">
          <a:xfrm flipH="1">
            <a:off x="7616825" y="3933825"/>
            <a:ext cx="628650" cy="844550"/>
          </a:xfrm>
          <a:prstGeom prst="line">
            <a:avLst/>
          </a:prstGeom>
          <a:noFill/>
          <a:ln w="317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330841" name="Line 89"/>
          <p:cNvSpPr>
            <a:spLocks noChangeShapeType="1"/>
          </p:cNvSpPr>
          <p:nvPr/>
        </p:nvSpPr>
        <p:spPr bwMode="auto">
          <a:xfrm>
            <a:off x="8266113" y="3933825"/>
            <a:ext cx="1587" cy="750888"/>
          </a:xfrm>
          <a:prstGeom prst="line">
            <a:avLst/>
          </a:prstGeom>
          <a:noFill/>
          <a:ln w="317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330842" name="Line 90"/>
          <p:cNvSpPr>
            <a:spLocks noChangeShapeType="1"/>
          </p:cNvSpPr>
          <p:nvPr/>
        </p:nvSpPr>
        <p:spPr bwMode="auto">
          <a:xfrm>
            <a:off x="8266113" y="3933825"/>
            <a:ext cx="723900" cy="890588"/>
          </a:xfrm>
          <a:prstGeom prst="line">
            <a:avLst/>
          </a:prstGeom>
          <a:noFill/>
          <a:ln w="317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grpSp>
        <p:nvGrpSpPr>
          <p:cNvPr id="7180" name="Group 91"/>
          <p:cNvGrpSpPr>
            <a:grpSpLocks/>
          </p:cNvGrpSpPr>
          <p:nvPr/>
        </p:nvGrpSpPr>
        <p:grpSpPr bwMode="auto">
          <a:xfrm>
            <a:off x="6897688" y="4437063"/>
            <a:ext cx="855662" cy="998537"/>
            <a:chOff x="4044" y="2913"/>
            <a:chExt cx="692" cy="644"/>
          </a:xfrm>
        </p:grpSpPr>
        <p:sp>
          <p:nvSpPr>
            <p:cNvPr id="330844" name="Oval 92"/>
            <p:cNvSpPr>
              <a:spLocks noChangeArrowheads="1"/>
            </p:cNvSpPr>
            <p:nvPr/>
          </p:nvSpPr>
          <p:spPr bwMode="auto">
            <a:xfrm>
              <a:off x="4185" y="3044"/>
              <a:ext cx="417" cy="386"/>
            </a:xfrm>
            <a:prstGeom prst="ellipse">
              <a:avLst/>
            </a:prstGeom>
            <a:solidFill>
              <a:srgbClr val="00FF00"/>
            </a:solidFill>
            <a:ln w="25400">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sp>
          <p:nvSpPr>
            <p:cNvPr id="330845" name="Text Box 93"/>
            <p:cNvSpPr txBox="1">
              <a:spLocks noChangeArrowheads="1"/>
            </p:cNvSpPr>
            <p:nvPr/>
          </p:nvSpPr>
          <p:spPr bwMode="auto">
            <a:xfrm>
              <a:off x="4421" y="2913"/>
              <a:ext cx="315" cy="217"/>
            </a:xfrm>
            <a:prstGeom prst="rect">
              <a:avLst/>
            </a:prstGeom>
            <a:noFill/>
            <a:ln w="9525">
              <a:noFill/>
              <a:miter lim="800000"/>
              <a:headEnd/>
              <a:tailEnd/>
            </a:ln>
            <a:effectLst/>
          </p:spPr>
          <p:txBody>
            <a:bodyPr wrap="none" anchor="ctr">
              <a:spAutoFit/>
            </a:bodyPr>
            <a:lstStyle/>
            <a:p>
              <a:pPr algn="ctr">
                <a:spcBef>
                  <a:spcPct val="50000"/>
                </a:spcBef>
                <a:defRPr/>
              </a:pPr>
              <a:r>
                <a:rPr lang="ja-JP" altLang="en-US" sz="1600">
                  <a:effectLst>
                    <a:outerShdw blurRad="38100" dist="38100" dir="2700000" algn="tl">
                      <a:srgbClr val="000000"/>
                    </a:outerShdw>
                  </a:effectLst>
                  <a:latin typeface="HG丸ｺﾞｼｯｸM-PRO" charset="-128"/>
                  <a:ea typeface="HG丸ｺﾞｼｯｸM-PRO" charset="-128"/>
                </a:rPr>
                <a:t>Ｐ</a:t>
              </a:r>
              <a:endParaRPr lang="en-US" altLang="ja-JP" sz="1600">
                <a:effectLst>
                  <a:outerShdw blurRad="38100" dist="38100" dir="2700000" algn="tl">
                    <a:srgbClr val="000000"/>
                  </a:outerShdw>
                </a:effectLst>
                <a:latin typeface="HG丸ｺﾞｼｯｸM-PRO" charset="-128"/>
                <a:ea typeface="HG丸ｺﾞｼｯｸM-PRO" charset="-128"/>
              </a:endParaRPr>
            </a:p>
          </p:txBody>
        </p:sp>
        <p:sp>
          <p:nvSpPr>
            <p:cNvPr id="330846" name="Text Box 94"/>
            <p:cNvSpPr txBox="1">
              <a:spLocks noChangeArrowheads="1"/>
            </p:cNvSpPr>
            <p:nvPr/>
          </p:nvSpPr>
          <p:spPr bwMode="auto">
            <a:xfrm>
              <a:off x="4409" y="3332"/>
              <a:ext cx="316" cy="217"/>
            </a:xfrm>
            <a:prstGeom prst="rect">
              <a:avLst/>
            </a:prstGeom>
            <a:noFill/>
            <a:ln w="9525">
              <a:noFill/>
              <a:miter lim="800000"/>
              <a:headEnd/>
              <a:tailEnd/>
            </a:ln>
            <a:effectLst/>
          </p:spPr>
          <p:txBody>
            <a:bodyPr wrap="none" anchor="ctr">
              <a:spAutoFit/>
            </a:bodyPr>
            <a:lstStyle/>
            <a:p>
              <a:pPr algn="ctr">
                <a:spcBef>
                  <a:spcPct val="50000"/>
                </a:spcBef>
                <a:defRPr/>
              </a:pPr>
              <a:r>
                <a:rPr lang="ja-JP" altLang="en-US" sz="1600">
                  <a:effectLst>
                    <a:outerShdw blurRad="38100" dist="38100" dir="2700000" algn="tl">
                      <a:srgbClr val="000000"/>
                    </a:outerShdw>
                  </a:effectLst>
                  <a:latin typeface="HG丸ｺﾞｼｯｸM-PRO" charset="-128"/>
                  <a:ea typeface="HG丸ｺﾞｼｯｸM-PRO" charset="-128"/>
                </a:rPr>
                <a:t>Ｄ</a:t>
              </a:r>
              <a:endParaRPr lang="en-US" altLang="ja-JP" sz="1600">
                <a:effectLst>
                  <a:outerShdw blurRad="38100" dist="38100" dir="2700000" algn="tl">
                    <a:srgbClr val="000000"/>
                  </a:outerShdw>
                </a:effectLst>
                <a:latin typeface="HG丸ｺﾞｼｯｸM-PRO" charset="-128"/>
                <a:ea typeface="HG丸ｺﾞｼｯｸM-PRO" charset="-128"/>
              </a:endParaRPr>
            </a:p>
          </p:txBody>
        </p:sp>
        <p:sp>
          <p:nvSpPr>
            <p:cNvPr id="330847" name="Text Box 95"/>
            <p:cNvSpPr txBox="1">
              <a:spLocks noChangeArrowheads="1"/>
            </p:cNvSpPr>
            <p:nvPr/>
          </p:nvSpPr>
          <p:spPr bwMode="auto">
            <a:xfrm>
              <a:off x="4079" y="3340"/>
              <a:ext cx="316" cy="217"/>
            </a:xfrm>
            <a:prstGeom prst="rect">
              <a:avLst/>
            </a:prstGeom>
            <a:noFill/>
            <a:ln w="9525">
              <a:noFill/>
              <a:miter lim="800000"/>
              <a:headEnd/>
              <a:tailEnd/>
            </a:ln>
            <a:effectLst/>
          </p:spPr>
          <p:txBody>
            <a:bodyPr wrap="none" anchor="ctr">
              <a:spAutoFit/>
            </a:bodyPr>
            <a:lstStyle/>
            <a:p>
              <a:pPr algn="ctr">
                <a:spcBef>
                  <a:spcPct val="50000"/>
                </a:spcBef>
                <a:defRPr/>
              </a:pPr>
              <a:r>
                <a:rPr lang="ja-JP" altLang="en-US" sz="1600">
                  <a:effectLst>
                    <a:outerShdw blurRad="38100" dist="38100" dir="2700000" algn="tl">
                      <a:srgbClr val="000000"/>
                    </a:outerShdw>
                  </a:effectLst>
                  <a:latin typeface="HG丸ｺﾞｼｯｸM-PRO" charset="-128"/>
                  <a:ea typeface="HG丸ｺﾞｼｯｸM-PRO" charset="-128"/>
                </a:rPr>
                <a:t>Ｃ</a:t>
              </a:r>
              <a:endParaRPr lang="en-US" altLang="ja-JP" sz="1600">
                <a:effectLst>
                  <a:outerShdw blurRad="38100" dist="38100" dir="2700000" algn="tl">
                    <a:srgbClr val="000000"/>
                  </a:outerShdw>
                </a:effectLst>
                <a:latin typeface="HG丸ｺﾞｼｯｸM-PRO" charset="-128"/>
                <a:ea typeface="HG丸ｺﾞｼｯｸM-PRO" charset="-128"/>
              </a:endParaRPr>
            </a:p>
          </p:txBody>
        </p:sp>
        <p:sp>
          <p:nvSpPr>
            <p:cNvPr id="330848" name="Text Box 96"/>
            <p:cNvSpPr txBox="1">
              <a:spLocks noChangeArrowheads="1"/>
            </p:cNvSpPr>
            <p:nvPr/>
          </p:nvSpPr>
          <p:spPr bwMode="auto">
            <a:xfrm>
              <a:off x="4044" y="2917"/>
              <a:ext cx="315" cy="217"/>
            </a:xfrm>
            <a:prstGeom prst="rect">
              <a:avLst/>
            </a:prstGeom>
            <a:noFill/>
            <a:ln w="9525">
              <a:noFill/>
              <a:miter lim="800000"/>
              <a:headEnd/>
              <a:tailEnd/>
            </a:ln>
            <a:effectLst/>
          </p:spPr>
          <p:txBody>
            <a:bodyPr wrap="none" anchor="ctr">
              <a:spAutoFit/>
            </a:bodyPr>
            <a:lstStyle/>
            <a:p>
              <a:pPr algn="ctr">
                <a:spcBef>
                  <a:spcPct val="50000"/>
                </a:spcBef>
                <a:defRPr/>
              </a:pPr>
              <a:r>
                <a:rPr lang="ja-JP" altLang="en-US" sz="1600">
                  <a:effectLst>
                    <a:outerShdw blurRad="38100" dist="38100" dir="2700000" algn="tl">
                      <a:srgbClr val="000000"/>
                    </a:outerShdw>
                  </a:effectLst>
                  <a:latin typeface="HG丸ｺﾞｼｯｸM-PRO" charset="-128"/>
                  <a:ea typeface="HG丸ｺﾞｼｯｸM-PRO" charset="-128"/>
                </a:rPr>
                <a:t>Ａ</a:t>
              </a:r>
              <a:endParaRPr lang="en-US" altLang="ja-JP" sz="1600">
                <a:effectLst>
                  <a:outerShdw blurRad="38100" dist="38100" dir="2700000" algn="tl">
                    <a:srgbClr val="000000"/>
                  </a:outerShdw>
                </a:effectLst>
                <a:latin typeface="HG丸ｺﾞｼｯｸM-PRO" charset="-128"/>
                <a:ea typeface="HG丸ｺﾞｼｯｸM-PRO" charset="-128"/>
              </a:endParaRPr>
            </a:p>
          </p:txBody>
        </p:sp>
      </p:grpSp>
      <p:sp>
        <p:nvSpPr>
          <p:cNvPr id="330849" name="Oval 97"/>
          <p:cNvSpPr>
            <a:spLocks noChangeArrowheads="1"/>
          </p:cNvSpPr>
          <p:nvPr/>
        </p:nvSpPr>
        <p:spPr bwMode="auto">
          <a:xfrm>
            <a:off x="7186613" y="2133600"/>
            <a:ext cx="1727200" cy="1543050"/>
          </a:xfrm>
          <a:prstGeom prst="ellipse">
            <a:avLst/>
          </a:prstGeom>
          <a:solidFill>
            <a:schemeClr val="bg1"/>
          </a:solidFill>
          <a:ln w="38100">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sp>
        <p:nvSpPr>
          <p:cNvPr id="330850" name="Text Box 98"/>
          <p:cNvSpPr txBox="1">
            <a:spLocks noChangeArrowheads="1"/>
          </p:cNvSpPr>
          <p:nvPr/>
        </p:nvSpPr>
        <p:spPr bwMode="auto">
          <a:xfrm>
            <a:off x="6824663" y="1989138"/>
            <a:ext cx="490537" cy="457200"/>
          </a:xfrm>
          <a:prstGeom prst="rect">
            <a:avLst/>
          </a:prstGeom>
          <a:noFill/>
          <a:ln w="9525">
            <a:noFill/>
            <a:miter lim="800000"/>
            <a:headEnd/>
            <a:tailEnd/>
          </a:ln>
          <a:effectLst/>
        </p:spPr>
        <p:txBody>
          <a:bodyPr wrap="none" anchor="ctr">
            <a:spAutoFit/>
          </a:bodyPr>
          <a:lstStyle/>
          <a:p>
            <a:pPr algn="ctr">
              <a:spcBef>
                <a:spcPct val="50000"/>
              </a:spcBef>
              <a:defRPr/>
            </a:pPr>
            <a:r>
              <a:rPr lang="ja-JP" altLang="en-US" sz="2400">
                <a:effectLst>
                  <a:outerShdw blurRad="38100" dist="38100" dir="2700000" algn="tl">
                    <a:srgbClr val="000000"/>
                  </a:outerShdw>
                </a:effectLst>
                <a:latin typeface="HG丸ｺﾞｼｯｸM-PRO" charset="-128"/>
                <a:ea typeface="HG丸ｺﾞｼｯｸM-PRO" charset="-128"/>
              </a:rPr>
              <a:t>Ａ</a:t>
            </a:r>
            <a:endParaRPr lang="en-US" altLang="ja-JP" sz="2400">
              <a:effectLst>
                <a:outerShdw blurRad="38100" dist="38100" dir="2700000" algn="tl">
                  <a:srgbClr val="000000"/>
                </a:outerShdw>
              </a:effectLst>
              <a:latin typeface="HG丸ｺﾞｼｯｸM-PRO" charset="-128"/>
              <a:ea typeface="HG丸ｺﾞｼｯｸM-PRO" charset="-128"/>
            </a:endParaRPr>
          </a:p>
        </p:txBody>
      </p:sp>
      <p:sp>
        <p:nvSpPr>
          <p:cNvPr id="330851" name="Text Box 99"/>
          <p:cNvSpPr txBox="1">
            <a:spLocks noChangeArrowheads="1"/>
          </p:cNvSpPr>
          <p:nvPr/>
        </p:nvSpPr>
        <p:spPr bwMode="auto">
          <a:xfrm>
            <a:off x="6824663" y="3357563"/>
            <a:ext cx="490537" cy="457200"/>
          </a:xfrm>
          <a:prstGeom prst="rect">
            <a:avLst/>
          </a:prstGeom>
          <a:noFill/>
          <a:ln w="9525">
            <a:noFill/>
            <a:miter lim="800000"/>
            <a:headEnd/>
            <a:tailEnd/>
          </a:ln>
          <a:effectLst/>
        </p:spPr>
        <p:txBody>
          <a:bodyPr wrap="none" anchor="ctr">
            <a:spAutoFit/>
          </a:bodyPr>
          <a:lstStyle/>
          <a:p>
            <a:pPr algn="ctr">
              <a:spcBef>
                <a:spcPct val="50000"/>
              </a:spcBef>
              <a:defRPr/>
            </a:pPr>
            <a:r>
              <a:rPr lang="ja-JP" altLang="en-US" sz="2400">
                <a:effectLst>
                  <a:outerShdw blurRad="38100" dist="38100" dir="2700000" algn="tl">
                    <a:srgbClr val="000000"/>
                  </a:outerShdw>
                </a:effectLst>
                <a:latin typeface="HG丸ｺﾞｼｯｸM-PRO" charset="-128"/>
                <a:ea typeface="HG丸ｺﾞｼｯｸM-PRO" charset="-128"/>
              </a:rPr>
              <a:t>Ｃ</a:t>
            </a:r>
            <a:endParaRPr lang="en-US" altLang="ja-JP" sz="2400">
              <a:effectLst>
                <a:outerShdw blurRad="38100" dist="38100" dir="2700000" algn="tl">
                  <a:srgbClr val="000000"/>
                </a:outerShdw>
              </a:effectLst>
              <a:latin typeface="HG丸ｺﾞｼｯｸM-PRO" charset="-128"/>
              <a:ea typeface="HG丸ｺﾞｼｯｸM-PRO" charset="-128"/>
            </a:endParaRPr>
          </a:p>
        </p:txBody>
      </p:sp>
      <p:sp>
        <p:nvSpPr>
          <p:cNvPr id="330852" name="Text Box 100"/>
          <p:cNvSpPr txBox="1">
            <a:spLocks noChangeArrowheads="1"/>
          </p:cNvSpPr>
          <p:nvPr/>
        </p:nvSpPr>
        <p:spPr bwMode="auto">
          <a:xfrm>
            <a:off x="8697913" y="3213100"/>
            <a:ext cx="490537" cy="457200"/>
          </a:xfrm>
          <a:prstGeom prst="rect">
            <a:avLst/>
          </a:prstGeom>
          <a:noFill/>
          <a:ln w="9525">
            <a:noFill/>
            <a:miter lim="800000"/>
            <a:headEnd/>
            <a:tailEnd/>
          </a:ln>
          <a:effectLst/>
        </p:spPr>
        <p:txBody>
          <a:bodyPr wrap="none" anchor="ctr">
            <a:spAutoFit/>
          </a:bodyPr>
          <a:lstStyle/>
          <a:p>
            <a:pPr algn="ctr">
              <a:spcBef>
                <a:spcPct val="50000"/>
              </a:spcBef>
              <a:defRPr/>
            </a:pPr>
            <a:r>
              <a:rPr lang="ja-JP" altLang="en-US" sz="2400">
                <a:effectLst>
                  <a:outerShdw blurRad="38100" dist="38100" dir="2700000" algn="tl">
                    <a:srgbClr val="000000"/>
                  </a:outerShdw>
                </a:effectLst>
                <a:latin typeface="HG丸ｺﾞｼｯｸM-PRO" charset="-128"/>
                <a:ea typeface="HG丸ｺﾞｼｯｸM-PRO" charset="-128"/>
              </a:rPr>
              <a:t>Ｄ</a:t>
            </a:r>
            <a:endParaRPr lang="en-US" altLang="ja-JP" sz="2400">
              <a:effectLst>
                <a:outerShdw blurRad="38100" dist="38100" dir="2700000" algn="tl">
                  <a:srgbClr val="000000"/>
                </a:outerShdw>
              </a:effectLst>
              <a:latin typeface="HG丸ｺﾞｼｯｸM-PRO" charset="-128"/>
              <a:ea typeface="HG丸ｺﾞｼｯｸM-PRO" charset="-128"/>
            </a:endParaRPr>
          </a:p>
        </p:txBody>
      </p:sp>
      <p:sp>
        <p:nvSpPr>
          <p:cNvPr id="330853" name="Text Box 101"/>
          <p:cNvSpPr txBox="1">
            <a:spLocks noChangeArrowheads="1"/>
          </p:cNvSpPr>
          <p:nvPr/>
        </p:nvSpPr>
        <p:spPr bwMode="auto">
          <a:xfrm>
            <a:off x="8697913" y="1844675"/>
            <a:ext cx="490537" cy="457200"/>
          </a:xfrm>
          <a:prstGeom prst="rect">
            <a:avLst/>
          </a:prstGeom>
          <a:noFill/>
          <a:ln w="9525">
            <a:noFill/>
            <a:miter lim="800000"/>
            <a:headEnd/>
            <a:tailEnd/>
          </a:ln>
          <a:effectLst/>
        </p:spPr>
        <p:txBody>
          <a:bodyPr wrap="none" anchor="ctr">
            <a:spAutoFit/>
          </a:bodyPr>
          <a:lstStyle/>
          <a:p>
            <a:pPr algn="ctr">
              <a:spcBef>
                <a:spcPct val="50000"/>
              </a:spcBef>
              <a:defRPr/>
            </a:pPr>
            <a:r>
              <a:rPr lang="ja-JP" altLang="en-US" sz="2400">
                <a:effectLst>
                  <a:outerShdw blurRad="38100" dist="38100" dir="2700000" algn="tl">
                    <a:srgbClr val="000000"/>
                  </a:outerShdw>
                </a:effectLst>
                <a:latin typeface="HG丸ｺﾞｼｯｸM-PRO" charset="-128"/>
                <a:ea typeface="HG丸ｺﾞｼｯｸM-PRO" charset="-128"/>
              </a:rPr>
              <a:t>Ｐ</a:t>
            </a:r>
            <a:endParaRPr lang="en-US" altLang="ja-JP" sz="2400">
              <a:effectLst>
                <a:outerShdw blurRad="38100" dist="38100" dir="2700000" algn="tl">
                  <a:srgbClr val="000000"/>
                </a:outerShdw>
              </a:effectLst>
              <a:latin typeface="HG丸ｺﾞｼｯｸM-PRO" charset="-128"/>
              <a:ea typeface="HG丸ｺﾞｼｯｸM-PRO" charset="-128"/>
            </a:endParaRPr>
          </a:p>
        </p:txBody>
      </p:sp>
      <p:grpSp>
        <p:nvGrpSpPr>
          <p:cNvPr id="7186" name="Group 102"/>
          <p:cNvGrpSpPr>
            <a:grpSpLocks/>
          </p:cNvGrpSpPr>
          <p:nvPr/>
        </p:nvGrpSpPr>
        <p:grpSpPr bwMode="auto">
          <a:xfrm>
            <a:off x="7761288" y="4437063"/>
            <a:ext cx="855662" cy="998537"/>
            <a:chOff x="4044" y="2913"/>
            <a:chExt cx="692" cy="644"/>
          </a:xfrm>
        </p:grpSpPr>
        <p:sp>
          <p:nvSpPr>
            <p:cNvPr id="330855" name="Oval 103"/>
            <p:cNvSpPr>
              <a:spLocks noChangeArrowheads="1"/>
            </p:cNvSpPr>
            <p:nvPr/>
          </p:nvSpPr>
          <p:spPr bwMode="auto">
            <a:xfrm>
              <a:off x="4185" y="3044"/>
              <a:ext cx="417" cy="386"/>
            </a:xfrm>
            <a:prstGeom prst="ellipse">
              <a:avLst/>
            </a:prstGeom>
            <a:solidFill>
              <a:srgbClr val="00FF00"/>
            </a:solidFill>
            <a:ln w="25400">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sp>
          <p:nvSpPr>
            <p:cNvPr id="330856" name="Text Box 104"/>
            <p:cNvSpPr txBox="1">
              <a:spLocks noChangeArrowheads="1"/>
            </p:cNvSpPr>
            <p:nvPr/>
          </p:nvSpPr>
          <p:spPr bwMode="auto">
            <a:xfrm>
              <a:off x="4421" y="2913"/>
              <a:ext cx="315" cy="217"/>
            </a:xfrm>
            <a:prstGeom prst="rect">
              <a:avLst/>
            </a:prstGeom>
            <a:noFill/>
            <a:ln w="9525">
              <a:noFill/>
              <a:miter lim="800000"/>
              <a:headEnd/>
              <a:tailEnd/>
            </a:ln>
            <a:effectLst/>
          </p:spPr>
          <p:txBody>
            <a:bodyPr wrap="none" anchor="ctr">
              <a:spAutoFit/>
            </a:bodyPr>
            <a:lstStyle/>
            <a:p>
              <a:pPr algn="ctr">
                <a:spcBef>
                  <a:spcPct val="50000"/>
                </a:spcBef>
                <a:defRPr/>
              </a:pPr>
              <a:r>
                <a:rPr lang="ja-JP" altLang="en-US" sz="1600">
                  <a:effectLst>
                    <a:outerShdw blurRad="38100" dist="38100" dir="2700000" algn="tl">
                      <a:srgbClr val="000000"/>
                    </a:outerShdw>
                  </a:effectLst>
                  <a:latin typeface="HG丸ｺﾞｼｯｸM-PRO" charset="-128"/>
                  <a:ea typeface="HG丸ｺﾞｼｯｸM-PRO" charset="-128"/>
                </a:rPr>
                <a:t>Ｐ</a:t>
              </a:r>
              <a:endParaRPr lang="en-US" altLang="ja-JP" sz="1600">
                <a:effectLst>
                  <a:outerShdw blurRad="38100" dist="38100" dir="2700000" algn="tl">
                    <a:srgbClr val="000000"/>
                  </a:outerShdw>
                </a:effectLst>
                <a:latin typeface="HG丸ｺﾞｼｯｸM-PRO" charset="-128"/>
                <a:ea typeface="HG丸ｺﾞｼｯｸM-PRO" charset="-128"/>
              </a:endParaRPr>
            </a:p>
          </p:txBody>
        </p:sp>
        <p:sp>
          <p:nvSpPr>
            <p:cNvPr id="330857" name="Text Box 105"/>
            <p:cNvSpPr txBox="1">
              <a:spLocks noChangeArrowheads="1"/>
            </p:cNvSpPr>
            <p:nvPr/>
          </p:nvSpPr>
          <p:spPr bwMode="auto">
            <a:xfrm>
              <a:off x="4409" y="3332"/>
              <a:ext cx="316" cy="217"/>
            </a:xfrm>
            <a:prstGeom prst="rect">
              <a:avLst/>
            </a:prstGeom>
            <a:noFill/>
            <a:ln w="9525">
              <a:noFill/>
              <a:miter lim="800000"/>
              <a:headEnd/>
              <a:tailEnd/>
            </a:ln>
            <a:effectLst/>
          </p:spPr>
          <p:txBody>
            <a:bodyPr wrap="none" anchor="ctr">
              <a:spAutoFit/>
            </a:bodyPr>
            <a:lstStyle/>
            <a:p>
              <a:pPr algn="ctr">
                <a:spcBef>
                  <a:spcPct val="50000"/>
                </a:spcBef>
                <a:defRPr/>
              </a:pPr>
              <a:r>
                <a:rPr lang="ja-JP" altLang="en-US" sz="1600">
                  <a:effectLst>
                    <a:outerShdw blurRad="38100" dist="38100" dir="2700000" algn="tl">
                      <a:srgbClr val="000000"/>
                    </a:outerShdw>
                  </a:effectLst>
                  <a:latin typeface="HG丸ｺﾞｼｯｸM-PRO" charset="-128"/>
                  <a:ea typeface="HG丸ｺﾞｼｯｸM-PRO" charset="-128"/>
                </a:rPr>
                <a:t>Ｄ</a:t>
              </a:r>
              <a:endParaRPr lang="en-US" altLang="ja-JP" sz="1600">
                <a:effectLst>
                  <a:outerShdw blurRad="38100" dist="38100" dir="2700000" algn="tl">
                    <a:srgbClr val="000000"/>
                  </a:outerShdw>
                </a:effectLst>
                <a:latin typeface="HG丸ｺﾞｼｯｸM-PRO" charset="-128"/>
                <a:ea typeface="HG丸ｺﾞｼｯｸM-PRO" charset="-128"/>
              </a:endParaRPr>
            </a:p>
          </p:txBody>
        </p:sp>
        <p:sp>
          <p:nvSpPr>
            <p:cNvPr id="330858" name="Text Box 106"/>
            <p:cNvSpPr txBox="1">
              <a:spLocks noChangeArrowheads="1"/>
            </p:cNvSpPr>
            <p:nvPr/>
          </p:nvSpPr>
          <p:spPr bwMode="auto">
            <a:xfrm>
              <a:off x="4079" y="3340"/>
              <a:ext cx="316" cy="217"/>
            </a:xfrm>
            <a:prstGeom prst="rect">
              <a:avLst/>
            </a:prstGeom>
            <a:noFill/>
            <a:ln w="9525">
              <a:noFill/>
              <a:miter lim="800000"/>
              <a:headEnd/>
              <a:tailEnd/>
            </a:ln>
            <a:effectLst/>
          </p:spPr>
          <p:txBody>
            <a:bodyPr wrap="none" anchor="ctr">
              <a:spAutoFit/>
            </a:bodyPr>
            <a:lstStyle/>
            <a:p>
              <a:pPr algn="ctr">
                <a:spcBef>
                  <a:spcPct val="50000"/>
                </a:spcBef>
                <a:defRPr/>
              </a:pPr>
              <a:r>
                <a:rPr lang="ja-JP" altLang="en-US" sz="1600">
                  <a:effectLst>
                    <a:outerShdw blurRad="38100" dist="38100" dir="2700000" algn="tl">
                      <a:srgbClr val="000000"/>
                    </a:outerShdw>
                  </a:effectLst>
                  <a:latin typeface="HG丸ｺﾞｼｯｸM-PRO" charset="-128"/>
                  <a:ea typeface="HG丸ｺﾞｼｯｸM-PRO" charset="-128"/>
                </a:rPr>
                <a:t>Ｃ</a:t>
              </a:r>
              <a:endParaRPr lang="en-US" altLang="ja-JP" sz="1600">
                <a:effectLst>
                  <a:outerShdw blurRad="38100" dist="38100" dir="2700000" algn="tl">
                    <a:srgbClr val="000000"/>
                  </a:outerShdw>
                </a:effectLst>
                <a:latin typeface="HG丸ｺﾞｼｯｸM-PRO" charset="-128"/>
                <a:ea typeface="HG丸ｺﾞｼｯｸM-PRO" charset="-128"/>
              </a:endParaRPr>
            </a:p>
          </p:txBody>
        </p:sp>
        <p:sp>
          <p:nvSpPr>
            <p:cNvPr id="330859" name="Text Box 107"/>
            <p:cNvSpPr txBox="1">
              <a:spLocks noChangeArrowheads="1"/>
            </p:cNvSpPr>
            <p:nvPr/>
          </p:nvSpPr>
          <p:spPr bwMode="auto">
            <a:xfrm>
              <a:off x="4044" y="2917"/>
              <a:ext cx="315" cy="217"/>
            </a:xfrm>
            <a:prstGeom prst="rect">
              <a:avLst/>
            </a:prstGeom>
            <a:noFill/>
            <a:ln w="9525">
              <a:noFill/>
              <a:miter lim="800000"/>
              <a:headEnd/>
              <a:tailEnd/>
            </a:ln>
            <a:effectLst/>
          </p:spPr>
          <p:txBody>
            <a:bodyPr wrap="none" anchor="ctr">
              <a:spAutoFit/>
            </a:bodyPr>
            <a:lstStyle/>
            <a:p>
              <a:pPr algn="ctr">
                <a:spcBef>
                  <a:spcPct val="50000"/>
                </a:spcBef>
                <a:defRPr/>
              </a:pPr>
              <a:r>
                <a:rPr lang="ja-JP" altLang="en-US" sz="1600">
                  <a:effectLst>
                    <a:outerShdw blurRad="38100" dist="38100" dir="2700000" algn="tl">
                      <a:srgbClr val="000000"/>
                    </a:outerShdw>
                  </a:effectLst>
                  <a:latin typeface="HG丸ｺﾞｼｯｸM-PRO" charset="-128"/>
                  <a:ea typeface="HG丸ｺﾞｼｯｸM-PRO" charset="-128"/>
                </a:rPr>
                <a:t>Ａ</a:t>
              </a:r>
              <a:endParaRPr lang="en-US" altLang="ja-JP" sz="1600">
                <a:effectLst>
                  <a:outerShdw blurRad="38100" dist="38100" dir="2700000" algn="tl">
                    <a:srgbClr val="000000"/>
                  </a:outerShdw>
                </a:effectLst>
                <a:latin typeface="HG丸ｺﾞｼｯｸM-PRO" charset="-128"/>
                <a:ea typeface="HG丸ｺﾞｼｯｸM-PRO" charset="-128"/>
              </a:endParaRPr>
            </a:p>
          </p:txBody>
        </p:sp>
      </p:grpSp>
      <p:grpSp>
        <p:nvGrpSpPr>
          <p:cNvPr id="7187" name="Group 108"/>
          <p:cNvGrpSpPr>
            <a:grpSpLocks/>
          </p:cNvGrpSpPr>
          <p:nvPr/>
        </p:nvGrpSpPr>
        <p:grpSpPr bwMode="auto">
          <a:xfrm>
            <a:off x="8697913" y="4437063"/>
            <a:ext cx="855662" cy="998537"/>
            <a:chOff x="4044" y="2913"/>
            <a:chExt cx="692" cy="644"/>
          </a:xfrm>
        </p:grpSpPr>
        <p:sp>
          <p:nvSpPr>
            <p:cNvPr id="330861" name="Oval 109"/>
            <p:cNvSpPr>
              <a:spLocks noChangeArrowheads="1"/>
            </p:cNvSpPr>
            <p:nvPr/>
          </p:nvSpPr>
          <p:spPr bwMode="auto">
            <a:xfrm>
              <a:off x="4185" y="3044"/>
              <a:ext cx="417" cy="386"/>
            </a:xfrm>
            <a:prstGeom prst="ellipse">
              <a:avLst/>
            </a:prstGeom>
            <a:solidFill>
              <a:srgbClr val="00FF00"/>
            </a:solidFill>
            <a:ln w="25400">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sp>
          <p:nvSpPr>
            <p:cNvPr id="330862" name="Text Box 110"/>
            <p:cNvSpPr txBox="1">
              <a:spLocks noChangeArrowheads="1"/>
            </p:cNvSpPr>
            <p:nvPr/>
          </p:nvSpPr>
          <p:spPr bwMode="auto">
            <a:xfrm>
              <a:off x="4421" y="2913"/>
              <a:ext cx="315" cy="217"/>
            </a:xfrm>
            <a:prstGeom prst="rect">
              <a:avLst/>
            </a:prstGeom>
            <a:noFill/>
            <a:ln w="9525">
              <a:noFill/>
              <a:miter lim="800000"/>
              <a:headEnd/>
              <a:tailEnd/>
            </a:ln>
            <a:effectLst/>
          </p:spPr>
          <p:txBody>
            <a:bodyPr wrap="none" anchor="ctr">
              <a:spAutoFit/>
            </a:bodyPr>
            <a:lstStyle/>
            <a:p>
              <a:pPr algn="ctr">
                <a:spcBef>
                  <a:spcPct val="50000"/>
                </a:spcBef>
                <a:defRPr/>
              </a:pPr>
              <a:r>
                <a:rPr lang="ja-JP" altLang="en-US" sz="1600">
                  <a:effectLst>
                    <a:outerShdw blurRad="38100" dist="38100" dir="2700000" algn="tl">
                      <a:srgbClr val="000000"/>
                    </a:outerShdw>
                  </a:effectLst>
                  <a:latin typeface="HG丸ｺﾞｼｯｸM-PRO" charset="-128"/>
                  <a:ea typeface="HG丸ｺﾞｼｯｸM-PRO" charset="-128"/>
                </a:rPr>
                <a:t>Ｐ</a:t>
              </a:r>
              <a:endParaRPr lang="en-US" altLang="ja-JP" sz="1600">
                <a:effectLst>
                  <a:outerShdw blurRad="38100" dist="38100" dir="2700000" algn="tl">
                    <a:srgbClr val="000000"/>
                  </a:outerShdw>
                </a:effectLst>
                <a:latin typeface="HG丸ｺﾞｼｯｸM-PRO" charset="-128"/>
                <a:ea typeface="HG丸ｺﾞｼｯｸM-PRO" charset="-128"/>
              </a:endParaRPr>
            </a:p>
          </p:txBody>
        </p:sp>
        <p:sp>
          <p:nvSpPr>
            <p:cNvPr id="330863" name="Text Box 111"/>
            <p:cNvSpPr txBox="1">
              <a:spLocks noChangeArrowheads="1"/>
            </p:cNvSpPr>
            <p:nvPr/>
          </p:nvSpPr>
          <p:spPr bwMode="auto">
            <a:xfrm>
              <a:off x="4409" y="3332"/>
              <a:ext cx="316" cy="217"/>
            </a:xfrm>
            <a:prstGeom prst="rect">
              <a:avLst/>
            </a:prstGeom>
            <a:noFill/>
            <a:ln w="9525">
              <a:noFill/>
              <a:miter lim="800000"/>
              <a:headEnd/>
              <a:tailEnd/>
            </a:ln>
            <a:effectLst/>
          </p:spPr>
          <p:txBody>
            <a:bodyPr wrap="none" anchor="ctr">
              <a:spAutoFit/>
            </a:bodyPr>
            <a:lstStyle/>
            <a:p>
              <a:pPr algn="ctr">
                <a:spcBef>
                  <a:spcPct val="50000"/>
                </a:spcBef>
                <a:defRPr/>
              </a:pPr>
              <a:r>
                <a:rPr lang="ja-JP" altLang="en-US" sz="1600">
                  <a:effectLst>
                    <a:outerShdw blurRad="38100" dist="38100" dir="2700000" algn="tl">
                      <a:srgbClr val="000000"/>
                    </a:outerShdw>
                  </a:effectLst>
                  <a:latin typeface="HG丸ｺﾞｼｯｸM-PRO" charset="-128"/>
                  <a:ea typeface="HG丸ｺﾞｼｯｸM-PRO" charset="-128"/>
                </a:rPr>
                <a:t>Ｄ</a:t>
              </a:r>
              <a:endParaRPr lang="en-US" altLang="ja-JP" sz="1600">
                <a:effectLst>
                  <a:outerShdw blurRad="38100" dist="38100" dir="2700000" algn="tl">
                    <a:srgbClr val="000000"/>
                  </a:outerShdw>
                </a:effectLst>
                <a:latin typeface="HG丸ｺﾞｼｯｸM-PRO" charset="-128"/>
                <a:ea typeface="HG丸ｺﾞｼｯｸM-PRO" charset="-128"/>
              </a:endParaRPr>
            </a:p>
          </p:txBody>
        </p:sp>
        <p:sp>
          <p:nvSpPr>
            <p:cNvPr id="330864" name="Text Box 112"/>
            <p:cNvSpPr txBox="1">
              <a:spLocks noChangeArrowheads="1"/>
            </p:cNvSpPr>
            <p:nvPr/>
          </p:nvSpPr>
          <p:spPr bwMode="auto">
            <a:xfrm>
              <a:off x="4079" y="3340"/>
              <a:ext cx="316" cy="217"/>
            </a:xfrm>
            <a:prstGeom prst="rect">
              <a:avLst/>
            </a:prstGeom>
            <a:noFill/>
            <a:ln w="9525">
              <a:noFill/>
              <a:miter lim="800000"/>
              <a:headEnd/>
              <a:tailEnd/>
            </a:ln>
            <a:effectLst/>
          </p:spPr>
          <p:txBody>
            <a:bodyPr wrap="none" anchor="ctr">
              <a:spAutoFit/>
            </a:bodyPr>
            <a:lstStyle/>
            <a:p>
              <a:pPr algn="ctr">
                <a:spcBef>
                  <a:spcPct val="50000"/>
                </a:spcBef>
                <a:defRPr/>
              </a:pPr>
              <a:r>
                <a:rPr lang="ja-JP" altLang="en-US" sz="1600">
                  <a:effectLst>
                    <a:outerShdw blurRad="38100" dist="38100" dir="2700000" algn="tl">
                      <a:srgbClr val="000000"/>
                    </a:outerShdw>
                  </a:effectLst>
                  <a:latin typeface="HG丸ｺﾞｼｯｸM-PRO" charset="-128"/>
                  <a:ea typeface="HG丸ｺﾞｼｯｸM-PRO" charset="-128"/>
                </a:rPr>
                <a:t>Ｃ</a:t>
              </a:r>
              <a:endParaRPr lang="en-US" altLang="ja-JP" sz="1600">
                <a:effectLst>
                  <a:outerShdw blurRad="38100" dist="38100" dir="2700000" algn="tl">
                    <a:srgbClr val="000000"/>
                  </a:outerShdw>
                </a:effectLst>
                <a:latin typeface="HG丸ｺﾞｼｯｸM-PRO" charset="-128"/>
                <a:ea typeface="HG丸ｺﾞｼｯｸM-PRO" charset="-128"/>
              </a:endParaRPr>
            </a:p>
          </p:txBody>
        </p:sp>
        <p:sp>
          <p:nvSpPr>
            <p:cNvPr id="330865" name="Text Box 113"/>
            <p:cNvSpPr txBox="1">
              <a:spLocks noChangeArrowheads="1"/>
            </p:cNvSpPr>
            <p:nvPr/>
          </p:nvSpPr>
          <p:spPr bwMode="auto">
            <a:xfrm>
              <a:off x="4044" y="2917"/>
              <a:ext cx="315" cy="217"/>
            </a:xfrm>
            <a:prstGeom prst="rect">
              <a:avLst/>
            </a:prstGeom>
            <a:noFill/>
            <a:ln w="9525">
              <a:noFill/>
              <a:miter lim="800000"/>
              <a:headEnd/>
              <a:tailEnd/>
            </a:ln>
            <a:effectLst/>
          </p:spPr>
          <p:txBody>
            <a:bodyPr wrap="none" anchor="ctr">
              <a:spAutoFit/>
            </a:bodyPr>
            <a:lstStyle/>
            <a:p>
              <a:pPr algn="ctr">
                <a:spcBef>
                  <a:spcPct val="50000"/>
                </a:spcBef>
                <a:defRPr/>
              </a:pPr>
              <a:r>
                <a:rPr lang="ja-JP" altLang="en-US" sz="1600">
                  <a:effectLst>
                    <a:outerShdw blurRad="38100" dist="38100" dir="2700000" algn="tl">
                      <a:srgbClr val="000000"/>
                    </a:outerShdw>
                  </a:effectLst>
                  <a:latin typeface="HG丸ｺﾞｼｯｸM-PRO" charset="-128"/>
                  <a:ea typeface="HG丸ｺﾞｼｯｸM-PRO" charset="-128"/>
                </a:rPr>
                <a:t>Ａ</a:t>
              </a:r>
              <a:endParaRPr lang="en-US" altLang="ja-JP" sz="1600">
                <a:effectLst>
                  <a:outerShdw blurRad="38100" dist="38100" dir="2700000" algn="tl">
                    <a:srgbClr val="000000"/>
                  </a:outerShdw>
                </a:effectLst>
                <a:latin typeface="HG丸ｺﾞｼｯｸM-PRO" charset="-128"/>
                <a:ea typeface="HG丸ｺﾞｼｯｸM-PRO" charset="-128"/>
              </a:endParaRPr>
            </a:p>
          </p:txBody>
        </p:sp>
      </p:grpSp>
      <p:sp>
        <p:nvSpPr>
          <p:cNvPr id="7188" name="Text Box 114"/>
          <p:cNvSpPr txBox="1">
            <a:spLocks noChangeArrowheads="1"/>
          </p:cNvSpPr>
          <p:nvPr/>
        </p:nvSpPr>
        <p:spPr bwMode="auto">
          <a:xfrm>
            <a:off x="8050213" y="3875088"/>
            <a:ext cx="1439862" cy="274637"/>
          </a:xfrm>
          <a:prstGeom prst="rect">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en-US" altLang="ja-JP" sz="1200">
                <a:solidFill>
                  <a:schemeClr val="folHlink"/>
                </a:solidFill>
                <a:latin typeface="Times New Roman" panose="02020603050405020304" pitchFamily="18" charset="0"/>
                <a:ea typeface="HG丸ｺﾞｼｯｸM-PRO" pitchFamily="50" charset="-128"/>
                <a:cs typeface="Angsana New" pitchFamily="18" charset="-34"/>
              </a:rPr>
              <a:t>Employee</a:t>
            </a:r>
          </a:p>
        </p:txBody>
      </p:sp>
      <p:sp>
        <p:nvSpPr>
          <p:cNvPr id="330867" name="Oval 115"/>
          <p:cNvSpPr>
            <a:spLocks noChangeArrowheads="1"/>
          </p:cNvSpPr>
          <p:nvPr/>
        </p:nvSpPr>
        <p:spPr bwMode="auto">
          <a:xfrm>
            <a:off x="858838" y="2060575"/>
            <a:ext cx="1646237" cy="1539875"/>
          </a:xfrm>
          <a:prstGeom prst="ellipse">
            <a:avLst/>
          </a:prstGeom>
          <a:solidFill>
            <a:schemeClr val="bg1"/>
          </a:solidFill>
          <a:ln w="38100">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sp>
        <p:nvSpPr>
          <p:cNvPr id="330868" name="Text Box 116"/>
          <p:cNvSpPr txBox="1">
            <a:spLocks noChangeArrowheads="1"/>
          </p:cNvSpPr>
          <p:nvPr/>
        </p:nvSpPr>
        <p:spPr bwMode="auto">
          <a:xfrm>
            <a:off x="488950" y="1844675"/>
            <a:ext cx="492125" cy="457200"/>
          </a:xfrm>
          <a:prstGeom prst="rect">
            <a:avLst/>
          </a:prstGeom>
          <a:noFill/>
          <a:ln w="9525">
            <a:noFill/>
            <a:miter lim="800000"/>
            <a:headEnd/>
            <a:tailEnd/>
          </a:ln>
          <a:effectLst/>
        </p:spPr>
        <p:txBody>
          <a:bodyPr wrap="none" anchor="ctr">
            <a:spAutoFit/>
          </a:bodyPr>
          <a:lstStyle/>
          <a:p>
            <a:pPr algn="ctr">
              <a:spcBef>
                <a:spcPct val="50000"/>
              </a:spcBef>
              <a:defRPr/>
            </a:pPr>
            <a:r>
              <a:rPr lang="ja-JP" altLang="en-US" sz="2400">
                <a:effectLst>
                  <a:outerShdw blurRad="38100" dist="38100" dir="2700000" algn="tl">
                    <a:srgbClr val="000000"/>
                  </a:outerShdw>
                </a:effectLst>
                <a:latin typeface="HG丸ｺﾞｼｯｸM-PRO" charset="-128"/>
                <a:ea typeface="HG丸ｺﾞｼｯｸM-PRO" charset="-128"/>
              </a:rPr>
              <a:t>Ａ</a:t>
            </a:r>
            <a:endParaRPr lang="en-US" altLang="ja-JP" sz="2400">
              <a:effectLst>
                <a:outerShdw blurRad="38100" dist="38100" dir="2700000" algn="tl">
                  <a:srgbClr val="000000"/>
                </a:outerShdw>
              </a:effectLst>
              <a:latin typeface="HG丸ｺﾞｼｯｸM-PRO" charset="-128"/>
              <a:ea typeface="HG丸ｺﾞｼｯｸM-PRO" charset="-128"/>
            </a:endParaRPr>
          </a:p>
        </p:txBody>
      </p:sp>
      <p:sp>
        <p:nvSpPr>
          <p:cNvPr id="330869" name="Text Box 117"/>
          <p:cNvSpPr txBox="1">
            <a:spLocks noChangeArrowheads="1"/>
          </p:cNvSpPr>
          <p:nvPr/>
        </p:nvSpPr>
        <p:spPr bwMode="auto">
          <a:xfrm>
            <a:off x="488950" y="3357563"/>
            <a:ext cx="490538" cy="457200"/>
          </a:xfrm>
          <a:prstGeom prst="rect">
            <a:avLst/>
          </a:prstGeom>
          <a:noFill/>
          <a:ln w="9525">
            <a:noFill/>
            <a:miter lim="800000"/>
            <a:headEnd/>
            <a:tailEnd/>
          </a:ln>
          <a:effectLst/>
        </p:spPr>
        <p:txBody>
          <a:bodyPr wrap="none" anchor="ctr">
            <a:spAutoFit/>
          </a:bodyPr>
          <a:lstStyle/>
          <a:p>
            <a:pPr algn="ctr">
              <a:spcBef>
                <a:spcPct val="50000"/>
              </a:spcBef>
              <a:defRPr/>
            </a:pPr>
            <a:r>
              <a:rPr lang="ja-JP" altLang="en-US" sz="2400">
                <a:effectLst>
                  <a:outerShdw blurRad="38100" dist="38100" dir="2700000" algn="tl">
                    <a:srgbClr val="000000"/>
                  </a:outerShdw>
                </a:effectLst>
                <a:latin typeface="HG丸ｺﾞｼｯｸM-PRO" charset="-128"/>
                <a:ea typeface="HG丸ｺﾞｼｯｸM-PRO" charset="-128"/>
              </a:rPr>
              <a:t>Ｃ</a:t>
            </a:r>
            <a:endParaRPr lang="en-US" altLang="ja-JP" sz="2400">
              <a:effectLst>
                <a:outerShdw blurRad="38100" dist="38100" dir="2700000" algn="tl">
                  <a:srgbClr val="000000"/>
                </a:outerShdw>
              </a:effectLst>
              <a:latin typeface="HG丸ｺﾞｼｯｸM-PRO" charset="-128"/>
              <a:ea typeface="HG丸ｺﾞｼｯｸM-PRO" charset="-128"/>
            </a:endParaRPr>
          </a:p>
        </p:txBody>
      </p:sp>
      <p:sp>
        <p:nvSpPr>
          <p:cNvPr id="330870" name="Text Box 118"/>
          <p:cNvSpPr txBox="1">
            <a:spLocks noChangeArrowheads="1"/>
          </p:cNvSpPr>
          <p:nvPr/>
        </p:nvSpPr>
        <p:spPr bwMode="auto">
          <a:xfrm>
            <a:off x="2360613" y="3213100"/>
            <a:ext cx="490537" cy="457200"/>
          </a:xfrm>
          <a:prstGeom prst="rect">
            <a:avLst/>
          </a:prstGeom>
          <a:noFill/>
          <a:ln w="9525">
            <a:noFill/>
            <a:miter lim="800000"/>
            <a:headEnd/>
            <a:tailEnd/>
          </a:ln>
          <a:effectLst/>
        </p:spPr>
        <p:txBody>
          <a:bodyPr wrap="none" anchor="ctr">
            <a:spAutoFit/>
          </a:bodyPr>
          <a:lstStyle/>
          <a:p>
            <a:pPr algn="ctr">
              <a:spcBef>
                <a:spcPct val="50000"/>
              </a:spcBef>
              <a:defRPr/>
            </a:pPr>
            <a:r>
              <a:rPr lang="ja-JP" altLang="en-US" sz="2400">
                <a:effectLst>
                  <a:outerShdw blurRad="38100" dist="38100" dir="2700000" algn="tl">
                    <a:srgbClr val="000000"/>
                  </a:outerShdw>
                </a:effectLst>
                <a:latin typeface="HG丸ｺﾞｼｯｸM-PRO" charset="-128"/>
                <a:ea typeface="HG丸ｺﾞｼｯｸM-PRO" charset="-128"/>
              </a:rPr>
              <a:t>Ｄ</a:t>
            </a:r>
            <a:endParaRPr lang="en-US" altLang="ja-JP" sz="2400">
              <a:effectLst>
                <a:outerShdw blurRad="38100" dist="38100" dir="2700000" algn="tl">
                  <a:srgbClr val="000000"/>
                </a:outerShdw>
              </a:effectLst>
              <a:latin typeface="HG丸ｺﾞｼｯｸM-PRO" charset="-128"/>
              <a:ea typeface="HG丸ｺﾞｼｯｸM-PRO" charset="-128"/>
            </a:endParaRPr>
          </a:p>
        </p:txBody>
      </p:sp>
      <p:sp>
        <p:nvSpPr>
          <p:cNvPr id="330871" name="Text Box 119"/>
          <p:cNvSpPr txBox="1">
            <a:spLocks noChangeArrowheads="1"/>
          </p:cNvSpPr>
          <p:nvPr/>
        </p:nvSpPr>
        <p:spPr bwMode="auto">
          <a:xfrm>
            <a:off x="2360613" y="1773238"/>
            <a:ext cx="490537" cy="457200"/>
          </a:xfrm>
          <a:prstGeom prst="rect">
            <a:avLst/>
          </a:prstGeom>
          <a:noFill/>
          <a:ln w="9525">
            <a:noFill/>
            <a:miter lim="800000"/>
            <a:headEnd/>
            <a:tailEnd/>
          </a:ln>
          <a:effectLst/>
        </p:spPr>
        <p:txBody>
          <a:bodyPr wrap="none" anchor="ctr">
            <a:spAutoFit/>
          </a:bodyPr>
          <a:lstStyle/>
          <a:p>
            <a:pPr algn="ctr">
              <a:spcBef>
                <a:spcPct val="50000"/>
              </a:spcBef>
              <a:defRPr/>
            </a:pPr>
            <a:r>
              <a:rPr lang="ja-JP" altLang="en-US" sz="2400">
                <a:effectLst>
                  <a:outerShdw blurRad="38100" dist="38100" dir="2700000" algn="tl">
                    <a:srgbClr val="000000"/>
                  </a:outerShdw>
                </a:effectLst>
                <a:latin typeface="HG丸ｺﾞｼｯｸM-PRO" charset="-128"/>
                <a:ea typeface="HG丸ｺﾞｼｯｸM-PRO" charset="-128"/>
              </a:rPr>
              <a:t>Ｐ</a:t>
            </a:r>
            <a:endParaRPr lang="en-US" altLang="ja-JP" sz="2400">
              <a:effectLst>
                <a:outerShdw blurRad="38100" dist="38100" dir="2700000" algn="tl">
                  <a:srgbClr val="000000"/>
                </a:outerShdw>
              </a:effectLst>
              <a:latin typeface="HG丸ｺﾞｼｯｸM-PRO" charset="-128"/>
              <a:ea typeface="HG丸ｺﾞｼｯｸM-PRO" charset="-128"/>
            </a:endParaRPr>
          </a:p>
        </p:txBody>
      </p:sp>
      <p:sp>
        <p:nvSpPr>
          <p:cNvPr id="7194" name="Text Box 120"/>
          <p:cNvSpPr txBox="1">
            <a:spLocks noChangeArrowheads="1"/>
          </p:cNvSpPr>
          <p:nvPr/>
        </p:nvSpPr>
        <p:spPr bwMode="auto">
          <a:xfrm>
            <a:off x="849313" y="2479675"/>
            <a:ext cx="158432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400">
                <a:latin typeface="Times New Roman" panose="02020603050405020304" pitchFamily="18" charset="0"/>
              </a:rPr>
              <a:t>Management staff</a:t>
            </a:r>
          </a:p>
          <a:p>
            <a:pPr eaLnBrk="1" hangingPunct="1"/>
            <a:r>
              <a:rPr lang="en-US" altLang="ja-JP" sz="1400">
                <a:latin typeface="Times New Roman" panose="02020603050405020304" pitchFamily="18" charset="0"/>
              </a:rPr>
              <a:t>Supervisor</a:t>
            </a:r>
          </a:p>
        </p:txBody>
      </p:sp>
      <p:sp>
        <p:nvSpPr>
          <p:cNvPr id="330873" name="Line 121"/>
          <p:cNvSpPr>
            <a:spLocks noChangeShapeType="1"/>
          </p:cNvSpPr>
          <p:nvPr/>
        </p:nvSpPr>
        <p:spPr bwMode="auto">
          <a:xfrm flipH="1">
            <a:off x="415925" y="2060575"/>
            <a:ext cx="2746375" cy="2765425"/>
          </a:xfrm>
          <a:prstGeom prst="line">
            <a:avLst/>
          </a:prstGeom>
          <a:noFill/>
          <a:ln w="38100">
            <a:solidFill>
              <a:srgbClr val="FF0000"/>
            </a:solidFill>
            <a:prstDash val="dash"/>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330881" name="Rectangle 129"/>
          <p:cNvSpPr>
            <a:spLocks noChangeArrowheads="1"/>
          </p:cNvSpPr>
          <p:nvPr/>
        </p:nvSpPr>
        <p:spPr bwMode="auto">
          <a:xfrm>
            <a:off x="2936875" y="3078163"/>
            <a:ext cx="2160588" cy="2006600"/>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ja-JP" altLang="en-US" sz="1400">
                <a:solidFill>
                  <a:srgbClr val="FF0000"/>
                </a:solidFill>
                <a:effectLst>
                  <a:outerShdw blurRad="38100" dist="38100" dir="2700000" algn="tl">
                    <a:srgbClr val="000000"/>
                  </a:outerShdw>
                </a:effectLst>
                <a:latin typeface="Times New Roman" panose="02020603050405020304" pitchFamily="18" charset="0"/>
              </a:rPr>
              <a:t>・</a:t>
            </a:r>
            <a:r>
              <a:rPr lang="en-US" altLang="ja-JP" sz="1400">
                <a:solidFill>
                  <a:srgbClr val="FF0000"/>
                </a:solidFill>
                <a:effectLst>
                  <a:outerShdw blurRad="38100" dist="38100" dir="2700000" algn="tl">
                    <a:srgbClr val="000000"/>
                  </a:outerShdw>
                </a:effectLst>
                <a:latin typeface="Times New Roman" panose="02020603050405020304" pitchFamily="18" charset="0"/>
              </a:rPr>
              <a:t>Passive</a:t>
            </a:r>
          </a:p>
          <a:p>
            <a:pPr eaLnBrk="1" hangingPunct="1"/>
            <a:r>
              <a:rPr lang="ja-JP" altLang="en-US" sz="1400">
                <a:solidFill>
                  <a:srgbClr val="FF0000"/>
                </a:solidFill>
                <a:effectLst>
                  <a:outerShdw blurRad="38100" dist="38100" dir="2700000" algn="tl">
                    <a:srgbClr val="000000"/>
                  </a:outerShdw>
                </a:effectLst>
                <a:latin typeface="Times New Roman" panose="02020603050405020304" pitchFamily="18" charset="0"/>
              </a:rPr>
              <a:t>・</a:t>
            </a:r>
            <a:r>
              <a:rPr lang="en-US" altLang="ja-JP" sz="1400">
                <a:solidFill>
                  <a:srgbClr val="FF0000"/>
                </a:solidFill>
                <a:effectLst>
                  <a:outerShdw blurRad="38100" dist="38100" dir="2700000" algn="tl">
                    <a:srgbClr val="000000"/>
                  </a:outerShdw>
                </a:effectLst>
                <a:latin typeface="Times New Roman" panose="02020603050405020304" pitchFamily="18" charset="0"/>
              </a:rPr>
              <a:t>Control management </a:t>
            </a:r>
          </a:p>
          <a:p>
            <a:pPr eaLnBrk="1" hangingPunct="1"/>
            <a:r>
              <a:rPr lang="en-US" altLang="ja-JP" sz="1400">
                <a:solidFill>
                  <a:srgbClr val="FF0000"/>
                </a:solidFill>
                <a:effectLst>
                  <a:outerShdw blurRad="38100" dist="38100" dir="2700000" algn="tl">
                    <a:srgbClr val="000000"/>
                  </a:outerShdw>
                </a:effectLst>
                <a:latin typeface="Times New Roman" panose="02020603050405020304" pitchFamily="18" charset="0"/>
              </a:rPr>
              <a:t>   by an order</a:t>
            </a:r>
          </a:p>
          <a:p>
            <a:pPr eaLnBrk="1" hangingPunct="1"/>
            <a:r>
              <a:rPr lang="ja-JP" altLang="en-US" sz="1400">
                <a:solidFill>
                  <a:srgbClr val="FF0000"/>
                </a:solidFill>
                <a:effectLst>
                  <a:outerShdw blurRad="38100" dist="38100" dir="2700000" algn="tl">
                    <a:srgbClr val="000000"/>
                  </a:outerShdw>
                </a:effectLst>
                <a:latin typeface="Times New Roman" panose="02020603050405020304" pitchFamily="18" charset="0"/>
              </a:rPr>
              <a:t>・</a:t>
            </a:r>
            <a:r>
              <a:rPr lang="en-US" altLang="ja-JP" sz="1400">
                <a:solidFill>
                  <a:srgbClr val="FF0000"/>
                </a:solidFill>
                <a:effectLst>
                  <a:outerShdw blurRad="38100" dist="38100" dir="2700000" algn="tl">
                    <a:srgbClr val="000000"/>
                  </a:outerShdw>
                </a:effectLst>
                <a:latin typeface="Times New Roman" panose="02020603050405020304" pitchFamily="18" charset="0"/>
              </a:rPr>
              <a:t>Top down</a:t>
            </a:r>
          </a:p>
          <a:p>
            <a:pPr eaLnBrk="1" hangingPunct="1"/>
            <a:r>
              <a:rPr lang="ja-JP" altLang="en-US" sz="1400">
                <a:solidFill>
                  <a:srgbClr val="FF0000"/>
                </a:solidFill>
                <a:effectLst>
                  <a:outerShdw blurRad="38100" dist="38100" dir="2700000" algn="tl">
                    <a:srgbClr val="000000"/>
                  </a:outerShdw>
                </a:effectLst>
                <a:latin typeface="Times New Roman" panose="02020603050405020304" pitchFamily="18" charset="0"/>
              </a:rPr>
              <a:t>・</a:t>
            </a:r>
            <a:r>
              <a:rPr lang="en-US" altLang="ja-JP" sz="1400">
                <a:solidFill>
                  <a:srgbClr val="FF0000"/>
                </a:solidFill>
                <a:effectLst>
                  <a:outerShdw blurRad="38100" dist="38100" dir="2700000" algn="tl">
                    <a:srgbClr val="000000"/>
                  </a:outerShdw>
                </a:effectLst>
                <a:latin typeface="Times New Roman" panose="02020603050405020304" pitchFamily="18" charset="0"/>
              </a:rPr>
              <a:t>result is important</a:t>
            </a:r>
          </a:p>
          <a:p>
            <a:pPr eaLnBrk="1" hangingPunct="1"/>
            <a:r>
              <a:rPr lang="ja-JP" altLang="en-US" sz="1400">
                <a:solidFill>
                  <a:srgbClr val="FF0000"/>
                </a:solidFill>
                <a:effectLst>
                  <a:outerShdw blurRad="38100" dist="38100" dir="2700000" algn="tl">
                    <a:srgbClr val="000000"/>
                  </a:outerShdw>
                </a:effectLst>
                <a:latin typeface="Times New Roman" panose="02020603050405020304" pitchFamily="18" charset="0"/>
              </a:rPr>
              <a:t>・</a:t>
            </a:r>
            <a:r>
              <a:rPr lang="en-US" altLang="ja-JP" sz="1400">
                <a:solidFill>
                  <a:srgbClr val="FF0000"/>
                </a:solidFill>
                <a:effectLst>
                  <a:outerShdw blurRad="38100" dist="38100" dir="2700000" algn="tl">
                    <a:srgbClr val="000000"/>
                  </a:outerShdw>
                </a:effectLst>
                <a:latin typeface="Times New Roman" panose="02020603050405020304" pitchFamily="18" charset="0"/>
              </a:rPr>
              <a:t>system</a:t>
            </a:r>
          </a:p>
          <a:p>
            <a:pPr eaLnBrk="1" hangingPunct="1"/>
            <a:r>
              <a:rPr lang="ja-JP" altLang="en-US" sz="1400">
                <a:solidFill>
                  <a:srgbClr val="FF0000"/>
                </a:solidFill>
                <a:effectLst>
                  <a:outerShdw blurRad="38100" dist="38100" dir="2700000" algn="tl">
                    <a:srgbClr val="000000"/>
                  </a:outerShdw>
                </a:effectLst>
                <a:latin typeface="Times New Roman" panose="02020603050405020304" pitchFamily="18" charset="0"/>
              </a:rPr>
              <a:t>・</a:t>
            </a:r>
            <a:r>
              <a:rPr lang="en-US" altLang="ja-JP" sz="1400">
                <a:solidFill>
                  <a:srgbClr val="FF0000"/>
                </a:solidFill>
                <a:effectLst>
                  <a:outerShdw blurRad="38100" dist="38100" dir="2700000" algn="tl">
                    <a:srgbClr val="000000"/>
                  </a:outerShdw>
                </a:effectLst>
                <a:latin typeface="Times New Roman" panose="02020603050405020304" pitchFamily="18" charset="0"/>
              </a:rPr>
              <a:t>Dependence</a:t>
            </a:r>
          </a:p>
          <a:p>
            <a:pPr eaLnBrk="1" hangingPunct="1"/>
            <a:r>
              <a:rPr lang="ja-JP" altLang="en-US" sz="1400">
                <a:solidFill>
                  <a:srgbClr val="FF0000"/>
                </a:solidFill>
                <a:effectLst>
                  <a:outerShdw blurRad="38100" dist="38100" dir="2700000" algn="tl">
                    <a:srgbClr val="000000"/>
                  </a:outerShdw>
                </a:effectLst>
                <a:latin typeface="Times New Roman" panose="02020603050405020304" pitchFamily="18" charset="0"/>
              </a:rPr>
              <a:t>・</a:t>
            </a:r>
            <a:r>
              <a:rPr lang="en-US" altLang="ja-JP" sz="1400">
                <a:solidFill>
                  <a:srgbClr val="FF0000"/>
                </a:solidFill>
                <a:effectLst>
                  <a:outerShdw blurRad="38100" dist="38100" dir="2700000" algn="tl">
                    <a:srgbClr val="000000"/>
                  </a:outerShdw>
                </a:effectLst>
                <a:latin typeface="Times New Roman" panose="02020603050405020304" pitchFamily="18" charset="0"/>
              </a:rPr>
              <a:t> Rationality  pursuit</a:t>
            </a:r>
          </a:p>
          <a:p>
            <a:pPr eaLnBrk="1" hangingPunct="1"/>
            <a:endParaRPr lang="en-US" altLang="ja-JP" sz="1400">
              <a:solidFill>
                <a:srgbClr val="FF0000"/>
              </a:solidFill>
              <a:latin typeface="Angsana New" pitchFamily="18" charset="-34"/>
              <a:ea typeface="Arial Unicode MS" panose="020B0604020202020204" pitchFamily="34" charset="-128"/>
              <a:cs typeface="Angsana New" pitchFamily="18" charset="-34"/>
            </a:endParaRPr>
          </a:p>
        </p:txBody>
      </p:sp>
      <p:sp>
        <p:nvSpPr>
          <p:cNvPr id="330882" name="Rectangle 130"/>
          <p:cNvSpPr>
            <a:spLocks noChangeArrowheads="1"/>
          </p:cNvSpPr>
          <p:nvPr/>
        </p:nvSpPr>
        <p:spPr bwMode="auto">
          <a:xfrm>
            <a:off x="5097463" y="2852738"/>
            <a:ext cx="1871662" cy="2219325"/>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ja-JP" altLang="en-US" sz="1400">
                <a:effectLst>
                  <a:outerShdw blurRad="38100" dist="38100" dir="2700000" algn="tl">
                    <a:srgbClr val="000000"/>
                  </a:outerShdw>
                </a:effectLst>
                <a:latin typeface="Times New Roman" panose="02020603050405020304" pitchFamily="18" charset="0"/>
              </a:rPr>
              <a:t>・</a:t>
            </a:r>
            <a:r>
              <a:rPr lang="en-US" altLang="ja-JP" sz="1400">
                <a:effectLst>
                  <a:outerShdw blurRad="38100" dist="38100" dir="2700000" algn="tl">
                    <a:srgbClr val="000000"/>
                  </a:outerShdw>
                </a:effectLst>
                <a:latin typeface="Times New Roman" panose="02020603050405020304" pitchFamily="18" charset="0"/>
              </a:rPr>
              <a:t>Active</a:t>
            </a:r>
          </a:p>
          <a:p>
            <a:pPr eaLnBrk="1" hangingPunct="1"/>
            <a:r>
              <a:rPr lang="ja-JP" altLang="en-US" sz="1400">
                <a:solidFill>
                  <a:schemeClr val="folHlink"/>
                </a:solidFill>
                <a:effectLst>
                  <a:outerShdw blurRad="38100" dist="38100" dir="2700000" algn="tl">
                    <a:srgbClr val="000000"/>
                  </a:outerShdw>
                </a:effectLst>
                <a:latin typeface="Times New Roman" panose="02020603050405020304" pitchFamily="18" charset="0"/>
              </a:rPr>
              <a:t>・</a:t>
            </a:r>
            <a:r>
              <a:rPr lang="en-US" altLang="ja-JP" sz="1400">
                <a:solidFill>
                  <a:schemeClr val="folHlink"/>
                </a:solidFill>
                <a:effectLst>
                  <a:outerShdw blurRad="38100" dist="38100" dir="2700000" algn="tl">
                    <a:srgbClr val="000000"/>
                  </a:outerShdw>
                </a:effectLst>
                <a:latin typeface="Times New Roman" panose="02020603050405020304" pitchFamily="18" charset="0"/>
              </a:rPr>
              <a:t>The self management  that has responsibilities</a:t>
            </a:r>
          </a:p>
          <a:p>
            <a:pPr eaLnBrk="1" hangingPunct="1"/>
            <a:r>
              <a:rPr lang="ja-JP" altLang="en-US" sz="1400">
                <a:solidFill>
                  <a:schemeClr val="folHlink"/>
                </a:solidFill>
                <a:effectLst>
                  <a:outerShdw blurRad="38100" dist="38100" dir="2700000" algn="tl">
                    <a:srgbClr val="000000"/>
                  </a:outerShdw>
                </a:effectLst>
                <a:latin typeface="Times New Roman" panose="02020603050405020304" pitchFamily="18" charset="0"/>
              </a:rPr>
              <a:t>・</a:t>
            </a:r>
            <a:r>
              <a:rPr lang="en-US" altLang="ja-JP" sz="1400">
                <a:solidFill>
                  <a:schemeClr val="folHlink"/>
                </a:solidFill>
                <a:effectLst>
                  <a:outerShdw blurRad="38100" dist="38100" dir="2700000" algn="tl">
                    <a:srgbClr val="000000"/>
                  </a:outerShdw>
                </a:effectLst>
                <a:latin typeface="Times New Roman" panose="02020603050405020304" pitchFamily="18" charset="0"/>
              </a:rPr>
              <a:t>Bottom-up</a:t>
            </a:r>
          </a:p>
          <a:p>
            <a:pPr eaLnBrk="1" hangingPunct="1"/>
            <a:r>
              <a:rPr lang="ja-JP" altLang="en-US" sz="1400">
                <a:solidFill>
                  <a:schemeClr val="folHlink"/>
                </a:solidFill>
                <a:effectLst>
                  <a:outerShdw blurRad="38100" dist="38100" dir="2700000" algn="tl">
                    <a:srgbClr val="000000"/>
                  </a:outerShdw>
                </a:effectLst>
                <a:latin typeface="Times New Roman" panose="02020603050405020304" pitchFamily="18" charset="0"/>
              </a:rPr>
              <a:t>・</a:t>
            </a:r>
            <a:r>
              <a:rPr lang="en-US" altLang="ja-JP" sz="1400">
                <a:solidFill>
                  <a:schemeClr val="folHlink"/>
                </a:solidFill>
                <a:effectLst>
                  <a:outerShdw blurRad="38100" dist="38100" dir="2700000" algn="tl">
                    <a:srgbClr val="000000"/>
                  </a:outerShdw>
                </a:effectLst>
                <a:latin typeface="Times New Roman" panose="02020603050405020304" pitchFamily="18" charset="0"/>
              </a:rPr>
              <a:t>Process is important</a:t>
            </a:r>
          </a:p>
          <a:p>
            <a:pPr eaLnBrk="1" hangingPunct="1"/>
            <a:r>
              <a:rPr lang="ja-JP" altLang="en-US" sz="1400">
                <a:solidFill>
                  <a:schemeClr val="folHlink"/>
                </a:solidFill>
                <a:effectLst>
                  <a:outerShdw blurRad="38100" dist="38100" dir="2700000" algn="tl">
                    <a:srgbClr val="000000"/>
                  </a:outerShdw>
                </a:effectLst>
                <a:latin typeface="Times New Roman" panose="02020603050405020304" pitchFamily="18" charset="0"/>
              </a:rPr>
              <a:t>・</a:t>
            </a:r>
            <a:r>
              <a:rPr lang="en-US" altLang="ja-JP" sz="1400">
                <a:solidFill>
                  <a:schemeClr val="folHlink"/>
                </a:solidFill>
                <a:effectLst>
                  <a:outerShdw blurRad="38100" dist="38100" dir="2700000" algn="tl">
                    <a:srgbClr val="000000"/>
                  </a:outerShdw>
                </a:effectLst>
                <a:latin typeface="Times New Roman" panose="02020603050405020304" pitchFamily="18" charset="0"/>
              </a:rPr>
              <a:t>Independence,</a:t>
            </a:r>
          </a:p>
          <a:p>
            <a:pPr eaLnBrk="1" hangingPunct="1"/>
            <a:r>
              <a:rPr lang="en-US" altLang="ja-JP" sz="1400">
                <a:solidFill>
                  <a:schemeClr val="folHlink"/>
                </a:solidFill>
                <a:effectLst>
                  <a:outerShdw blurRad="38100" dist="38100" dir="2700000" algn="tl">
                    <a:srgbClr val="000000"/>
                  </a:outerShdw>
                </a:effectLst>
                <a:latin typeface="Times New Roman" panose="02020603050405020304" pitchFamily="18" charset="0"/>
              </a:rPr>
              <a:t>     Creativity</a:t>
            </a:r>
          </a:p>
          <a:p>
            <a:pPr eaLnBrk="1" hangingPunct="1"/>
            <a:r>
              <a:rPr lang="ja-JP" altLang="en-US" sz="1400">
                <a:solidFill>
                  <a:schemeClr val="folHlink"/>
                </a:solidFill>
                <a:effectLst>
                  <a:outerShdw blurRad="38100" dist="38100" dir="2700000" algn="tl">
                    <a:srgbClr val="000000"/>
                  </a:outerShdw>
                </a:effectLst>
                <a:latin typeface="Times New Roman" panose="02020603050405020304" pitchFamily="18" charset="0"/>
              </a:rPr>
              <a:t>・</a:t>
            </a:r>
            <a:r>
              <a:rPr lang="en-US" altLang="ja-JP" sz="1400">
                <a:solidFill>
                  <a:schemeClr val="folHlink"/>
                </a:solidFill>
                <a:effectLst>
                  <a:outerShdw blurRad="38100" dist="38100" dir="2700000" algn="tl">
                    <a:srgbClr val="000000"/>
                  </a:outerShdw>
                </a:effectLst>
                <a:latin typeface="Times New Roman" panose="02020603050405020304" pitchFamily="18" charset="0"/>
              </a:rPr>
              <a:t>people</a:t>
            </a:r>
          </a:p>
          <a:p>
            <a:pPr eaLnBrk="1" hangingPunct="1"/>
            <a:r>
              <a:rPr lang="ja-JP" altLang="en-US" sz="1400">
                <a:solidFill>
                  <a:schemeClr val="folHlink"/>
                </a:solidFill>
                <a:effectLst>
                  <a:outerShdw blurRad="38100" dist="38100" dir="2700000" algn="tl">
                    <a:srgbClr val="000000"/>
                  </a:outerShdw>
                </a:effectLst>
                <a:latin typeface="Times New Roman" panose="02020603050405020304" pitchFamily="18" charset="0"/>
              </a:rPr>
              <a:t>・</a:t>
            </a:r>
            <a:r>
              <a:rPr lang="en-US" altLang="ja-JP" sz="1400">
                <a:solidFill>
                  <a:schemeClr val="folHlink"/>
                </a:solidFill>
                <a:effectLst>
                  <a:outerShdw blurRad="38100" dist="38100" dir="2700000" algn="tl">
                    <a:srgbClr val="000000"/>
                  </a:outerShdw>
                </a:effectLst>
                <a:latin typeface="Times New Roman" panose="02020603050405020304" pitchFamily="18" charset="0"/>
              </a:rPr>
              <a:t>Humanity pursuit</a:t>
            </a:r>
          </a:p>
        </p:txBody>
      </p:sp>
      <p:sp>
        <p:nvSpPr>
          <p:cNvPr id="7200" name="Text Box 131"/>
          <p:cNvSpPr txBox="1">
            <a:spLocks noChangeArrowheads="1"/>
          </p:cNvSpPr>
          <p:nvPr/>
        </p:nvSpPr>
        <p:spPr bwMode="auto">
          <a:xfrm>
            <a:off x="488950" y="908050"/>
            <a:ext cx="34448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18000" rIns="0">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spcBef>
                <a:spcPct val="50000"/>
              </a:spcBef>
            </a:pPr>
            <a:r>
              <a:rPr lang="en-US" altLang="ja-JP" sz="2000">
                <a:solidFill>
                  <a:srgbClr val="FFFF00"/>
                </a:solidFill>
                <a:latin typeface="Times New Roman" panose="02020603050405020304" pitchFamily="18" charset="0"/>
              </a:rPr>
              <a:t>General organization</a:t>
            </a:r>
          </a:p>
        </p:txBody>
      </p:sp>
      <p:sp>
        <p:nvSpPr>
          <p:cNvPr id="7201" name="Text Box 132"/>
          <p:cNvSpPr txBox="1">
            <a:spLocks noChangeArrowheads="1"/>
          </p:cNvSpPr>
          <p:nvPr/>
        </p:nvSpPr>
        <p:spPr bwMode="auto">
          <a:xfrm>
            <a:off x="5097463" y="908050"/>
            <a:ext cx="41052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18000" rIns="0">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spcBef>
                <a:spcPct val="50000"/>
              </a:spcBef>
            </a:pPr>
            <a:r>
              <a:rPr lang="en-US" altLang="ja-JP" sz="1600">
                <a:solidFill>
                  <a:srgbClr val="FFFF00"/>
                </a:solidFill>
                <a:latin typeface="Times New Roman" panose="02020603050405020304" pitchFamily="18" charset="0"/>
              </a:rPr>
              <a:t>Organization which have QC circle activities</a:t>
            </a:r>
          </a:p>
        </p:txBody>
      </p:sp>
      <p:sp>
        <p:nvSpPr>
          <p:cNvPr id="62" name="AutoShape 3"/>
          <p:cNvSpPr>
            <a:spLocks noChangeArrowheads="1"/>
          </p:cNvSpPr>
          <p:nvPr/>
        </p:nvSpPr>
        <p:spPr bwMode="auto">
          <a:xfrm>
            <a:off x="595313" y="152400"/>
            <a:ext cx="7616825" cy="561975"/>
          </a:xfrm>
          <a:prstGeom prst="roundRect">
            <a:avLst>
              <a:gd name="adj" fmla="val 16667"/>
            </a:avLst>
          </a:prstGeom>
          <a:solidFill>
            <a:srgbClr val="008000"/>
          </a:solidFill>
          <a:ln w="9525">
            <a:solidFill>
              <a:schemeClr val="tx1"/>
            </a:solidFill>
            <a:round/>
            <a:headEnd/>
            <a:tailEnd/>
          </a:ln>
          <a:effectLst>
            <a:outerShdw blurRad="63500" dist="107763" dir="2700000" algn="ctr" rotWithShape="0">
              <a:schemeClr val="bg2">
                <a:alpha val="74998"/>
              </a:schemeClr>
            </a:outerShdw>
          </a:effectLst>
        </p:spPr>
        <p:txBody>
          <a:bodyPr wrap="none" anchor="ctr"/>
          <a:lstStyle/>
          <a:p>
            <a:pPr algn="ctr">
              <a:defRPr/>
            </a:pPr>
            <a:r>
              <a:rPr lang="en-US" altLang="ja-JP" sz="2400" dirty="0">
                <a:effectLst>
                  <a:outerShdw blurRad="38100" dist="38100" dir="2700000" algn="tl">
                    <a:srgbClr val="000000"/>
                  </a:outerShdw>
                </a:effectLst>
                <a:latin typeface="Times New Roman" pitchFamily="18" charset="0"/>
              </a:rPr>
              <a:t>Complete the work of organization by Qc circle activities</a:t>
            </a:r>
            <a:endParaRPr lang="en-US" altLang="ja-JP" sz="2400" dirty="0">
              <a:effectLst>
                <a:outerShdw blurRad="38100" dist="38100" dir="2700000" algn="tl">
                  <a:srgbClr val="000000"/>
                </a:outerShdw>
              </a:effectLst>
              <a:cs typeface="Angsana New" pitchFamily="18" charset="-34"/>
            </a:endParaRPr>
          </a:p>
        </p:txBody>
      </p:sp>
      <p:sp>
        <p:nvSpPr>
          <p:cNvPr id="7225" name="Text Box 120"/>
          <p:cNvSpPr txBox="1">
            <a:spLocks noChangeArrowheads="1"/>
          </p:cNvSpPr>
          <p:nvPr/>
        </p:nvSpPr>
        <p:spPr bwMode="auto">
          <a:xfrm>
            <a:off x="7329488" y="2492375"/>
            <a:ext cx="158432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400">
                <a:latin typeface="Times New Roman" panose="02020603050405020304" pitchFamily="18" charset="0"/>
              </a:rPr>
              <a:t>Management staff</a:t>
            </a:r>
          </a:p>
          <a:p>
            <a:pPr eaLnBrk="1" hangingPunct="1"/>
            <a:r>
              <a:rPr lang="en-US" altLang="ja-JP" sz="1400">
                <a:latin typeface="Times New Roman" panose="02020603050405020304" pitchFamily="18" charset="0"/>
              </a:rPr>
              <a:t>Supervisor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2838" name="Rectangle 38"/>
          <p:cNvSpPr>
            <a:spLocks noChangeArrowheads="1"/>
          </p:cNvSpPr>
          <p:nvPr/>
        </p:nvSpPr>
        <p:spPr bwMode="auto">
          <a:xfrm>
            <a:off x="280988" y="685800"/>
            <a:ext cx="9496425" cy="5983288"/>
          </a:xfrm>
          <a:prstGeom prst="rect">
            <a:avLst/>
          </a:prstGeom>
          <a:noFill/>
          <a:ln w="12700">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effectLst>
                <a:outerShdw blurRad="38100" dist="38100" dir="2700000" algn="tl">
                  <a:srgbClr val="000000"/>
                </a:outerShdw>
              </a:effectLst>
            </a:endParaRPr>
          </a:p>
        </p:txBody>
      </p:sp>
      <p:sp>
        <p:nvSpPr>
          <p:cNvPr id="332840" name="AutoShape 40"/>
          <p:cNvSpPr>
            <a:spLocks noChangeArrowheads="1"/>
          </p:cNvSpPr>
          <p:nvPr/>
        </p:nvSpPr>
        <p:spPr bwMode="auto">
          <a:xfrm>
            <a:off x="5883275" y="890588"/>
            <a:ext cx="288925" cy="427037"/>
          </a:xfrm>
          <a:prstGeom prst="rightArrow">
            <a:avLst>
              <a:gd name="adj1" fmla="val 50000"/>
              <a:gd name="adj2" fmla="val 25000"/>
            </a:avLst>
          </a:prstGeom>
          <a:solidFill>
            <a:schemeClr val="accent1"/>
          </a:solidFill>
          <a:ln w="9525">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332841" name="AutoShape 41"/>
          <p:cNvSpPr>
            <a:spLocks noChangeArrowheads="1"/>
          </p:cNvSpPr>
          <p:nvPr/>
        </p:nvSpPr>
        <p:spPr bwMode="auto">
          <a:xfrm>
            <a:off x="2971800" y="866775"/>
            <a:ext cx="288925" cy="425450"/>
          </a:xfrm>
          <a:prstGeom prst="rightArrow">
            <a:avLst>
              <a:gd name="adj1" fmla="val 50000"/>
              <a:gd name="adj2" fmla="val 25000"/>
            </a:avLst>
          </a:prstGeom>
          <a:solidFill>
            <a:schemeClr val="accent1"/>
          </a:solidFill>
          <a:ln w="9525">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8197" name="AutoShape 42"/>
          <p:cNvSpPr>
            <a:spLocks noChangeArrowheads="1"/>
          </p:cNvSpPr>
          <p:nvPr/>
        </p:nvSpPr>
        <p:spPr bwMode="auto">
          <a:xfrm>
            <a:off x="533400" y="2514600"/>
            <a:ext cx="9099550" cy="4010025"/>
          </a:xfrm>
          <a:prstGeom prst="wedgeRectCallout">
            <a:avLst>
              <a:gd name="adj1" fmla="val -35065"/>
              <a:gd name="adj2" fmla="val -78819"/>
            </a:avLst>
          </a:prstGeom>
          <a:solidFill>
            <a:schemeClr val="bg1"/>
          </a:solidFill>
          <a:ln w="38100" cmpd="dbl">
            <a:solidFill>
              <a:schemeClr val="tx1"/>
            </a:solidFill>
            <a:miter lim="800000"/>
            <a:headEnd/>
            <a:tailEnd/>
          </a:ln>
        </p:spPr>
        <p:txBody>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endParaRPr lang="th-TH" altLang="ms-MY" sz="2400" b="0">
              <a:latin typeface="Times New Roman" panose="02020603050405020304" pitchFamily="18" charset="0"/>
            </a:endParaRPr>
          </a:p>
        </p:txBody>
      </p:sp>
      <p:sp>
        <p:nvSpPr>
          <p:cNvPr id="332843" name="Text Box 43"/>
          <p:cNvSpPr txBox="1">
            <a:spLocks noChangeArrowheads="1"/>
          </p:cNvSpPr>
          <p:nvPr/>
        </p:nvSpPr>
        <p:spPr bwMode="auto">
          <a:xfrm>
            <a:off x="560388" y="2451100"/>
            <a:ext cx="8064500" cy="2987675"/>
          </a:xfrm>
          <a:prstGeom prst="rect">
            <a:avLst/>
          </a:prstGeom>
          <a:noFill/>
          <a:ln w="9525">
            <a:noFill/>
            <a:miter lim="800000"/>
            <a:headEnd/>
            <a:tailEnd/>
          </a:ln>
          <a:effectLst/>
        </p:spPr>
        <p:txBody>
          <a:bodyPr anchor="ct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2000">
                <a:effectLst>
                  <a:outerShdw blurRad="38100" dist="38100" dir="2700000" algn="tl">
                    <a:srgbClr val="000000"/>
                  </a:outerShdw>
                </a:effectLst>
                <a:latin typeface="Times New Roman" panose="02020603050405020304" pitchFamily="18" charset="0"/>
              </a:rPr>
              <a:t>○</a:t>
            </a:r>
            <a:r>
              <a:rPr lang="en-US" altLang="ja-JP" sz="2000">
                <a:solidFill>
                  <a:srgbClr val="0000FF"/>
                </a:solidFill>
                <a:effectLst>
                  <a:outerShdw blurRad="38100" dist="38100" dir="2700000" algn="tl">
                    <a:srgbClr val="000000"/>
                  </a:outerShdw>
                </a:effectLst>
                <a:latin typeface="Times New Roman" panose="02020603050405020304" pitchFamily="18" charset="0"/>
              </a:rPr>
              <a:t> </a:t>
            </a:r>
            <a:r>
              <a:rPr lang="en-US" altLang="ja-JP" sz="2000">
                <a:effectLst>
                  <a:outerShdw blurRad="38100" dist="38100" dir="2700000" algn="tl">
                    <a:srgbClr val="000000"/>
                  </a:outerShdw>
                </a:effectLst>
                <a:latin typeface="Times New Roman" panose="02020603050405020304" pitchFamily="18" charset="0"/>
              </a:rPr>
              <a:t>A</a:t>
            </a:r>
            <a:r>
              <a:rPr lang="en-US" altLang="ms-MY" sz="2000">
                <a:latin typeface="Times New Roman" panose="02020603050405020304" pitchFamily="18" charset="0"/>
              </a:rPr>
              <a:t>ll members solve the problem autonomously in participation</a:t>
            </a:r>
            <a:endParaRPr lang="en-US" altLang="ja-JP" sz="2000">
              <a:effectLst>
                <a:outerShdw blurRad="38100" dist="38100" dir="2700000" algn="tl">
                  <a:srgbClr val="000000"/>
                </a:outerShdw>
              </a:effectLst>
              <a:latin typeface="Times New Roman" panose="02020603050405020304" pitchFamily="18" charset="0"/>
            </a:endParaRPr>
          </a:p>
          <a:p>
            <a:pPr eaLnBrk="1" hangingPunct="1"/>
            <a:r>
              <a:rPr lang="ja-JP" altLang="en-US" sz="1400">
                <a:effectLst>
                  <a:outerShdw blurRad="38100" dist="38100" dir="2700000" algn="tl">
                    <a:srgbClr val="000000"/>
                  </a:outerShdw>
                </a:effectLst>
                <a:latin typeface="Times New Roman" panose="02020603050405020304" pitchFamily="18" charset="0"/>
              </a:rPr>
              <a:t>（</a:t>
            </a:r>
            <a:r>
              <a:rPr lang="en-US" altLang="ja-JP" sz="1400" b="0">
                <a:latin typeface="Times New Roman" panose="02020603050405020304" pitchFamily="18" charset="0"/>
              </a:rPr>
              <a:t> making decision  and judgment function by themselves </a:t>
            </a:r>
            <a:r>
              <a:rPr lang="ja-JP" altLang="en-US" sz="1400">
                <a:effectLst>
                  <a:outerShdw blurRad="38100" dist="38100" dir="2700000" algn="tl">
                    <a:srgbClr val="000000"/>
                  </a:outerShdw>
                </a:effectLst>
                <a:latin typeface="Times New Roman" panose="02020603050405020304" pitchFamily="18" charset="0"/>
              </a:rPr>
              <a:t>）</a:t>
            </a:r>
            <a:endParaRPr lang="en-US" altLang="ja-JP" sz="1400">
              <a:effectLst>
                <a:outerShdw blurRad="38100" dist="38100" dir="2700000" algn="tl">
                  <a:srgbClr val="000000"/>
                </a:outerShdw>
              </a:effectLst>
              <a:latin typeface="Times New Roman" panose="02020603050405020304" pitchFamily="18" charset="0"/>
            </a:endParaRPr>
          </a:p>
          <a:p>
            <a:pPr eaLnBrk="1" hangingPunct="1"/>
            <a:r>
              <a:rPr lang="en-US" altLang="ja-JP" sz="2000">
                <a:effectLst>
                  <a:outerShdw blurRad="38100" dist="38100" dir="2700000" algn="tl">
                    <a:srgbClr val="000000"/>
                  </a:outerShdw>
                </a:effectLst>
                <a:latin typeface="Times New Roman" panose="02020603050405020304" pitchFamily="18" charset="0"/>
              </a:rPr>
              <a:t>     </a:t>
            </a:r>
          </a:p>
          <a:p>
            <a:pPr eaLnBrk="1" hangingPunct="1"/>
            <a:r>
              <a:rPr lang="ja-JP" altLang="en-US" sz="2000">
                <a:effectLst>
                  <a:outerShdw blurRad="38100" dist="38100" dir="2700000" algn="tl">
                    <a:srgbClr val="000000"/>
                  </a:outerShdw>
                </a:effectLst>
                <a:latin typeface="Times New Roman" panose="02020603050405020304" pitchFamily="18" charset="0"/>
              </a:rPr>
              <a:t>     ・</a:t>
            </a:r>
            <a:r>
              <a:rPr lang="en-US" altLang="ja-JP" sz="2000">
                <a:effectLst>
                  <a:outerShdw blurRad="38100" dist="38100" dir="2700000" algn="tl">
                    <a:srgbClr val="000000"/>
                  </a:outerShdw>
                </a:effectLst>
                <a:latin typeface="Times New Roman" panose="02020603050405020304" pitchFamily="18" charset="0"/>
              </a:rPr>
              <a:t>Self-thinking</a:t>
            </a:r>
            <a:endParaRPr lang="en-US" altLang="ja-JP" sz="2000">
              <a:solidFill>
                <a:srgbClr val="0000FF"/>
              </a:solidFill>
              <a:effectLst>
                <a:outerShdw blurRad="38100" dist="38100" dir="2700000" algn="tl">
                  <a:srgbClr val="000000"/>
                </a:outerShdw>
              </a:effectLst>
              <a:latin typeface="Times New Roman" panose="02020603050405020304" pitchFamily="18" charset="0"/>
            </a:endParaRPr>
          </a:p>
          <a:p>
            <a:pPr eaLnBrk="1" hangingPunct="1"/>
            <a:r>
              <a:rPr lang="en-US" altLang="ja-JP" sz="2000">
                <a:effectLst>
                  <a:outerShdw blurRad="38100" dist="38100" dir="2700000" algn="tl">
                    <a:srgbClr val="000000"/>
                  </a:outerShdw>
                </a:effectLst>
                <a:latin typeface="Times New Roman" panose="02020603050405020304" pitchFamily="18" charset="0"/>
              </a:rPr>
              <a:t>     </a:t>
            </a:r>
            <a:r>
              <a:rPr lang="ja-JP" altLang="en-US" sz="2000">
                <a:effectLst>
                  <a:outerShdw blurRad="38100" dist="38100" dir="2700000" algn="tl">
                    <a:srgbClr val="000000"/>
                  </a:outerShdw>
                </a:effectLst>
                <a:latin typeface="Times New Roman" panose="02020603050405020304" pitchFamily="18" charset="0"/>
              </a:rPr>
              <a:t>・</a:t>
            </a:r>
            <a:r>
              <a:rPr lang="en-US" altLang="ja-JP" sz="2000">
                <a:effectLst>
                  <a:outerShdw blurRad="38100" dist="38100" dir="2700000" algn="tl">
                    <a:srgbClr val="000000"/>
                  </a:outerShdw>
                </a:effectLst>
                <a:latin typeface="Times New Roman" panose="02020603050405020304" pitchFamily="18" charset="0"/>
              </a:rPr>
              <a:t>Self-doing</a:t>
            </a:r>
            <a:endParaRPr lang="en-US" altLang="ja-JP" sz="2000">
              <a:solidFill>
                <a:srgbClr val="0000FF"/>
              </a:solidFill>
              <a:effectLst>
                <a:outerShdw blurRad="38100" dist="38100" dir="2700000" algn="tl">
                  <a:srgbClr val="000000"/>
                </a:outerShdw>
              </a:effectLst>
              <a:latin typeface="Times New Roman" panose="02020603050405020304" pitchFamily="18" charset="0"/>
            </a:endParaRPr>
          </a:p>
          <a:p>
            <a:pPr eaLnBrk="1" hangingPunct="1"/>
            <a:r>
              <a:rPr lang="en-US" altLang="ja-JP" sz="2000">
                <a:effectLst>
                  <a:outerShdw blurRad="38100" dist="38100" dir="2700000" algn="tl">
                    <a:srgbClr val="000000"/>
                  </a:outerShdw>
                </a:effectLst>
                <a:latin typeface="Times New Roman" panose="02020603050405020304" pitchFamily="18" charset="0"/>
              </a:rPr>
              <a:t>     </a:t>
            </a:r>
            <a:r>
              <a:rPr lang="ja-JP" altLang="en-US" sz="2000">
                <a:effectLst>
                  <a:outerShdw blurRad="38100" dist="38100" dir="2700000" algn="tl">
                    <a:srgbClr val="000000"/>
                  </a:outerShdw>
                </a:effectLst>
                <a:latin typeface="Times New Roman" panose="02020603050405020304" pitchFamily="18" charset="0"/>
              </a:rPr>
              <a:t>・</a:t>
            </a:r>
            <a:r>
              <a:rPr lang="en-US" altLang="ja-JP" sz="2000">
                <a:effectLst>
                  <a:outerShdw blurRad="38100" dist="38100" dir="2700000" algn="tl">
                    <a:srgbClr val="000000"/>
                  </a:outerShdw>
                </a:effectLst>
                <a:latin typeface="Times New Roman" panose="02020603050405020304" pitchFamily="18" charset="0"/>
              </a:rPr>
              <a:t>Self-ascertain        </a:t>
            </a:r>
          </a:p>
          <a:p>
            <a:pPr eaLnBrk="1" hangingPunct="1"/>
            <a:r>
              <a:rPr lang="en-US" altLang="ms-MY" sz="1800">
                <a:latin typeface="Times New Roman" panose="02020603050405020304" pitchFamily="18" charset="0"/>
              </a:rPr>
              <a:t>Appreciate fulfillment</a:t>
            </a:r>
          </a:p>
          <a:p>
            <a:pPr eaLnBrk="1" hangingPunct="1"/>
            <a:r>
              <a:rPr lang="ja-JP" altLang="en-US" sz="1800">
                <a:latin typeface="Times New Roman" panose="02020603050405020304" pitchFamily="18" charset="0"/>
              </a:rPr>
              <a:t>（</a:t>
            </a:r>
            <a:r>
              <a:rPr lang="en-US" altLang="ja-JP" sz="1800">
                <a:latin typeface="Times New Roman" panose="02020603050405020304" pitchFamily="18" charset="0"/>
              </a:rPr>
              <a:t>obtain a pleasure)</a:t>
            </a:r>
          </a:p>
          <a:p>
            <a:pPr eaLnBrk="1" hangingPunct="1"/>
            <a:r>
              <a:rPr lang="en-US" altLang="ja-JP" sz="2000">
                <a:latin typeface="Times New Roman" panose="02020603050405020304" pitchFamily="18" charset="0"/>
              </a:rPr>
              <a:t> </a:t>
            </a:r>
          </a:p>
          <a:p>
            <a:pPr eaLnBrk="1" hangingPunct="1"/>
            <a:r>
              <a:rPr lang="en-US" altLang="ja-JP" sz="2000">
                <a:solidFill>
                  <a:schemeClr val="folHlink"/>
                </a:solidFill>
                <a:effectLst>
                  <a:outerShdw blurRad="38100" dist="38100" dir="2700000" algn="tl">
                    <a:srgbClr val="000000"/>
                  </a:outerShdw>
                </a:effectLst>
                <a:latin typeface="Times New Roman" panose="02020603050405020304" pitchFamily="18" charset="0"/>
              </a:rPr>
              <a:t>○ </a:t>
            </a:r>
            <a:r>
              <a:rPr lang="en-US" altLang="ja-JP" sz="2000" u="sng">
                <a:solidFill>
                  <a:schemeClr val="folHlink"/>
                </a:solidFill>
                <a:effectLst>
                  <a:outerShdw blurRad="38100" dist="38100" dir="2700000" algn="tl">
                    <a:srgbClr val="000000"/>
                  </a:outerShdw>
                </a:effectLst>
                <a:latin typeface="Times New Roman" panose="02020603050405020304" pitchFamily="18" charset="0"/>
              </a:rPr>
              <a:t>Activation of circle</a:t>
            </a:r>
          </a:p>
        </p:txBody>
      </p:sp>
      <p:sp>
        <p:nvSpPr>
          <p:cNvPr id="332844" name="Text Box 44"/>
          <p:cNvSpPr txBox="1">
            <a:spLocks noChangeArrowheads="1"/>
          </p:cNvSpPr>
          <p:nvPr/>
        </p:nvSpPr>
        <p:spPr bwMode="auto">
          <a:xfrm>
            <a:off x="4953000" y="5445125"/>
            <a:ext cx="3638550" cy="581025"/>
          </a:xfrm>
          <a:prstGeom prst="rect">
            <a:avLst/>
          </a:prstGeom>
          <a:noFill/>
          <a:ln w="9525">
            <a:noFill/>
            <a:miter lim="800000"/>
            <a:headEnd/>
            <a:tailEnd/>
          </a:ln>
          <a:effectLst/>
        </p:spPr>
        <p:txBody>
          <a:bodyPr anchor="ctr">
            <a:spAutoFit/>
          </a:bodyPr>
          <a:lstStyle/>
          <a:p>
            <a:pPr>
              <a:spcBef>
                <a:spcPct val="30000"/>
              </a:spcBef>
              <a:defRPr/>
            </a:pPr>
            <a:r>
              <a:rPr lang="en-US" altLang="ja-JP" sz="1600">
                <a:effectLst>
                  <a:outerShdw blurRad="38100" dist="38100" dir="2700000" algn="tl">
                    <a:srgbClr val="000000"/>
                  </a:outerShdw>
                </a:effectLst>
                <a:latin typeface="Times New Roman" pitchFamily="18" charset="0"/>
              </a:rPr>
              <a:t>⑥ </a:t>
            </a:r>
            <a:r>
              <a:rPr lang="en-US" sz="1600">
                <a:latin typeface="Times New Roman" pitchFamily="18" charset="0"/>
              </a:rPr>
              <a:t>Improvement of nurturing teamwork</a:t>
            </a:r>
            <a:endParaRPr lang="en-US" altLang="ja-JP" sz="1600">
              <a:latin typeface="Times New Roman" pitchFamily="18" charset="0"/>
            </a:endParaRPr>
          </a:p>
        </p:txBody>
      </p:sp>
      <p:sp>
        <p:nvSpPr>
          <p:cNvPr id="332845" name="Line 45"/>
          <p:cNvSpPr>
            <a:spLocks noChangeShapeType="1"/>
          </p:cNvSpPr>
          <p:nvPr/>
        </p:nvSpPr>
        <p:spPr bwMode="auto">
          <a:xfrm flipV="1">
            <a:off x="3632200" y="3587750"/>
            <a:ext cx="1727200" cy="74613"/>
          </a:xfrm>
          <a:prstGeom prst="line">
            <a:avLst/>
          </a:prstGeom>
          <a:noFill/>
          <a:ln w="31750">
            <a:noFill/>
            <a:prstDash val="dash"/>
            <a:round/>
            <a:headEnd type="oval" w="med" len="med"/>
            <a:tailEnd type="oval" w="med" len="me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332846" name="AutoShape 46"/>
          <p:cNvSpPr>
            <a:spLocks/>
          </p:cNvSpPr>
          <p:nvPr/>
        </p:nvSpPr>
        <p:spPr bwMode="auto">
          <a:xfrm>
            <a:off x="4902200" y="3652838"/>
            <a:ext cx="141288" cy="668337"/>
          </a:xfrm>
          <a:prstGeom prst="leftBracket">
            <a:avLst>
              <a:gd name="adj" fmla="val 39419"/>
            </a:avLst>
          </a:prstGeom>
          <a:noFill/>
          <a:ln w="25400">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sp>
        <p:nvSpPr>
          <p:cNvPr id="332847" name="AutoShape 47"/>
          <p:cNvSpPr>
            <a:spLocks/>
          </p:cNvSpPr>
          <p:nvPr/>
        </p:nvSpPr>
        <p:spPr bwMode="auto">
          <a:xfrm>
            <a:off x="4953000" y="5229225"/>
            <a:ext cx="69850" cy="387350"/>
          </a:xfrm>
          <a:prstGeom prst="leftBracket">
            <a:avLst>
              <a:gd name="adj" fmla="val 46212"/>
            </a:avLst>
          </a:prstGeom>
          <a:noFill/>
          <a:ln w="25400">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sp>
        <p:nvSpPr>
          <p:cNvPr id="332848" name="Line 48"/>
          <p:cNvSpPr>
            <a:spLocks noChangeShapeType="1"/>
          </p:cNvSpPr>
          <p:nvPr/>
        </p:nvSpPr>
        <p:spPr bwMode="auto">
          <a:xfrm flipV="1">
            <a:off x="4567238" y="4257675"/>
            <a:ext cx="649287" cy="76200"/>
          </a:xfrm>
          <a:prstGeom prst="line">
            <a:avLst/>
          </a:prstGeom>
          <a:noFill/>
          <a:ln w="31750">
            <a:noFill/>
            <a:prstDash val="dash"/>
            <a:round/>
            <a:headEnd type="oval" w="med" len="med"/>
            <a:tailEnd type="oval" w="med" len="me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332849" name="Line 49"/>
          <p:cNvSpPr>
            <a:spLocks noChangeShapeType="1"/>
          </p:cNvSpPr>
          <p:nvPr/>
        </p:nvSpPr>
        <p:spPr bwMode="auto">
          <a:xfrm flipV="1">
            <a:off x="3055938" y="5059363"/>
            <a:ext cx="2160587" cy="128587"/>
          </a:xfrm>
          <a:prstGeom prst="line">
            <a:avLst/>
          </a:prstGeom>
          <a:noFill/>
          <a:ln w="31750">
            <a:noFill/>
            <a:prstDash val="dash"/>
            <a:round/>
            <a:headEnd type="oval" w="med" len="med"/>
            <a:tailEnd type="oval" w="med" len="me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8205" name="Text Box 50"/>
          <p:cNvSpPr txBox="1">
            <a:spLocks noChangeArrowheads="1"/>
          </p:cNvSpPr>
          <p:nvPr/>
        </p:nvSpPr>
        <p:spPr bwMode="auto">
          <a:xfrm>
            <a:off x="2505075" y="3357563"/>
            <a:ext cx="3810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en-US" altLang="ja-JP" sz="1200">
                <a:latin typeface="Times New Roman" panose="02020603050405020304" pitchFamily="18" charset="0"/>
              </a:rPr>
              <a:t>●</a:t>
            </a:r>
          </a:p>
        </p:txBody>
      </p:sp>
      <p:sp>
        <p:nvSpPr>
          <p:cNvPr id="8206" name="Text Box 51"/>
          <p:cNvSpPr txBox="1">
            <a:spLocks noChangeArrowheads="1"/>
          </p:cNvSpPr>
          <p:nvPr/>
        </p:nvSpPr>
        <p:spPr bwMode="auto">
          <a:xfrm>
            <a:off x="4716463" y="3141663"/>
            <a:ext cx="3810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en-US" altLang="ja-JP" sz="1200">
                <a:latin typeface="Times New Roman" panose="02020603050405020304" pitchFamily="18" charset="0"/>
              </a:rPr>
              <a:t>●</a:t>
            </a:r>
          </a:p>
        </p:txBody>
      </p:sp>
      <p:sp>
        <p:nvSpPr>
          <p:cNvPr id="8207" name="Text Box 52"/>
          <p:cNvSpPr txBox="1">
            <a:spLocks noChangeArrowheads="1"/>
          </p:cNvSpPr>
          <p:nvPr/>
        </p:nvSpPr>
        <p:spPr bwMode="auto">
          <a:xfrm>
            <a:off x="4592638" y="3860800"/>
            <a:ext cx="381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en-US" altLang="ja-JP" sz="1200">
                <a:latin typeface="Times New Roman" panose="02020603050405020304" pitchFamily="18" charset="0"/>
              </a:rPr>
              <a:t>●</a:t>
            </a:r>
          </a:p>
        </p:txBody>
      </p:sp>
      <p:sp>
        <p:nvSpPr>
          <p:cNvPr id="8208" name="Text Box 53"/>
          <p:cNvSpPr txBox="1">
            <a:spLocks noChangeArrowheads="1"/>
          </p:cNvSpPr>
          <p:nvPr/>
        </p:nvSpPr>
        <p:spPr bwMode="auto">
          <a:xfrm>
            <a:off x="2865438" y="4005263"/>
            <a:ext cx="3810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en-US" altLang="ja-JP" sz="1200">
                <a:latin typeface="Times New Roman" panose="02020603050405020304" pitchFamily="18" charset="0"/>
              </a:rPr>
              <a:t>●</a:t>
            </a:r>
          </a:p>
        </p:txBody>
      </p:sp>
      <p:sp>
        <p:nvSpPr>
          <p:cNvPr id="8209" name="Text Box 54"/>
          <p:cNvSpPr txBox="1">
            <a:spLocks noChangeArrowheads="1"/>
          </p:cNvSpPr>
          <p:nvPr/>
        </p:nvSpPr>
        <p:spPr bwMode="auto">
          <a:xfrm>
            <a:off x="3008313" y="4956175"/>
            <a:ext cx="381000" cy="27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en-US" altLang="ja-JP" sz="1200">
                <a:latin typeface="Times New Roman" panose="02020603050405020304" pitchFamily="18" charset="0"/>
              </a:rPr>
              <a:t>●</a:t>
            </a:r>
          </a:p>
        </p:txBody>
      </p:sp>
      <p:sp>
        <p:nvSpPr>
          <p:cNvPr id="8210" name="Text Box 55"/>
          <p:cNvSpPr txBox="1">
            <a:spLocks noChangeArrowheads="1"/>
          </p:cNvSpPr>
          <p:nvPr/>
        </p:nvSpPr>
        <p:spPr bwMode="auto">
          <a:xfrm>
            <a:off x="4665663" y="5229225"/>
            <a:ext cx="381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en-US" altLang="ja-JP" sz="1200">
                <a:latin typeface="Times New Roman" panose="02020603050405020304" pitchFamily="18" charset="0"/>
              </a:rPr>
              <a:t>●</a:t>
            </a:r>
          </a:p>
        </p:txBody>
      </p:sp>
      <p:sp>
        <p:nvSpPr>
          <p:cNvPr id="332856" name="Line 56"/>
          <p:cNvSpPr>
            <a:spLocks noChangeShapeType="1"/>
          </p:cNvSpPr>
          <p:nvPr/>
        </p:nvSpPr>
        <p:spPr bwMode="auto">
          <a:xfrm flipV="1">
            <a:off x="2792413" y="3284538"/>
            <a:ext cx="2139950" cy="215900"/>
          </a:xfrm>
          <a:prstGeom prst="line">
            <a:avLst/>
          </a:prstGeom>
          <a:noFill/>
          <a:ln w="25400">
            <a:solidFill>
              <a:schemeClr val="tx1"/>
            </a:solidFill>
            <a:prstDash val="dash"/>
            <a:round/>
            <a:headEnd/>
            <a:tailEnd/>
          </a:ln>
          <a:effectLst/>
        </p:spPr>
        <p:txBody>
          <a:bodyP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332857" name="Line 57"/>
          <p:cNvSpPr>
            <a:spLocks noChangeShapeType="1"/>
          </p:cNvSpPr>
          <p:nvPr/>
        </p:nvSpPr>
        <p:spPr bwMode="auto">
          <a:xfrm flipV="1">
            <a:off x="3008313" y="4005263"/>
            <a:ext cx="1800225" cy="144462"/>
          </a:xfrm>
          <a:prstGeom prst="line">
            <a:avLst/>
          </a:prstGeom>
          <a:noFill/>
          <a:ln w="25400">
            <a:solidFill>
              <a:schemeClr val="tx1"/>
            </a:solidFill>
            <a:prstDash val="dash"/>
            <a:round/>
            <a:headEnd/>
            <a:tailEnd/>
          </a:ln>
          <a:effectLst/>
        </p:spPr>
        <p:txBody>
          <a:bodyP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332858" name="Line 58"/>
          <p:cNvSpPr>
            <a:spLocks noChangeShapeType="1"/>
          </p:cNvSpPr>
          <p:nvPr/>
        </p:nvSpPr>
        <p:spPr bwMode="auto">
          <a:xfrm>
            <a:off x="3081338" y="5084763"/>
            <a:ext cx="1727200" cy="288925"/>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ms-MY"/>
          </a:p>
        </p:txBody>
      </p:sp>
      <p:sp>
        <p:nvSpPr>
          <p:cNvPr id="8214" name="AutoShape 59"/>
          <p:cNvSpPr>
            <a:spLocks noChangeArrowheads="1"/>
          </p:cNvSpPr>
          <p:nvPr/>
        </p:nvSpPr>
        <p:spPr bwMode="auto">
          <a:xfrm>
            <a:off x="4267200" y="1628775"/>
            <a:ext cx="5365750" cy="733425"/>
          </a:xfrm>
          <a:prstGeom prst="wedgeRectCallout">
            <a:avLst>
              <a:gd name="adj1" fmla="val -40208"/>
              <a:gd name="adj2" fmla="val -87444"/>
            </a:avLst>
          </a:prstGeom>
          <a:solidFill>
            <a:schemeClr val="bg1"/>
          </a:solidFill>
          <a:ln w="38100" cmpd="dbl">
            <a:solidFill>
              <a:schemeClr val="tx1"/>
            </a:solidFill>
            <a:miter lim="800000"/>
            <a:headEnd/>
            <a:tailEnd/>
          </a:ln>
        </p:spPr>
        <p:txBody>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endParaRPr lang="th-TH" altLang="ms-MY" sz="2400" b="0">
              <a:latin typeface="Times New Roman" panose="02020603050405020304" pitchFamily="18" charset="0"/>
            </a:endParaRPr>
          </a:p>
        </p:txBody>
      </p:sp>
      <p:sp>
        <p:nvSpPr>
          <p:cNvPr id="332860" name="Text Box 60"/>
          <p:cNvSpPr txBox="1">
            <a:spLocks noChangeArrowheads="1"/>
          </p:cNvSpPr>
          <p:nvPr/>
        </p:nvSpPr>
        <p:spPr bwMode="auto">
          <a:xfrm>
            <a:off x="4305300" y="1758950"/>
            <a:ext cx="5111750" cy="517525"/>
          </a:xfrm>
          <a:prstGeom prst="rect">
            <a:avLst/>
          </a:prstGeom>
          <a:noFill/>
          <a:ln w="9525">
            <a:noFill/>
            <a:miter lim="800000"/>
            <a:headEnd/>
            <a:tailEnd/>
          </a:ln>
          <a:effectLst/>
        </p:spPr>
        <p:txBody>
          <a:bodyPr anchor="ct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400">
                <a:effectLst>
                  <a:outerShdw blurRad="38100" dist="38100" dir="2700000" algn="tl">
                    <a:srgbClr val="000000"/>
                  </a:outerShdw>
                </a:effectLst>
                <a:latin typeface="Times New Roman" panose="02020603050405020304" pitchFamily="18" charset="0"/>
              </a:rPr>
              <a:t>⑦ </a:t>
            </a:r>
            <a:r>
              <a:rPr lang="en-US" altLang="ja-JP" sz="1400">
                <a:latin typeface="Times New Roman" panose="02020603050405020304" pitchFamily="18" charset="0"/>
              </a:rPr>
              <a:t>Visible</a:t>
            </a:r>
            <a:r>
              <a:rPr lang="en-US" altLang="ms-MY" sz="1400">
                <a:latin typeface="Times New Roman" panose="02020603050405020304" pitchFamily="18" charset="0"/>
              </a:rPr>
              <a:t> effects by problem</a:t>
            </a:r>
            <a:r>
              <a:rPr lang="en-US" altLang="ms-MY" sz="1400" b="0">
                <a:latin typeface="Times New Roman" panose="02020603050405020304" pitchFamily="18" charset="0"/>
              </a:rPr>
              <a:t>-</a:t>
            </a:r>
            <a:r>
              <a:rPr lang="en-US" altLang="ms-MY" sz="1400">
                <a:latin typeface="Times New Roman" panose="02020603050405020304" pitchFamily="18" charset="0"/>
              </a:rPr>
              <a:t>solving</a:t>
            </a:r>
            <a:endParaRPr lang="en-US" altLang="ja-JP" sz="1400">
              <a:effectLst>
                <a:outerShdw blurRad="38100" dist="38100" dir="2700000" algn="tl">
                  <a:srgbClr val="000000"/>
                </a:outerShdw>
              </a:effectLst>
              <a:latin typeface="Times New Roman" panose="02020603050405020304" pitchFamily="18" charset="0"/>
            </a:endParaRPr>
          </a:p>
          <a:p>
            <a:pPr eaLnBrk="1" hangingPunct="1"/>
            <a:r>
              <a:rPr lang="en-US" altLang="ja-JP" sz="1400">
                <a:effectLst>
                  <a:outerShdw blurRad="38100" dist="38100" dir="2700000" algn="tl">
                    <a:srgbClr val="000000"/>
                  </a:outerShdw>
                </a:effectLst>
                <a:latin typeface="Times New Roman" panose="02020603050405020304" pitchFamily="18" charset="0"/>
              </a:rPr>
              <a:t>⑧ </a:t>
            </a:r>
            <a:r>
              <a:rPr lang="en-US" altLang="ms-MY" sz="1400">
                <a:latin typeface="Times New Roman" panose="02020603050405020304" pitchFamily="18" charset="0"/>
              </a:rPr>
              <a:t>Improvement of production by reinforcing the solidarity</a:t>
            </a:r>
            <a:endParaRPr lang="en-US" altLang="ja-JP" sz="1400">
              <a:latin typeface="Times New Roman" panose="02020603050405020304" pitchFamily="18" charset="0"/>
            </a:endParaRPr>
          </a:p>
        </p:txBody>
      </p:sp>
      <p:sp>
        <p:nvSpPr>
          <p:cNvPr id="332861" name="AutoShape 61"/>
          <p:cNvSpPr>
            <a:spLocks noChangeArrowheads="1"/>
          </p:cNvSpPr>
          <p:nvPr/>
        </p:nvSpPr>
        <p:spPr bwMode="auto">
          <a:xfrm>
            <a:off x="381000" y="838200"/>
            <a:ext cx="2438400" cy="515938"/>
          </a:xfrm>
          <a:prstGeom prst="roundRect">
            <a:avLst>
              <a:gd name="adj" fmla="val 16667"/>
            </a:avLst>
          </a:prstGeom>
          <a:solidFill>
            <a:schemeClr val="bg1"/>
          </a:solidFill>
          <a:ln w="25400">
            <a:solidFill>
              <a:schemeClr val="accent2"/>
            </a:solidFill>
            <a:round/>
            <a:headEnd/>
            <a:tailEnd/>
          </a:ln>
          <a:effectLst/>
        </p:spPr>
        <p:txBody>
          <a:bodyPr wrap="none" anchor="ctr"/>
          <a:lstStyle/>
          <a:p>
            <a:pPr>
              <a:defRPr/>
            </a:pPr>
            <a:endParaRPr lang="en-US">
              <a:effectLst>
                <a:outerShdw blurRad="38100" dist="38100" dir="2700000" algn="tl">
                  <a:srgbClr val="000000"/>
                </a:outerShdw>
              </a:effectLst>
            </a:endParaRPr>
          </a:p>
        </p:txBody>
      </p:sp>
      <p:sp>
        <p:nvSpPr>
          <p:cNvPr id="332862" name="Text Box 62"/>
          <p:cNvSpPr txBox="1">
            <a:spLocks noChangeArrowheads="1"/>
          </p:cNvSpPr>
          <p:nvPr/>
        </p:nvSpPr>
        <p:spPr bwMode="auto">
          <a:xfrm>
            <a:off x="363538" y="777875"/>
            <a:ext cx="2532062" cy="641350"/>
          </a:xfrm>
          <a:prstGeom prst="rect">
            <a:avLst/>
          </a:prstGeom>
          <a:noFill/>
          <a:ln w="9525">
            <a:noFill/>
            <a:miter lim="800000"/>
            <a:headEnd/>
            <a:tailEnd/>
          </a:ln>
          <a:effectLst/>
        </p:spPr>
        <p:txBody>
          <a:bodyPr anchor="ctr">
            <a:spAutoFit/>
          </a:bodyPr>
          <a:lstStyle/>
          <a:p>
            <a:pPr algn="ctr">
              <a:spcBef>
                <a:spcPct val="50000"/>
              </a:spcBef>
              <a:defRPr/>
            </a:pPr>
            <a:r>
              <a:rPr lang="en-US" altLang="ja-JP" sz="1800" b="0">
                <a:latin typeface="Times New Roman" pitchFamily="18" charset="0"/>
              </a:rPr>
              <a:t>Development capabilities of</a:t>
            </a:r>
            <a:r>
              <a:rPr lang="th-TH" altLang="ja-JP" sz="1800" b="0">
                <a:latin typeface="Times New Roman" pitchFamily="18" charset="0"/>
              </a:rPr>
              <a:t> </a:t>
            </a:r>
            <a:r>
              <a:rPr lang="en-US" altLang="ja-JP" sz="1800" b="0">
                <a:latin typeface="Times New Roman" pitchFamily="18" charset="0"/>
              </a:rPr>
              <a:t>members</a:t>
            </a:r>
            <a:r>
              <a:rPr lang="th-TH" altLang="ja-JP" sz="1800">
                <a:effectLst>
                  <a:outerShdw blurRad="38100" dist="38100" dir="2700000" algn="tl">
                    <a:srgbClr val="000000"/>
                  </a:outerShdw>
                </a:effectLst>
              </a:rPr>
              <a:t> </a:t>
            </a:r>
            <a:endParaRPr lang="en-US" altLang="ja-JP" sz="1800">
              <a:effectLst>
                <a:outerShdw blurRad="38100" dist="38100" dir="2700000" algn="tl">
                  <a:srgbClr val="000000"/>
                </a:outerShdw>
              </a:effectLst>
            </a:endParaRPr>
          </a:p>
        </p:txBody>
      </p:sp>
      <p:sp>
        <p:nvSpPr>
          <p:cNvPr id="332863" name="AutoShape 63"/>
          <p:cNvSpPr>
            <a:spLocks noChangeArrowheads="1"/>
          </p:cNvSpPr>
          <p:nvPr/>
        </p:nvSpPr>
        <p:spPr bwMode="auto">
          <a:xfrm>
            <a:off x="3352800" y="838200"/>
            <a:ext cx="2438400" cy="515938"/>
          </a:xfrm>
          <a:prstGeom prst="roundRect">
            <a:avLst>
              <a:gd name="adj" fmla="val 16667"/>
            </a:avLst>
          </a:prstGeom>
          <a:solidFill>
            <a:schemeClr val="bg1"/>
          </a:solidFill>
          <a:ln w="25400">
            <a:solidFill>
              <a:schemeClr val="accent2"/>
            </a:solidFill>
            <a:round/>
            <a:headEnd/>
            <a:tailEnd/>
          </a:ln>
          <a:effectLst/>
        </p:spPr>
        <p:txBody>
          <a:bodyPr wrap="none" anchor="ctr"/>
          <a:lstStyle/>
          <a:p>
            <a:pPr>
              <a:defRPr/>
            </a:pPr>
            <a:endParaRPr lang="en-US">
              <a:effectLst>
                <a:outerShdw blurRad="38100" dist="38100" dir="2700000" algn="tl">
                  <a:srgbClr val="000000"/>
                </a:outerShdw>
              </a:effectLst>
            </a:endParaRPr>
          </a:p>
        </p:txBody>
      </p:sp>
      <p:sp>
        <p:nvSpPr>
          <p:cNvPr id="8219" name="Text Box 64"/>
          <p:cNvSpPr txBox="1">
            <a:spLocks noChangeArrowheads="1"/>
          </p:cNvSpPr>
          <p:nvPr/>
        </p:nvSpPr>
        <p:spPr bwMode="auto">
          <a:xfrm>
            <a:off x="3352800" y="808038"/>
            <a:ext cx="2460625"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spcBef>
                <a:spcPct val="50000"/>
              </a:spcBef>
            </a:pPr>
            <a:r>
              <a:rPr lang="en-US" altLang="ja-JP" sz="1600" b="0">
                <a:latin typeface="Times New Roman" panose="02020603050405020304" pitchFamily="18" charset="0"/>
              </a:rPr>
              <a:t>Vitalization of the workplace</a:t>
            </a:r>
          </a:p>
        </p:txBody>
      </p:sp>
      <p:sp>
        <p:nvSpPr>
          <p:cNvPr id="332865" name="AutoShape 65"/>
          <p:cNvSpPr>
            <a:spLocks noChangeArrowheads="1"/>
          </p:cNvSpPr>
          <p:nvPr/>
        </p:nvSpPr>
        <p:spPr bwMode="auto">
          <a:xfrm>
            <a:off x="6324600" y="838200"/>
            <a:ext cx="3092450" cy="574675"/>
          </a:xfrm>
          <a:prstGeom prst="roundRect">
            <a:avLst>
              <a:gd name="adj" fmla="val 16667"/>
            </a:avLst>
          </a:prstGeom>
          <a:solidFill>
            <a:schemeClr val="bg1"/>
          </a:solidFill>
          <a:ln w="25400">
            <a:solidFill>
              <a:schemeClr val="accent2"/>
            </a:solidFill>
            <a:round/>
            <a:headEnd/>
            <a:tailEnd/>
          </a:ln>
          <a:effectLst/>
        </p:spPr>
        <p:txBody>
          <a:bodyPr wrap="none" anchor="ctr"/>
          <a:lstStyle/>
          <a:p>
            <a:pPr>
              <a:defRPr/>
            </a:pPr>
            <a:endParaRPr lang="en-US">
              <a:effectLst>
                <a:outerShdw blurRad="38100" dist="38100" dir="2700000" algn="tl">
                  <a:srgbClr val="000000"/>
                </a:outerShdw>
              </a:effectLst>
            </a:endParaRPr>
          </a:p>
        </p:txBody>
      </p:sp>
      <p:sp>
        <p:nvSpPr>
          <p:cNvPr id="8221" name="Text Box 66"/>
          <p:cNvSpPr txBox="1">
            <a:spLocks noChangeArrowheads="1"/>
          </p:cNvSpPr>
          <p:nvPr/>
        </p:nvSpPr>
        <p:spPr bwMode="auto">
          <a:xfrm>
            <a:off x="6372225" y="776288"/>
            <a:ext cx="2297113"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spcBef>
                <a:spcPct val="50000"/>
              </a:spcBef>
            </a:pPr>
            <a:r>
              <a:rPr lang="en-US" altLang="ja-JP" sz="1800" b="0">
                <a:latin typeface="Times New Roman" panose="02020603050405020304" pitchFamily="18" charset="0"/>
              </a:rPr>
              <a:t>Development of the enterprise</a:t>
            </a:r>
          </a:p>
        </p:txBody>
      </p:sp>
      <p:sp>
        <p:nvSpPr>
          <p:cNvPr id="332872" name="Text Box 72"/>
          <p:cNvSpPr txBox="1">
            <a:spLocks noChangeArrowheads="1"/>
          </p:cNvSpPr>
          <p:nvPr/>
        </p:nvSpPr>
        <p:spPr bwMode="auto">
          <a:xfrm>
            <a:off x="4932363" y="3090863"/>
            <a:ext cx="3744912" cy="336550"/>
          </a:xfrm>
          <a:prstGeom prst="rect">
            <a:avLst/>
          </a:prstGeom>
          <a:noFill/>
          <a:ln w="9525">
            <a:noFill/>
            <a:miter lim="800000"/>
            <a:headEnd/>
            <a:tailEnd/>
          </a:ln>
          <a:effectLst/>
        </p:spPr>
        <p:txBody>
          <a:bodyPr anchor="ctr">
            <a:spAutoFit/>
          </a:bodyPr>
          <a:lstStyle/>
          <a:p>
            <a:pPr>
              <a:spcBef>
                <a:spcPct val="30000"/>
              </a:spcBef>
              <a:defRPr/>
            </a:pPr>
            <a:r>
              <a:rPr lang="en-US" altLang="ja-JP" sz="1600">
                <a:effectLst>
                  <a:outerShdw blurRad="38100" dist="38100" dir="2700000" algn="tl">
                    <a:srgbClr val="000000"/>
                  </a:outerShdw>
                </a:effectLst>
                <a:latin typeface="Times New Roman" pitchFamily="18" charset="0"/>
              </a:rPr>
              <a:t>① </a:t>
            </a:r>
            <a:r>
              <a:rPr lang="en-US" sz="1600">
                <a:latin typeface="Times New Roman" pitchFamily="18" charset="0"/>
              </a:rPr>
              <a:t>Self-and mutual-development</a:t>
            </a:r>
            <a:endParaRPr lang="en-US" altLang="ja-JP" sz="1600">
              <a:latin typeface="Times New Roman" pitchFamily="18" charset="0"/>
            </a:endParaRPr>
          </a:p>
        </p:txBody>
      </p:sp>
      <p:sp>
        <p:nvSpPr>
          <p:cNvPr id="332873" name="Text Box 73"/>
          <p:cNvSpPr txBox="1">
            <a:spLocks noChangeArrowheads="1"/>
          </p:cNvSpPr>
          <p:nvPr/>
        </p:nvSpPr>
        <p:spPr bwMode="auto">
          <a:xfrm>
            <a:off x="4932363" y="3559175"/>
            <a:ext cx="4033837" cy="336550"/>
          </a:xfrm>
          <a:prstGeom prst="rect">
            <a:avLst/>
          </a:prstGeom>
          <a:noFill/>
          <a:ln w="9525">
            <a:noFill/>
            <a:miter lim="800000"/>
            <a:headEnd/>
            <a:tailEnd/>
          </a:ln>
          <a:effectLst/>
        </p:spPr>
        <p:txBody>
          <a:bodyPr anchor="ctr">
            <a:spAutoFit/>
          </a:bodyPr>
          <a:lstStyle/>
          <a:p>
            <a:pPr>
              <a:spcBef>
                <a:spcPct val="50000"/>
              </a:spcBef>
              <a:defRPr/>
            </a:pPr>
            <a:r>
              <a:rPr lang="en-US" altLang="ja-JP" sz="1600">
                <a:effectLst>
                  <a:outerShdw blurRad="38100" dist="38100" dir="2700000" algn="tl">
                    <a:srgbClr val="000000"/>
                  </a:outerShdw>
                </a:effectLst>
                <a:latin typeface="Times New Roman" pitchFamily="18" charset="0"/>
              </a:rPr>
              <a:t>② </a:t>
            </a:r>
            <a:r>
              <a:rPr lang="en-US" sz="1600">
                <a:latin typeface="Times New Roman" pitchFamily="18" charset="0"/>
              </a:rPr>
              <a:t>Challenge of will and creativity</a:t>
            </a:r>
            <a:endParaRPr lang="en-US" altLang="ja-JP" sz="1600">
              <a:latin typeface="Times New Roman" pitchFamily="18" charset="0"/>
            </a:endParaRPr>
          </a:p>
        </p:txBody>
      </p:sp>
      <p:sp>
        <p:nvSpPr>
          <p:cNvPr id="332874" name="Text Box 74"/>
          <p:cNvSpPr txBox="1">
            <a:spLocks noChangeArrowheads="1"/>
          </p:cNvSpPr>
          <p:nvPr/>
        </p:nvSpPr>
        <p:spPr bwMode="auto">
          <a:xfrm>
            <a:off x="4945063" y="3819525"/>
            <a:ext cx="3773487" cy="793750"/>
          </a:xfrm>
          <a:prstGeom prst="rect">
            <a:avLst/>
          </a:prstGeom>
          <a:noFill/>
          <a:ln w="9525">
            <a:noFill/>
            <a:miter lim="800000"/>
            <a:headEnd/>
            <a:tailEnd/>
          </a:ln>
          <a:effectLst/>
        </p:spPr>
        <p:txBody>
          <a:bodyPr anchor="ctr">
            <a:spAutoFit/>
          </a:bodyPr>
          <a:lstStyle/>
          <a:p>
            <a:pPr>
              <a:spcBef>
                <a:spcPct val="30000"/>
              </a:spcBef>
              <a:defRPr/>
            </a:pPr>
            <a:r>
              <a:rPr lang="en-US" altLang="ja-JP" sz="1400">
                <a:effectLst>
                  <a:outerShdw blurRad="38100" dist="38100" dir="2700000" algn="tl">
                    <a:srgbClr val="000000"/>
                  </a:outerShdw>
                </a:effectLst>
                <a:latin typeface="Times New Roman" pitchFamily="18" charset="0"/>
              </a:rPr>
              <a:t>③ </a:t>
            </a:r>
            <a:r>
              <a:rPr lang="en-US" sz="1400">
                <a:latin typeface="Times New Roman" pitchFamily="18" charset="0"/>
              </a:rPr>
              <a:t>Improvement of problem and kaizen     consciousness</a:t>
            </a:r>
            <a:endParaRPr lang="en-US" altLang="ja-JP" sz="1400">
              <a:effectLst>
                <a:outerShdw blurRad="38100" dist="38100" dir="2700000" algn="tl">
                  <a:srgbClr val="000000"/>
                </a:outerShdw>
              </a:effectLst>
              <a:latin typeface="Times New Roman" pitchFamily="18" charset="0"/>
            </a:endParaRPr>
          </a:p>
          <a:p>
            <a:pPr>
              <a:spcBef>
                <a:spcPct val="30000"/>
              </a:spcBef>
              <a:defRPr/>
            </a:pPr>
            <a:endParaRPr lang="en-US" altLang="ja-JP" sz="1400">
              <a:effectLst>
                <a:outerShdw blurRad="38100" dist="38100" dir="2700000" algn="tl">
                  <a:srgbClr val="000000"/>
                </a:outerShdw>
              </a:effectLst>
              <a:latin typeface="Times New Roman" pitchFamily="18" charset="0"/>
              <a:ea typeface="DS-Wisaka" pitchFamily="18" charset="-128"/>
              <a:cs typeface="Angsana New" pitchFamily="18" charset="-34"/>
            </a:endParaRPr>
          </a:p>
        </p:txBody>
      </p:sp>
      <p:sp>
        <p:nvSpPr>
          <p:cNvPr id="332875" name="Text Box 75"/>
          <p:cNvSpPr txBox="1">
            <a:spLocks noChangeArrowheads="1"/>
          </p:cNvSpPr>
          <p:nvPr/>
        </p:nvSpPr>
        <p:spPr bwMode="auto">
          <a:xfrm>
            <a:off x="4953000" y="4251325"/>
            <a:ext cx="4032250" cy="336550"/>
          </a:xfrm>
          <a:prstGeom prst="rect">
            <a:avLst/>
          </a:prstGeom>
          <a:noFill/>
          <a:ln w="9525">
            <a:noFill/>
            <a:miter lim="800000"/>
            <a:headEnd/>
            <a:tailEnd/>
          </a:ln>
          <a:effectLst/>
        </p:spPr>
        <p:txBody>
          <a:bodyPr anchor="ctr">
            <a:spAutoFit/>
          </a:bodyPr>
          <a:lstStyle/>
          <a:p>
            <a:pPr>
              <a:spcBef>
                <a:spcPct val="30000"/>
              </a:spcBef>
              <a:defRPr/>
            </a:pPr>
            <a:r>
              <a:rPr lang="en-US" altLang="ja-JP" sz="1600">
                <a:effectLst>
                  <a:outerShdw blurRad="38100" dist="38100" dir="2700000" algn="tl">
                    <a:srgbClr val="000000"/>
                  </a:outerShdw>
                </a:effectLst>
                <a:latin typeface="Times New Roman" pitchFamily="18" charset="0"/>
              </a:rPr>
              <a:t>④ </a:t>
            </a:r>
            <a:r>
              <a:rPr lang="en-US" sz="1600">
                <a:latin typeface="Times New Roman" pitchFamily="18" charset="0"/>
              </a:rPr>
              <a:t>Intangible effects of personality growth</a:t>
            </a:r>
            <a:endParaRPr lang="en-US" altLang="ja-JP" sz="1600">
              <a:latin typeface="Times New Roman" pitchFamily="18" charset="0"/>
            </a:endParaRPr>
          </a:p>
        </p:txBody>
      </p:sp>
      <p:sp>
        <p:nvSpPr>
          <p:cNvPr id="332876" name="Text Box 76"/>
          <p:cNvSpPr txBox="1">
            <a:spLocks noChangeArrowheads="1"/>
          </p:cNvSpPr>
          <p:nvPr/>
        </p:nvSpPr>
        <p:spPr bwMode="auto">
          <a:xfrm>
            <a:off x="4953000" y="5013325"/>
            <a:ext cx="3786188" cy="336550"/>
          </a:xfrm>
          <a:prstGeom prst="rect">
            <a:avLst/>
          </a:prstGeom>
          <a:noFill/>
          <a:ln w="9525">
            <a:noFill/>
            <a:miter lim="800000"/>
            <a:headEnd/>
            <a:tailEnd/>
          </a:ln>
          <a:effectLst/>
        </p:spPr>
        <p:txBody>
          <a:bodyPr anchor="ctr">
            <a:spAutoFit/>
          </a:bodyPr>
          <a:lstStyle/>
          <a:p>
            <a:pPr>
              <a:spcBef>
                <a:spcPct val="30000"/>
              </a:spcBef>
              <a:defRPr/>
            </a:pPr>
            <a:r>
              <a:rPr lang="en-US" altLang="ja-JP" sz="1600">
                <a:effectLst>
                  <a:outerShdw blurRad="38100" dist="38100" dir="2700000" algn="tl">
                    <a:srgbClr val="000000"/>
                  </a:outerShdw>
                </a:effectLst>
                <a:latin typeface="Times New Roman" pitchFamily="18" charset="0"/>
              </a:rPr>
              <a:t>⑤ </a:t>
            </a:r>
            <a:r>
              <a:rPr lang="en-US" sz="1600">
                <a:latin typeface="Times New Roman" pitchFamily="18" charset="0"/>
              </a:rPr>
              <a:t>building up of common understanding</a:t>
            </a:r>
            <a:endParaRPr lang="en-US" altLang="ja-JP" sz="1600">
              <a:latin typeface="Times New Roman" pitchFamily="18" charset="0"/>
            </a:endParaRPr>
          </a:p>
        </p:txBody>
      </p:sp>
      <p:sp>
        <p:nvSpPr>
          <p:cNvPr id="40" name="AutoShape 3"/>
          <p:cNvSpPr>
            <a:spLocks noChangeArrowheads="1"/>
          </p:cNvSpPr>
          <p:nvPr/>
        </p:nvSpPr>
        <p:spPr bwMode="auto">
          <a:xfrm>
            <a:off x="952500" y="142875"/>
            <a:ext cx="7259638" cy="428625"/>
          </a:xfrm>
          <a:prstGeom prst="roundRect">
            <a:avLst>
              <a:gd name="adj" fmla="val 16667"/>
            </a:avLst>
          </a:prstGeom>
          <a:solidFill>
            <a:srgbClr val="008000"/>
          </a:solidFill>
          <a:ln w="9525">
            <a:solidFill>
              <a:schemeClr val="tx1"/>
            </a:solidFill>
            <a:round/>
            <a:headEnd/>
            <a:tailEnd/>
          </a:ln>
          <a:effectLst>
            <a:outerShdw blurRad="63500" dist="107763" dir="2700000" algn="ctr" rotWithShape="0">
              <a:schemeClr val="bg2">
                <a:alpha val="74998"/>
              </a:schemeClr>
            </a:outerShdw>
          </a:effectLst>
        </p:spPr>
        <p:txBody>
          <a:bodyPr wrap="none" anchor="ctr"/>
          <a:lstStyle/>
          <a:p>
            <a:pPr algn="ctr">
              <a:defRPr/>
            </a:pPr>
            <a:r>
              <a:rPr lang="en-US" altLang="ja-JP" dirty="0">
                <a:latin typeface="Times New Roman" pitchFamily="18" charset="0"/>
                <a:ea typeface="HG丸ｺﾞｼｯｸM-PRO" charset="-128"/>
                <a:cs typeface="Angsana New" pitchFamily="18" charset="-34"/>
              </a:rPr>
              <a:t>The significance of QC circle activities</a:t>
            </a:r>
            <a:r>
              <a:rPr lang="en-US" altLang="ja-JP" dirty="0">
                <a:effectLst>
                  <a:outerShdw blurRad="38100" dist="38100" dir="2700000" algn="tl">
                    <a:srgbClr val="000000"/>
                  </a:outerShdw>
                </a:effectLst>
                <a:latin typeface="Times New Roman" pitchFamily="18" charset="0"/>
                <a:ea typeface="HG丸ｺﾞｼｯｸM-PRO" charset="-128"/>
                <a:cs typeface="Angsana New" pitchFamily="18" charset="-34"/>
              </a:rPr>
              <a:t> </a:t>
            </a:r>
            <a:endParaRPr lang="en-US" altLang="ja-JP" dirty="0">
              <a:effectLst>
                <a:outerShdw blurRad="38100" dist="38100" dir="2700000" algn="tl">
                  <a:srgbClr val="000000"/>
                </a:outerShdw>
              </a:effectLst>
              <a:ea typeface="イワタ中丸ゴシック体(GT)" charset="-128"/>
              <a:cs typeface="Angsana New" pitchFamily="18" charset="-34"/>
            </a:endParaRPr>
          </a:p>
        </p:txBody>
      </p:sp>
      <p:sp>
        <p:nvSpPr>
          <p:cNvPr id="8230" name="AutoShape 38"/>
          <p:cNvSpPr>
            <a:spLocks/>
          </p:cNvSpPr>
          <p:nvPr/>
        </p:nvSpPr>
        <p:spPr bwMode="auto">
          <a:xfrm>
            <a:off x="2720975" y="3716338"/>
            <a:ext cx="215900" cy="1008062"/>
          </a:xfrm>
          <a:prstGeom prst="rightBracket">
            <a:avLst>
              <a:gd name="adj" fmla="val 38909"/>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62000" rIns="1242000" anchor="ctr"/>
          <a:lstStyle/>
          <a:p>
            <a:endParaRPr lang="ms-MY"/>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370" name="Rectangle 34"/>
          <p:cNvSpPr>
            <a:spLocks noChangeArrowheads="1"/>
          </p:cNvSpPr>
          <p:nvPr/>
        </p:nvSpPr>
        <p:spPr bwMode="auto">
          <a:xfrm>
            <a:off x="311150" y="908050"/>
            <a:ext cx="9394825" cy="5834063"/>
          </a:xfrm>
          <a:prstGeom prst="rect">
            <a:avLst/>
          </a:prstGeom>
          <a:solidFill>
            <a:srgbClr val="0000CC"/>
          </a:solidFill>
          <a:ln w="12700">
            <a:solidFill>
              <a:schemeClr val="tx1"/>
            </a:solidFill>
            <a:miter lim="800000"/>
            <a:headEnd/>
            <a:tailEnd/>
          </a:ln>
          <a:effectLst>
            <a:outerShdw dist="107763" dir="2700000" algn="ctr" rotWithShape="0">
              <a:schemeClr val="bg2">
                <a:alpha val="74997"/>
              </a:schemeClr>
            </a:outerShdw>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endParaRPr lang="en-US" altLang="ms-MY">
              <a:solidFill>
                <a:srgbClr val="FFFFFF"/>
              </a:solidFill>
              <a:effectLst>
                <a:outerShdw blurRad="38100" dist="38100" dir="2700000" algn="tl">
                  <a:srgbClr val="000000"/>
                </a:outerShdw>
              </a:effectLst>
            </a:endParaRPr>
          </a:p>
        </p:txBody>
      </p:sp>
      <p:sp>
        <p:nvSpPr>
          <p:cNvPr id="398371" name="AutoShape 35"/>
          <p:cNvSpPr>
            <a:spLocks noChangeArrowheads="1"/>
          </p:cNvSpPr>
          <p:nvPr/>
        </p:nvSpPr>
        <p:spPr bwMode="auto">
          <a:xfrm>
            <a:off x="492125" y="1687513"/>
            <a:ext cx="4613275" cy="3643312"/>
          </a:xfrm>
          <a:prstGeom prst="triangle">
            <a:avLst>
              <a:gd name="adj" fmla="val 50000"/>
            </a:avLst>
          </a:prstGeom>
          <a:solidFill>
            <a:schemeClr val="bg1"/>
          </a:solidFill>
          <a:ln w="50800">
            <a:solidFill>
              <a:srgbClr val="FF00FF"/>
            </a:solidFill>
            <a:miter lim="800000"/>
            <a:headEnd/>
            <a:tailEnd/>
          </a:ln>
        </p:spPr>
        <p:txBody>
          <a:bodyPr wrap="none" anchor="ctr"/>
          <a:lstStyle/>
          <a:p>
            <a:pPr>
              <a:defRPr/>
            </a:pPr>
            <a:endParaRPr lang="en-US">
              <a:effectLst>
                <a:outerShdw blurRad="38100" dist="38100" dir="2700000" algn="tl">
                  <a:srgbClr val="000000"/>
                </a:outerShdw>
              </a:effectLst>
            </a:endParaRPr>
          </a:p>
        </p:txBody>
      </p:sp>
      <p:sp>
        <p:nvSpPr>
          <p:cNvPr id="398372" name="AutoShape 36"/>
          <p:cNvSpPr>
            <a:spLocks noChangeArrowheads="1"/>
          </p:cNvSpPr>
          <p:nvPr/>
        </p:nvSpPr>
        <p:spPr bwMode="auto">
          <a:xfrm rot="-10800000">
            <a:off x="1617663" y="3538538"/>
            <a:ext cx="2314575" cy="1762125"/>
          </a:xfrm>
          <a:prstGeom prst="triangle">
            <a:avLst>
              <a:gd name="adj" fmla="val 50000"/>
            </a:avLst>
          </a:prstGeom>
          <a:solidFill>
            <a:srgbClr val="008000"/>
          </a:solidFill>
          <a:ln w="38100">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398373" name="Text Box 37"/>
          <p:cNvSpPr txBox="1">
            <a:spLocks noChangeArrowheads="1"/>
          </p:cNvSpPr>
          <p:nvPr/>
        </p:nvSpPr>
        <p:spPr bwMode="auto">
          <a:xfrm>
            <a:off x="1708150" y="3429000"/>
            <a:ext cx="1998663" cy="701675"/>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spcBef>
                <a:spcPct val="50000"/>
              </a:spcBef>
            </a:pPr>
            <a:r>
              <a:rPr lang="ja-JP" altLang="en-US" sz="4000">
                <a:solidFill>
                  <a:schemeClr val="bg2"/>
                </a:solidFill>
                <a:effectLst>
                  <a:outerShdw blurRad="38100" dist="38100" dir="2700000" algn="tl">
                    <a:srgbClr val="FFFFFF"/>
                  </a:outerShdw>
                </a:effectLst>
                <a:latin typeface="HG丸ｺﾞｼｯｸM-PRO" pitchFamily="50" charset="-128"/>
                <a:ea typeface="HG丸ｺﾞｼｯｸM-PRO" pitchFamily="50" charset="-128"/>
              </a:rPr>
              <a:t>ＴＱＭ</a:t>
            </a:r>
            <a:endParaRPr lang="en-US" altLang="ja-JP" sz="4000">
              <a:solidFill>
                <a:schemeClr val="bg2"/>
              </a:solidFill>
              <a:effectLst>
                <a:outerShdw blurRad="38100" dist="38100" dir="2700000" algn="tl">
                  <a:srgbClr val="FFFFFF"/>
                </a:outerShdw>
              </a:effectLst>
              <a:latin typeface="HG丸ｺﾞｼｯｸM-PRO" pitchFamily="50" charset="-128"/>
              <a:ea typeface="HG丸ｺﾞｼｯｸM-PRO" pitchFamily="50" charset="-128"/>
            </a:endParaRPr>
          </a:p>
        </p:txBody>
      </p:sp>
      <p:sp>
        <p:nvSpPr>
          <p:cNvPr id="12294" name="Text Box 45"/>
          <p:cNvSpPr txBox="1">
            <a:spLocks noChangeArrowheads="1"/>
          </p:cNvSpPr>
          <p:nvPr/>
        </p:nvSpPr>
        <p:spPr bwMode="auto">
          <a:xfrm>
            <a:off x="1905000" y="2971800"/>
            <a:ext cx="1828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en-US" altLang="ms-MY" sz="2000">
                <a:latin typeface="Times New Roman" panose="02020603050405020304" pitchFamily="18" charset="0"/>
              </a:rPr>
              <a:t>Customer first</a:t>
            </a:r>
            <a:endParaRPr lang="en-US" altLang="ja-JP" sz="2000">
              <a:latin typeface="Times New Roman" panose="02020603050405020304" pitchFamily="18" charset="0"/>
            </a:endParaRPr>
          </a:p>
        </p:txBody>
      </p:sp>
      <p:sp>
        <p:nvSpPr>
          <p:cNvPr id="12295" name="Text Box 46"/>
          <p:cNvSpPr txBox="1">
            <a:spLocks noChangeArrowheads="1"/>
          </p:cNvSpPr>
          <p:nvPr/>
        </p:nvSpPr>
        <p:spPr bwMode="auto">
          <a:xfrm>
            <a:off x="852488" y="4576763"/>
            <a:ext cx="1849437"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ms-MY" sz="1600">
                <a:latin typeface="Times New Roman" panose="02020603050405020304" pitchFamily="18" charset="0"/>
              </a:rPr>
              <a:t>Continuous</a:t>
            </a:r>
            <a:endParaRPr lang="en-US" altLang="ms-MY" sz="1600" b="0">
              <a:latin typeface="Times New Roman" panose="02020603050405020304" pitchFamily="18" charset="0"/>
            </a:endParaRPr>
          </a:p>
          <a:p>
            <a:pPr eaLnBrk="1" hangingPunct="1"/>
            <a:r>
              <a:rPr lang="en-US" altLang="ms-MY" sz="1600">
                <a:latin typeface="Times New Roman" panose="02020603050405020304" pitchFamily="18" charset="0"/>
              </a:rPr>
              <a:t>improvement</a:t>
            </a:r>
            <a:endParaRPr lang="en-US" altLang="ja-JP" sz="1600">
              <a:latin typeface="Times New Roman" panose="02020603050405020304" pitchFamily="18" charset="0"/>
            </a:endParaRPr>
          </a:p>
        </p:txBody>
      </p:sp>
      <p:sp>
        <p:nvSpPr>
          <p:cNvPr id="12296" name="Text Box 47"/>
          <p:cNvSpPr txBox="1">
            <a:spLocks noChangeArrowheads="1"/>
          </p:cNvSpPr>
          <p:nvPr/>
        </p:nvSpPr>
        <p:spPr bwMode="auto">
          <a:xfrm>
            <a:off x="3124200" y="4648200"/>
            <a:ext cx="18288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ms-MY" sz="1600">
                <a:solidFill>
                  <a:srgbClr val="FFFFFF"/>
                </a:solidFill>
                <a:latin typeface="Times New Roman" panose="02020603050405020304" pitchFamily="18" charset="0"/>
              </a:rPr>
              <a:t>Participation of </a:t>
            </a:r>
            <a:endParaRPr lang="en-US" altLang="ms-MY" sz="1600" b="0">
              <a:solidFill>
                <a:srgbClr val="FFFFFF"/>
              </a:solidFill>
              <a:latin typeface="Times New Roman" panose="02020603050405020304" pitchFamily="18" charset="0"/>
            </a:endParaRPr>
          </a:p>
          <a:p>
            <a:pPr eaLnBrk="1" hangingPunct="1"/>
            <a:r>
              <a:rPr lang="en-US" altLang="ms-MY" sz="1600">
                <a:solidFill>
                  <a:srgbClr val="FFFFFF"/>
                </a:solidFill>
                <a:latin typeface="Times New Roman" panose="02020603050405020304" pitchFamily="18" charset="0"/>
              </a:rPr>
              <a:t>All members</a:t>
            </a:r>
            <a:endParaRPr lang="en-US" altLang="ja-JP" sz="1600">
              <a:solidFill>
                <a:srgbClr val="FFFFFF"/>
              </a:solidFill>
              <a:latin typeface="Times New Roman" panose="02020603050405020304" pitchFamily="18" charset="0"/>
            </a:endParaRPr>
          </a:p>
        </p:txBody>
      </p:sp>
      <p:sp>
        <p:nvSpPr>
          <p:cNvPr id="398389" name="Rectangle 53"/>
          <p:cNvSpPr>
            <a:spLocks noChangeArrowheads="1"/>
          </p:cNvSpPr>
          <p:nvPr/>
        </p:nvSpPr>
        <p:spPr bwMode="auto">
          <a:xfrm>
            <a:off x="468313" y="5445125"/>
            <a:ext cx="5205412"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mpd="dbl">
                <a:solidFill>
                  <a:srgbClr val="CC0000"/>
                </a:solidFill>
                <a:miter lim="800000"/>
                <a:headEnd/>
                <a:tailEnd/>
              </a14:hiddenLine>
            </a:ext>
          </a:extLst>
        </p:spPr>
        <p:txBody>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800">
                <a:latin typeface="Times New Roman" panose="02020603050405020304" pitchFamily="18" charset="0"/>
              </a:rPr>
              <a:t>Kaizen activities≡Creative activities</a:t>
            </a:r>
            <a:endParaRPr lang="en-US" altLang="ja-JP" sz="1800">
              <a:effectLst>
                <a:outerShdw blurRad="38100" dist="38100" dir="2700000" algn="tl">
                  <a:srgbClr val="000000"/>
                </a:outerShdw>
              </a:effectLst>
              <a:latin typeface="Times New Roman" panose="02020603050405020304" pitchFamily="18" charset="0"/>
            </a:endParaRPr>
          </a:p>
          <a:p>
            <a:pPr eaLnBrk="1" hangingPunct="1"/>
            <a:r>
              <a:rPr lang="ja-JP" altLang="en-US" sz="1800" b="0">
                <a:latin typeface="Times New Roman" panose="02020603050405020304" pitchFamily="18" charset="0"/>
              </a:rPr>
              <a:t>・</a:t>
            </a:r>
            <a:r>
              <a:rPr lang="en-US" altLang="ja-JP" sz="1800" b="0">
                <a:latin typeface="Times New Roman" panose="02020603050405020304" pitchFamily="18" charset="0"/>
              </a:rPr>
              <a:t> Belief that there is no reformation in the place where there is no kaizen. </a:t>
            </a:r>
          </a:p>
          <a:p>
            <a:pPr eaLnBrk="1" hangingPunct="1"/>
            <a:endParaRPr lang="en-US" altLang="ja-JP" sz="1800" b="0">
              <a:latin typeface="Times New Roman" panose="02020603050405020304" pitchFamily="18" charset="0"/>
            </a:endParaRPr>
          </a:p>
        </p:txBody>
      </p:sp>
      <p:sp>
        <p:nvSpPr>
          <p:cNvPr id="398390" name="Oval 54"/>
          <p:cNvSpPr>
            <a:spLocks noChangeArrowheads="1"/>
          </p:cNvSpPr>
          <p:nvPr/>
        </p:nvSpPr>
        <p:spPr bwMode="auto">
          <a:xfrm>
            <a:off x="8159750" y="2252663"/>
            <a:ext cx="561975" cy="1622425"/>
          </a:xfrm>
          <a:prstGeom prst="ellipse">
            <a:avLst/>
          </a:prstGeom>
          <a:solidFill>
            <a:schemeClr val="bg1"/>
          </a:solidFill>
          <a:ln w="25400">
            <a:solidFill>
              <a:srgbClr val="FF33CC"/>
            </a:solidFill>
            <a:round/>
            <a:headEnd/>
            <a:tailEnd/>
          </a:ln>
          <a:effectLst/>
        </p:spPr>
        <p:txBody>
          <a:bodyPr wrap="none" anchor="ctr"/>
          <a:lstStyle/>
          <a:p>
            <a:pPr>
              <a:defRPr/>
            </a:pPr>
            <a:endParaRPr lang="en-US">
              <a:effectLst>
                <a:outerShdw blurRad="38100" dist="38100" dir="2700000" algn="tl">
                  <a:srgbClr val="000000"/>
                </a:outerShdw>
              </a:effectLst>
            </a:endParaRPr>
          </a:p>
        </p:txBody>
      </p:sp>
      <p:sp>
        <p:nvSpPr>
          <p:cNvPr id="398391" name="AutoShape 55"/>
          <p:cNvSpPr>
            <a:spLocks noChangeArrowheads="1"/>
          </p:cNvSpPr>
          <p:nvPr/>
        </p:nvSpPr>
        <p:spPr bwMode="auto">
          <a:xfrm>
            <a:off x="5168900" y="1341438"/>
            <a:ext cx="4464050" cy="4105275"/>
          </a:xfrm>
          <a:prstGeom prst="flowChartAlternateProcess">
            <a:avLst/>
          </a:prstGeom>
          <a:solidFill>
            <a:srgbClr val="66FFCC"/>
          </a:solidFill>
          <a:ln w="57150">
            <a:solidFill>
              <a:srgbClr val="FF00FF"/>
            </a:solidFill>
            <a:miter lim="800000"/>
            <a:headEnd/>
            <a:tailEnd/>
          </a:ln>
        </p:spPr>
        <p:txBody>
          <a:bodyPr wrap="none" anchor="ctr"/>
          <a:lstStyle/>
          <a:p>
            <a:pPr>
              <a:defRPr/>
            </a:pPr>
            <a:endParaRPr lang="en-US">
              <a:effectLst>
                <a:outerShdw blurRad="38100" dist="38100" dir="2700000" algn="tl">
                  <a:srgbClr val="000000"/>
                </a:outerShdw>
              </a:effectLst>
            </a:endParaRPr>
          </a:p>
        </p:txBody>
      </p:sp>
      <p:sp>
        <p:nvSpPr>
          <p:cNvPr id="398392" name="AutoShape 56"/>
          <p:cNvSpPr>
            <a:spLocks noChangeArrowheads="1"/>
          </p:cNvSpPr>
          <p:nvPr/>
        </p:nvSpPr>
        <p:spPr bwMode="auto">
          <a:xfrm>
            <a:off x="6681788" y="3933825"/>
            <a:ext cx="787400" cy="201613"/>
          </a:xfrm>
          <a:prstGeom prst="upArrow">
            <a:avLst>
              <a:gd name="adj1" fmla="val 61435"/>
              <a:gd name="adj2" fmla="val 63889"/>
            </a:avLst>
          </a:prstGeom>
          <a:solidFill>
            <a:srgbClr val="003366"/>
          </a:solidFill>
          <a:ln w="9525">
            <a:solidFill>
              <a:schemeClr val="tx1"/>
            </a:solidFill>
            <a:miter lim="800000"/>
            <a:headEnd/>
            <a:tailEnd/>
          </a:ln>
          <a:effectLst/>
        </p:spPr>
        <p:txBody>
          <a:bodyPr vert="eaVert" wrap="none" anchor="ctr"/>
          <a:lstStyle/>
          <a:p>
            <a:pPr>
              <a:defRPr/>
            </a:pPr>
            <a:endParaRPr lang="en-US">
              <a:effectLst>
                <a:outerShdw blurRad="38100" dist="38100" dir="2700000" algn="tl">
                  <a:srgbClr val="000000"/>
                </a:outerShdw>
              </a:effectLst>
            </a:endParaRPr>
          </a:p>
        </p:txBody>
      </p:sp>
      <p:sp>
        <p:nvSpPr>
          <p:cNvPr id="398393" name="Oval 57"/>
          <p:cNvSpPr>
            <a:spLocks noChangeArrowheads="1"/>
          </p:cNvSpPr>
          <p:nvPr/>
        </p:nvSpPr>
        <p:spPr bwMode="auto">
          <a:xfrm>
            <a:off x="5889625" y="1485900"/>
            <a:ext cx="2303463" cy="647700"/>
          </a:xfrm>
          <a:prstGeom prst="ellipse">
            <a:avLst/>
          </a:prstGeom>
          <a:solidFill>
            <a:schemeClr val="bg1"/>
          </a:solidFill>
          <a:ln w="38100">
            <a:solidFill>
              <a:srgbClr val="FF00FF"/>
            </a:solidFill>
            <a:round/>
            <a:headEnd/>
            <a:tailEnd/>
          </a:ln>
        </p:spPr>
        <p:txBody>
          <a:bodyPr wrap="none" anchor="ctr"/>
          <a:lstStyle/>
          <a:p>
            <a:pPr algn="ctr">
              <a:spcBef>
                <a:spcPct val="50000"/>
              </a:spcBef>
              <a:defRPr/>
            </a:pPr>
            <a:endParaRPr lang="th-TH" sz="1600">
              <a:solidFill>
                <a:srgbClr val="000099"/>
              </a:solidFill>
              <a:effectLst>
                <a:outerShdw blurRad="38100" dist="38100" dir="2700000" algn="tl">
                  <a:srgbClr val="000000"/>
                </a:outerShdw>
              </a:effectLst>
              <a:latin typeface="HG丸ｺﾞｼｯｸM-PRO" charset="-128"/>
              <a:ea typeface="HG丸ｺﾞｼｯｸM-PRO" charset="-128"/>
            </a:endParaRPr>
          </a:p>
        </p:txBody>
      </p:sp>
      <p:sp>
        <p:nvSpPr>
          <p:cNvPr id="398394" name="AutoShape 58"/>
          <p:cNvSpPr>
            <a:spLocks noChangeArrowheads="1"/>
          </p:cNvSpPr>
          <p:nvPr/>
        </p:nvSpPr>
        <p:spPr bwMode="auto">
          <a:xfrm>
            <a:off x="6681788" y="2276475"/>
            <a:ext cx="833437" cy="254000"/>
          </a:xfrm>
          <a:prstGeom prst="downArrow">
            <a:avLst>
              <a:gd name="adj1" fmla="val 56898"/>
              <a:gd name="adj2" fmla="val 65907"/>
            </a:avLst>
          </a:prstGeom>
          <a:solidFill>
            <a:srgbClr val="003366"/>
          </a:solidFill>
          <a:ln w="9525">
            <a:solidFill>
              <a:schemeClr val="tx1"/>
            </a:solidFill>
            <a:miter lim="800000"/>
            <a:headEnd/>
            <a:tailEnd/>
          </a:ln>
          <a:effectLst/>
        </p:spPr>
        <p:txBody>
          <a:bodyPr vert="eaVert" wrap="none" anchor="ctr"/>
          <a:lstStyle/>
          <a:p>
            <a:pPr>
              <a:defRPr/>
            </a:pPr>
            <a:endParaRPr lang="en-US">
              <a:effectLst>
                <a:outerShdw blurRad="38100" dist="38100" dir="2700000" algn="tl">
                  <a:srgbClr val="000000"/>
                </a:outerShdw>
              </a:effectLst>
            </a:endParaRPr>
          </a:p>
        </p:txBody>
      </p:sp>
      <p:sp>
        <p:nvSpPr>
          <p:cNvPr id="398396" name="Oval 60"/>
          <p:cNvSpPr>
            <a:spLocks noChangeArrowheads="1"/>
          </p:cNvSpPr>
          <p:nvPr/>
        </p:nvSpPr>
        <p:spPr bwMode="auto">
          <a:xfrm>
            <a:off x="5384800" y="4365625"/>
            <a:ext cx="3600450" cy="935038"/>
          </a:xfrm>
          <a:prstGeom prst="ellipse">
            <a:avLst/>
          </a:prstGeom>
          <a:solidFill>
            <a:schemeClr val="tx2"/>
          </a:solidFill>
          <a:ln w="38100">
            <a:solidFill>
              <a:srgbClr val="FF00FF"/>
            </a:solidFill>
            <a:round/>
            <a:headEnd/>
            <a:tailEnd/>
          </a:ln>
        </p:spPr>
        <p:txBody>
          <a:bodyPr wrap="none" anchor="ctr"/>
          <a:lstStyle/>
          <a:p>
            <a:pPr algn="ctr">
              <a:spcBef>
                <a:spcPct val="50000"/>
              </a:spcBef>
              <a:defRPr/>
            </a:pPr>
            <a:endParaRPr lang="th-TH">
              <a:effectLst>
                <a:outerShdw blurRad="38100" dist="38100" dir="2700000" algn="tl">
                  <a:srgbClr val="000000"/>
                </a:outerShdw>
              </a:effectLst>
              <a:latin typeface="HG丸ｺﾞｼｯｸM-PRO" charset="-128"/>
              <a:ea typeface="HG丸ｺﾞｼｯｸM-PRO" charset="-128"/>
            </a:endParaRPr>
          </a:p>
        </p:txBody>
      </p:sp>
      <p:sp>
        <p:nvSpPr>
          <p:cNvPr id="398398" name="Text Box 62"/>
          <p:cNvSpPr txBox="1">
            <a:spLocks noChangeArrowheads="1"/>
          </p:cNvSpPr>
          <p:nvPr/>
        </p:nvSpPr>
        <p:spPr bwMode="auto">
          <a:xfrm>
            <a:off x="5962650" y="4581525"/>
            <a:ext cx="2735263" cy="457200"/>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th-TH" altLang="ja-JP" sz="2400">
                <a:solidFill>
                  <a:srgbClr val="0000FF"/>
                </a:solidFill>
                <a:latin typeface="Times New Roman" panose="02020603050405020304" pitchFamily="18" charset="0"/>
                <a:ea typeface="HG丸ｺﾞｼｯｸM-PRO" pitchFamily="50" charset="-128"/>
                <a:cs typeface="Angsana New" pitchFamily="18" charset="-34"/>
              </a:rPr>
              <a:t> </a:t>
            </a:r>
            <a:r>
              <a:rPr lang="en-US" altLang="ja-JP" sz="2400">
                <a:solidFill>
                  <a:srgbClr val="0000FF"/>
                </a:solidFill>
                <a:effectLst>
                  <a:outerShdw blurRad="38100" dist="38100" dir="2700000" algn="tl">
                    <a:srgbClr val="000000"/>
                  </a:outerShdw>
                </a:effectLst>
                <a:latin typeface="Times New Roman" panose="02020603050405020304" pitchFamily="18" charset="0"/>
                <a:ea typeface="HG丸ｺﾞｼｯｸM-PRO" pitchFamily="50" charset="-128"/>
                <a:cs typeface="Angsana New" pitchFamily="18" charset="-34"/>
              </a:rPr>
              <a:t>QC circle activities</a:t>
            </a:r>
          </a:p>
        </p:txBody>
      </p:sp>
      <p:sp>
        <p:nvSpPr>
          <p:cNvPr id="398399" name="AutoShape 63"/>
          <p:cNvSpPr>
            <a:spLocks noChangeArrowheads="1"/>
          </p:cNvSpPr>
          <p:nvPr/>
        </p:nvSpPr>
        <p:spPr bwMode="auto">
          <a:xfrm>
            <a:off x="4376738" y="2781300"/>
            <a:ext cx="457200" cy="990600"/>
          </a:xfrm>
          <a:prstGeom prst="rightArrow">
            <a:avLst>
              <a:gd name="adj1" fmla="val 50000"/>
              <a:gd name="adj2" fmla="val 25000"/>
            </a:avLst>
          </a:prstGeom>
          <a:solidFill>
            <a:schemeClr val="accent1"/>
          </a:solidFill>
          <a:ln w="9525">
            <a:solidFill>
              <a:schemeClr val="bg2"/>
            </a:solidFill>
            <a:miter lim="800000"/>
            <a:headEnd/>
            <a:tailEnd/>
          </a:ln>
        </p:spPr>
        <p:txBody>
          <a:bodyPr wrap="none" anchor="ctr"/>
          <a:lstStyle/>
          <a:p>
            <a:pPr>
              <a:defRPr/>
            </a:pPr>
            <a:endParaRPr lang="en-US">
              <a:effectLst>
                <a:outerShdw blurRad="38100" dist="38100" dir="2700000" algn="tl">
                  <a:srgbClr val="000000"/>
                </a:outerShdw>
              </a:effectLst>
            </a:endParaRPr>
          </a:p>
        </p:txBody>
      </p:sp>
      <p:sp>
        <p:nvSpPr>
          <p:cNvPr id="398400" name="Oval 64"/>
          <p:cNvSpPr>
            <a:spLocks noChangeArrowheads="1"/>
          </p:cNvSpPr>
          <p:nvPr/>
        </p:nvSpPr>
        <p:spPr bwMode="auto">
          <a:xfrm>
            <a:off x="8697913" y="2133600"/>
            <a:ext cx="719137" cy="2232025"/>
          </a:xfrm>
          <a:prstGeom prst="ellipse">
            <a:avLst/>
          </a:prstGeom>
          <a:solidFill>
            <a:schemeClr val="bg1"/>
          </a:solidFill>
          <a:ln w="38100">
            <a:solidFill>
              <a:srgbClr val="FF00FF"/>
            </a:solidFill>
            <a:round/>
            <a:headEnd/>
            <a:tailEnd/>
          </a:ln>
        </p:spPr>
        <p:txBody>
          <a:bodyPr wrap="none" anchor="ctr"/>
          <a:lstStyle/>
          <a:p>
            <a:pPr>
              <a:defRPr/>
            </a:pPr>
            <a:endParaRPr lang="en-US">
              <a:effectLst>
                <a:outerShdw blurRad="38100" dist="38100" dir="2700000" algn="tl">
                  <a:srgbClr val="000000"/>
                </a:outerShdw>
              </a:effectLst>
            </a:endParaRPr>
          </a:p>
        </p:txBody>
      </p:sp>
      <p:sp>
        <p:nvSpPr>
          <p:cNvPr id="12309" name="Text Box 66"/>
          <p:cNvSpPr txBox="1">
            <a:spLocks noChangeArrowheads="1"/>
          </p:cNvSpPr>
          <p:nvPr/>
        </p:nvSpPr>
        <p:spPr bwMode="auto">
          <a:xfrm>
            <a:off x="5457825" y="1577975"/>
            <a:ext cx="3240088" cy="41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lnSpc>
                <a:spcPct val="40000"/>
              </a:lnSpc>
              <a:spcBef>
                <a:spcPct val="50000"/>
              </a:spcBef>
            </a:pPr>
            <a:r>
              <a:rPr lang="en-US" altLang="ja-JP" sz="1600">
                <a:latin typeface="Times New Roman" panose="02020603050405020304" pitchFamily="18" charset="0"/>
                <a:cs typeface="Angsana New" pitchFamily="18" charset="-34"/>
              </a:rPr>
              <a:t>Hoshin Kanri</a:t>
            </a:r>
          </a:p>
          <a:p>
            <a:pPr algn="ctr" eaLnBrk="1" hangingPunct="1">
              <a:lnSpc>
                <a:spcPct val="40000"/>
              </a:lnSpc>
              <a:spcBef>
                <a:spcPct val="50000"/>
              </a:spcBef>
            </a:pPr>
            <a:r>
              <a:rPr lang="en-US" altLang="ja-JP" sz="1600">
                <a:latin typeface="Times New Roman" panose="02020603050405020304" pitchFamily="18" charset="0"/>
                <a:cs typeface="Angsana New" pitchFamily="18" charset="-34"/>
              </a:rPr>
              <a:t>(Policy management)</a:t>
            </a:r>
            <a:endParaRPr lang="th-TH" altLang="ja-JP" sz="1600">
              <a:latin typeface="Times New Roman" panose="02020603050405020304" pitchFamily="18" charset="0"/>
              <a:cs typeface="Angsana New" pitchFamily="18" charset="-34"/>
            </a:endParaRPr>
          </a:p>
        </p:txBody>
      </p:sp>
      <p:sp>
        <p:nvSpPr>
          <p:cNvPr id="12310" name="Text Box 67"/>
          <p:cNvSpPr txBox="1">
            <a:spLocks noChangeArrowheads="1"/>
          </p:cNvSpPr>
          <p:nvPr/>
        </p:nvSpPr>
        <p:spPr bwMode="auto">
          <a:xfrm rot="5400000">
            <a:off x="8179594" y="2939257"/>
            <a:ext cx="1828800"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lnSpc>
                <a:spcPct val="30000"/>
              </a:lnSpc>
              <a:spcBef>
                <a:spcPct val="50000"/>
              </a:spcBef>
            </a:pPr>
            <a:r>
              <a:rPr lang="en-US" altLang="ja-JP" sz="1600">
                <a:latin typeface="Times New Roman" panose="02020603050405020304" pitchFamily="18" charset="0"/>
                <a:cs typeface="Angsana New" pitchFamily="18" charset="-34"/>
              </a:rPr>
              <a:t>Nichijo Kanri</a:t>
            </a:r>
          </a:p>
          <a:p>
            <a:pPr algn="ctr" eaLnBrk="1" hangingPunct="1">
              <a:lnSpc>
                <a:spcPct val="30000"/>
              </a:lnSpc>
              <a:spcBef>
                <a:spcPct val="50000"/>
              </a:spcBef>
            </a:pPr>
            <a:r>
              <a:rPr lang="en-US" altLang="ja-JP" sz="1600">
                <a:latin typeface="Times New Roman" panose="02020603050405020304" pitchFamily="18" charset="0"/>
                <a:cs typeface="Angsana New" pitchFamily="18" charset="-34"/>
              </a:rPr>
              <a:t>Daily management</a:t>
            </a:r>
            <a:endParaRPr lang="th-TH" altLang="ja-JP" sz="1600">
              <a:latin typeface="Times New Roman" panose="02020603050405020304" pitchFamily="18" charset="0"/>
              <a:cs typeface="Angsana New" pitchFamily="18" charset="-34"/>
            </a:endParaRPr>
          </a:p>
        </p:txBody>
      </p:sp>
      <p:sp>
        <p:nvSpPr>
          <p:cNvPr id="12311" name="Text Box 68"/>
          <p:cNvSpPr txBox="1">
            <a:spLocks noChangeArrowheads="1"/>
          </p:cNvSpPr>
          <p:nvPr/>
        </p:nvSpPr>
        <p:spPr bwMode="auto">
          <a:xfrm rot="5400000">
            <a:off x="8075612" y="1962151"/>
            <a:ext cx="4286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10800000" vert="eaVert">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spcBef>
                <a:spcPct val="50000"/>
              </a:spcBef>
            </a:pPr>
            <a:endParaRPr lang="th-TH" altLang="ja-JP" sz="1600">
              <a:solidFill>
                <a:srgbClr val="000099"/>
              </a:solidFill>
              <a:latin typeface="Times New Roman" panose="02020603050405020304" pitchFamily="18" charset="0"/>
              <a:cs typeface="Angsana New" pitchFamily="18" charset="-34"/>
            </a:endParaRPr>
          </a:p>
        </p:txBody>
      </p:sp>
      <p:sp>
        <p:nvSpPr>
          <p:cNvPr id="398395" name="AutoShape 59"/>
          <p:cNvSpPr>
            <a:spLocks noChangeArrowheads="1"/>
          </p:cNvSpPr>
          <p:nvPr/>
        </p:nvSpPr>
        <p:spPr bwMode="auto">
          <a:xfrm>
            <a:off x="8339138" y="2924175"/>
            <a:ext cx="285750" cy="576263"/>
          </a:xfrm>
          <a:prstGeom prst="leftArrow">
            <a:avLst>
              <a:gd name="adj1" fmla="val 64926"/>
              <a:gd name="adj2" fmla="val 64815"/>
            </a:avLst>
          </a:prstGeom>
          <a:solidFill>
            <a:srgbClr val="003366"/>
          </a:solidFill>
          <a:ln w="9525">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398407" name="Rectangle 71"/>
          <p:cNvSpPr>
            <a:spLocks noChangeArrowheads="1"/>
          </p:cNvSpPr>
          <p:nvPr/>
        </p:nvSpPr>
        <p:spPr bwMode="auto">
          <a:xfrm>
            <a:off x="5240338" y="2638425"/>
            <a:ext cx="3025775" cy="1150938"/>
          </a:xfrm>
          <a:prstGeom prst="rect">
            <a:avLst/>
          </a:prstGeom>
          <a:solidFill>
            <a:schemeClr val="bg1"/>
          </a:solidFill>
          <a:ln w="38100">
            <a:solidFill>
              <a:srgbClr val="FF00FF"/>
            </a:solidFill>
            <a:miter lim="800000"/>
            <a:headEnd/>
            <a:tailEnd/>
          </a:ln>
        </p:spPr>
        <p:txBody>
          <a:bodyPr wrap="none" lIns="1062000" rIns="1242000" anchor="ctr"/>
          <a:lstStyle/>
          <a:p>
            <a:pPr>
              <a:defRPr/>
            </a:pPr>
            <a:endParaRPr lang="en-US">
              <a:effectLst>
                <a:outerShdw blurRad="38100" dist="38100" dir="2700000" algn="tl">
                  <a:srgbClr val="000000"/>
                </a:outerShdw>
              </a:effectLst>
            </a:endParaRPr>
          </a:p>
        </p:txBody>
      </p:sp>
      <p:sp>
        <p:nvSpPr>
          <p:cNvPr id="34" name="AutoShape 2"/>
          <p:cNvSpPr>
            <a:spLocks noChangeArrowheads="1"/>
          </p:cNvSpPr>
          <p:nvPr/>
        </p:nvSpPr>
        <p:spPr bwMode="auto">
          <a:xfrm>
            <a:off x="1568450" y="0"/>
            <a:ext cx="6813550" cy="693738"/>
          </a:xfrm>
          <a:prstGeom prst="roundRect">
            <a:avLst>
              <a:gd name="adj" fmla="val 16667"/>
            </a:avLst>
          </a:prstGeom>
          <a:solidFill>
            <a:srgbClr val="008000"/>
          </a:solidFill>
          <a:ln w="9525">
            <a:solidFill>
              <a:schemeClr val="tx1"/>
            </a:solidFill>
            <a:round/>
            <a:headEnd/>
            <a:tailEnd/>
          </a:ln>
          <a:effectLst>
            <a:outerShdw blurRad="63500" dist="107763" dir="2700000" algn="ctr" rotWithShape="0">
              <a:schemeClr val="bg2">
                <a:alpha val="74998"/>
              </a:schemeClr>
            </a:outerShdw>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en-US" altLang="ja-JP" dirty="0">
                <a:latin typeface="Times New Roman" panose="02020603050405020304" pitchFamily="18" charset="0"/>
              </a:rPr>
              <a:t>TQM  and QC Circle Activities</a:t>
            </a:r>
            <a:endParaRPr lang="en-US" altLang="ja-JP" sz="1600" dirty="0">
              <a:effectLst>
                <a:outerShdw blurRad="38100" dist="38100" dir="2700000" algn="tl">
                  <a:srgbClr val="000000"/>
                </a:outerShdw>
              </a:effectLst>
              <a:latin typeface="Angsana New" pitchFamily="18" charset="-34"/>
              <a:cs typeface="Angsana New" pitchFamily="18" charset="-34"/>
            </a:endParaRPr>
          </a:p>
        </p:txBody>
      </p:sp>
      <p:sp>
        <p:nvSpPr>
          <p:cNvPr id="398397" name="AutoShape 61"/>
          <p:cNvSpPr>
            <a:spLocks noChangeArrowheads="1"/>
          </p:cNvSpPr>
          <p:nvPr/>
        </p:nvSpPr>
        <p:spPr bwMode="auto">
          <a:xfrm>
            <a:off x="5097463" y="2781300"/>
            <a:ext cx="3240087" cy="792163"/>
          </a:xfrm>
          <a:prstGeom prst="flowChartAlternateProcess">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50800">
                <a:solidFill>
                  <a:srgbClr val="0000FF"/>
                </a:solidFill>
                <a:miter lim="800000"/>
                <a:headEnd/>
                <a:tailEnd/>
              </a14:hiddenLine>
            </a:ext>
          </a:ex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ms-MY" sz="1800">
                <a:effectLst>
                  <a:outerShdw blurRad="38100" dist="38100" dir="2700000" algn="tl">
                    <a:srgbClr val="000000"/>
                  </a:outerShdw>
                </a:effectLst>
                <a:latin typeface="Times New Roman" panose="02020603050405020304" pitchFamily="18" charset="0"/>
              </a:rPr>
              <a:t>- Enhance vigor of people and</a:t>
            </a:r>
          </a:p>
          <a:p>
            <a:pPr eaLnBrk="1" hangingPunct="1"/>
            <a:r>
              <a:rPr lang="en-US" altLang="ms-MY" sz="1800">
                <a:effectLst>
                  <a:outerShdw blurRad="38100" dist="38100" dir="2700000" algn="tl">
                    <a:srgbClr val="000000"/>
                  </a:outerShdw>
                </a:effectLst>
                <a:latin typeface="Times New Roman" panose="02020603050405020304" pitchFamily="18" charset="0"/>
              </a:rPr>
              <a:t> organization</a:t>
            </a:r>
          </a:p>
          <a:p>
            <a:pPr eaLnBrk="1" hangingPunct="1"/>
            <a:r>
              <a:rPr lang="en-US" altLang="ms-MY" sz="1800">
                <a:effectLst>
                  <a:outerShdw blurRad="38100" dist="38100" dir="2700000" algn="tl">
                    <a:srgbClr val="000000"/>
                  </a:outerShdw>
                </a:effectLst>
                <a:latin typeface="Times New Roman" panose="02020603050405020304" pitchFamily="18" charset="0"/>
              </a:rPr>
              <a:t> - Enhance quality of work</a:t>
            </a:r>
            <a:endParaRPr lang="en-US" altLang="ja-JP" sz="1800">
              <a:effectLst>
                <a:outerShdw blurRad="38100" dist="38100" dir="2700000" algn="tl">
                  <a:srgbClr val="000000"/>
                </a:outerShdw>
              </a:effectLst>
              <a:latin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405" name="Rectangle 21"/>
          <p:cNvSpPr>
            <a:spLocks noChangeArrowheads="1"/>
          </p:cNvSpPr>
          <p:nvPr/>
        </p:nvSpPr>
        <p:spPr bwMode="auto">
          <a:xfrm>
            <a:off x="311150" y="1146175"/>
            <a:ext cx="9321800" cy="1778000"/>
          </a:xfrm>
          <a:prstGeom prst="rect">
            <a:avLst/>
          </a:prstGeom>
          <a:solidFill>
            <a:schemeClr val="bg1"/>
          </a:solidFill>
          <a:ln w="12700">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effectLst>
                <a:outerShdw blurRad="38100" dist="38100" dir="2700000" algn="tl">
                  <a:srgbClr val="000000"/>
                </a:outerShdw>
              </a:effectLst>
            </a:endParaRPr>
          </a:p>
        </p:txBody>
      </p:sp>
      <p:sp>
        <p:nvSpPr>
          <p:cNvPr id="13316" name="Text Box 22"/>
          <p:cNvSpPr txBox="1">
            <a:spLocks noChangeArrowheads="1"/>
          </p:cNvSpPr>
          <p:nvPr/>
        </p:nvSpPr>
        <p:spPr bwMode="auto">
          <a:xfrm>
            <a:off x="252413" y="1184275"/>
            <a:ext cx="9525000" cy="87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25000"/>
              </a:spcBef>
            </a:pPr>
            <a:r>
              <a:rPr lang="en-US" altLang="ms-MY" sz="2400">
                <a:latin typeface="Times New Roman" panose="02020603050405020304" pitchFamily="18" charset="0"/>
              </a:rPr>
              <a:t>1. Improvement individual capabilities, aim at self fulfillment  </a:t>
            </a:r>
            <a:endParaRPr lang="en-US" altLang="ja-JP" sz="2400">
              <a:solidFill>
                <a:srgbClr val="FF0000"/>
              </a:solidFill>
              <a:latin typeface="HG丸ｺﾞｼｯｸM-PRO" pitchFamily="50" charset="-128"/>
              <a:ea typeface="HG丸ｺﾞｼｯｸM-PRO" pitchFamily="50" charset="-128"/>
            </a:endParaRPr>
          </a:p>
          <a:p>
            <a:pPr eaLnBrk="1" hangingPunct="1">
              <a:spcBef>
                <a:spcPct val="15000"/>
              </a:spcBef>
            </a:pPr>
            <a:r>
              <a:rPr lang="ja-JP" altLang="en-US" sz="2400">
                <a:solidFill>
                  <a:srgbClr val="000099"/>
                </a:solidFill>
                <a:latin typeface="HG丸ｺﾞｼｯｸM-PRO" pitchFamily="50" charset="-128"/>
                <a:ea typeface="HG丸ｺﾞｼｯｸM-PRO" pitchFamily="50" charset="-128"/>
              </a:rPr>
              <a:t>　</a:t>
            </a:r>
            <a:endParaRPr lang="en-US" altLang="ja-JP" sz="1800">
              <a:latin typeface="Times New Roman" panose="02020603050405020304" pitchFamily="18" charset="0"/>
            </a:endParaRPr>
          </a:p>
        </p:txBody>
      </p:sp>
      <p:sp>
        <p:nvSpPr>
          <p:cNvPr id="13317" name="Text Box 23"/>
          <p:cNvSpPr txBox="1">
            <a:spLocks noChangeArrowheads="1"/>
          </p:cNvSpPr>
          <p:nvPr/>
        </p:nvSpPr>
        <p:spPr bwMode="auto">
          <a:xfrm>
            <a:off x="273050" y="1773238"/>
            <a:ext cx="85344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ms-MY" sz="2000">
                <a:latin typeface="Times New Roman" panose="02020603050405020304" pitchFamily="18" charset="0"/>
              </a:rPr>
              <a:t>2. Respect humanity and Build a Pleasant, Vital and Satisfying workplace     </a:t>
            </a:r>
            <a:endParaRPr lang="en-US" altLang="ms-MY" sz="2000" b="0">
              <a:solidFill>
                <a:srgbClr val="FF0000"/>
              </a:solidFill>
              <a:latin typeface="Times New Roman" panose="02020603050405020304" pitchFamily="18" charset="0"/>
            </a:endParaRPr>
          </a:p>
          <a:p>
            <a:pPr eaLnBrk="1" hangingPunct="1"/>
            <a:r>
              <a:rPr lang="ja-JP" altLang="en-US" sz="2000">
                <a:latin typeface="Times New Roman" panose="02020603050405020304" pitchFamily="18" charset="0"/>
              </a:rPr>
              <a:t>　</a:t>
            </a:r>
            <a:endParaRPr lang="en-US" altLang="ms-MY" sz="2000" b="0">
              <a:latin typeface="Times New Roman" panose="02020603050405020304" pitchFamily="18" charset="0"/>
            </a:endParaRPr>
          </a:p>
        </p:txBody>
      </p:sp>
      <p:sp>
        <p:nvSpPr>
          <p:cNvPr id="400412" name="AutoShape 28"/>
          <p:cNvSpPr>
            <a:spLocks noChangeArrowheads="1"/>
          </p:cNvSpPr>
          <p:nvPr/>
        </p:nvSpPr>
        <p:spPr bwMode="auto">
          <a:xfrm>
            <a:off x="2505075" y="4868863"/>
            <a:ext cx="4392613" cy="936625"/>
          </a:xfrm>
          <a:prstGeom prst="downArrow">
            <a:avLst>
              <a:gd name="adj1" fmla="val 55185"/>
              <a:gd name="adj2" fmla="val 33699"/>
            </a:avLst>
          </a:prstGeom>
          <a:solidFill>
            <a:schemeClr val="accent1"/>
          </a:solidFill>
          <a:ln w="9525">
            <a:solidFill>
              <a:schemeClr val="tx1"/>
            </a:solidFill>
            <a:miter lim="800000"/>
            <a:headEnd/>
            <a:tailEnd/>
          </a:ln>
        </p:spPr>
        <p:txBody>
          <a:bodyPr vert="eaVert" wrap="none" anchor="ctr"/>
          <a:lstStyle/>
          <a:p>
            <a:pPr>
              <a:defRPr/>
            </a:pPr>
            <a:endParaRPr lang="en-US">
              <a:effectLst>
                <a:outerShdw blurRad="38100" dist="38100" dir="2700000" algn="tl">
                  <a:srgbClr val="000000"/>
                </a:outerShdw>
              </a:effectLst>
            </a:endParaRPr>
          </a:p>
        </p:txBody>
      </p:sp>
      <p:sp>
        <p:nvSpPr>
          <p:cNvPr id="20" name="AutoShape 2"/>
          <p:cNvSpPr>
            <a:spLocks noChangeArrowheads="1"/>
          </p:cNvSpPr>
          <p:nvPr/>
        </p:nvSpPr>
        <p:spPr bwMode="auto">
          <a:xfrm>
            <a:off x="1595438" y="214313"/>
            <a:ext cx="6000750" cy="500062"/>
          </a:xfrm>
          <a:prstGeom prst="roundRect">
            <a:avLst>
              <a:gd name="adj" fmla="val 16667"/>
            </a:avLst>
          </a:prstGeom>
          <a:solidFill>
            <a:srgbClr val="008000"/>
          </a:solidFill>
          <a:ln w="9525">
            <a:solidFill>
              <a:schemeClr val="tx1"/>
            </a:solidFill>
            <a:round/>
            <a:headEnd/>
            <a:tailEnd/>
          </a:ln>
          <a:effectLst>
            <a:outerShdw blurRad="63500" dist="107763" dir="2700000" algn="ctr" rotWithShape="0">
              <a:schemeClr val="bg2">
                <a:alpha val="74998"/>
              </a:schemeClr>
            </a:outerShdw>
          </a:effectLst>
        </p:spPr>
        <p:txBody>
          <a:bodyPr wrap="none" anchor="ctr"/>
          <a:lstStyle/>
          <a:p>
            <a:pPr algn="ctr">
              <a:defRPr/>
            </a:pPr>
            <a:r>
              <a:rPr lang="en-US" altLang="ja-JP" sz="2400" dirty="0">
                <a:latin typeface="Times New Roman" pitchFamily="18" charset="0"/>
              </a:rPr>
              <a:t>An Aim of QC circle activities</a:t>
            </a:r>
            <a:endParaRPr lang="en-US" altLang="ja-JP" sz="1400" dirty="0">
              <a:effectLst>
                <a:outerShdw blurRad="38100" dist="38100" dir="2700000" algn="tl">
                  <a:srgbClr val="000000"/>
                </a:outerShdw>
              </a:effectLst>
              <a:latin typeface="Angsana New" pitchFamily="18" charset="-34"/>
              <a:cs typeface="Angsana New" pitchFamily="18" charset="-34"/>
            </a:endParaRPr>
          </a:p>
        </p:txBody>
      </p:sp>
      <p:sp>
        <p:nvSpPr>
          <p:cNvPr id="13329" name="Text Box 23"/>
          <p:cNvSpPr txBox="1">
            <a:spLocks noChangeArrowheads="1"/>
          </p:cNvSpPr>
          <p:nvPr/>
        </p:nvSpPr>
        <p:spPr bwMode="auto">
          <a:xfrm>
            <a:off x="273050" y="2439988"/>
            <a:ext cx="92170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ms-MY" sz="2000">
                <a:latin typeface="Times New Roman" panose="02020603050405020304" pitchFamily="18" charset="0"/>
              </a:rPr>
              <a:t>3. Development of the enterprise, contribute to the improvement in the workplace     </a:t>
            </a:r>
            <a:endParaRPr lang="en-US" altLang="ms-MY" sz="2000" b="0">
              <a:solidFill>
                <a:srgbClr val="FF0000"/>
              </a:solidFill>
              <a:latin typeface="Times New Roman" panose="02020603050405020304" pitchFamily="18" charset="0"/>
            </a:endParaRPr>
          </a:p>
          <a:p>
            <a:pPr eaLnBrk="1" hangingPunct="1"/>
            <a:r>
              <a:rPr lang="ja-JP" altLang="en-US" sz="2000">
                <a:latin typeface="Times New Roman" panose="02020603050405020304" pitchFamily="18" charset="0"/>
              </a:rPr>
              <a:t>　</a:t>
            </a:r>
            <a:endParaRPr lang="en-US" altLang="ms-MY" sz="2000" b="0">
              <a:latin typeface="Times New Roman" panose="02020603050405020304" pitchFamily="18" charset="0"/>
            </a:endParaRPr>
          </a:p>
        </p:txBody>
      </p:sp>
      <p:sp>
        <p:nvSpPr>
          <p:cNvPr id="13330" name="Text Box 22"/>
          <p:cNvSpPr txBox="1">
            <a:spLocks noChangeArrowheads="1"/>
          </p:cNvSpPr>
          <p:nvPr/>
        </p:nvSpPr>
        <p:spPr bwMode="auto">
          <a:xfrm>
            <a:off x="-15875" y="3213100"/>
            <a:ext cx="9632950" cy="80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533400" indent="-533400" eaLnBrk="0" hangingPunct="0">
              <a:defRPr kumimoji="1" sz="2800" b="1">
                <a:solidFill>
                  <a:schemeClr val="tx1"/>
                </a:solidFill>
                <a:latin typeface="イワタ中丸ゴシック体(GT)" charset="-128"/>
                <a:ea typeface="MS PGothic" panose="020B0600070205080204" pitchFamily="34" charset="-128"/>
              </a:defRPr>
            </a:lvl1pPr>
            <a:lvl2pPr marL="990600" indent="-533400" eaLnBrk="0" hangingPunct="0">
              <a:defRPr kumimoji="1" sz="2800" b="1">
                <a:solidFill>
                  <a:schemeClr val="tx1"/>
                </a:solidFill>
                <a:latin typeface="イワタ中丸ゴシック体(GT)" charset="-128"/>
                <a:ea typeface="MS PGothic" panose="020B0600070205080204" pitchFamily="34" charset="-128"/>
              </a:defRPr>
            </a:lvl2pPr>
            <a:lvl3pPr marL="1447800" indent="-533400" eaLnBrk="0" hangingPunct="0">
              <a:defRPr kumimoji="1" sz="2800" b="1">
                <a:solidFill>
                  <a:schemeClr val="tx1"/>
                </a:solidFill>
                <a:latin typeface="イワタ中丸ゴシック体(GT)" charset="-128"/>
                <a:ea typeface="MS PGothic" panose="020B0600070205080204" pitchFamily="34" charset="-128"/>
              </a:defRPr>
            </a:lvl3pPr>
            <a:lvl4pPr marL="1905000" indent="-533400" eaLnBrk="0" hangingPunct="0">
              <a:defRPr kumimoji="1" sz="2800" b="1">
                <a:solidFill>
                  <a:schemeClr val="tx1"/>
                </a:solidFill>
                <a:latin typeface="イワタ中丸ゴシック体(GT)" charset="-128"/>
                <a:ea typeface="MS PGothic" panose="020B0600070205080204" pitchFamily="34" charset="-128"/>
              </a:defRPr>
            </a:lvl4pPr>
            <a:lvl5pPr marL="2362200" indent="-533400" eaLnBrk="0" hangingPunct="0">
              <a:defRPr kumimoji="1" sz="2800" b="1">
                <a:solidFill>
                  <a:schemeClr val="tx1"/>
                </a:solidFill>
                <a:latin typeface="イワタ中丸ゴシック体(GT)" charset="-128"/>
                <a:ea typeface="MS PGothic" panose="020B0600070205080204" pitchFamily="34" charset="-128"/>
              </a:defRPr>
            </a:lvl5pPr>
            <a:lvl6pPr marL="2819400" indent="-5334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3276600" indent="-5334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733800" indent="-5334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4191000" indent="-5334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lnSpc>
                <a:spcPct val="60000"/>
              </a:lnSpc>
              <a:spcBef>
                <a:spcPct val="25000"/>
              </a:spcBef>
            </a:pPr>
            <a:r>
              <a:rPr lang="en-US" altLang="ms-MY">
                <a:solidFill>
                  <a:srgbClr val="FFFF00"/>
                </a:solidFill>
                <a:latin typeface="Times New Roman" panose="02020603050405020304" pitchFamily="18" charset="0"/>
              </a:rPr>
              <a:t>1.Improvement individual capabilities, aim at self fulfillment</a:t>
            </a:r>
            <a:r>
              <a:rPr lang="en-US" altLang="ms-MY" sz="2400">
                <a:solidFill>
                  <a:srgbClr val="FFFF00"/>
                </a:solidFill>
                <a:latin typeface="Times New Roman" panose="02020603050405020304" pitchFamily="18" charset="0"/>
              </a:rPr>
              <a:t> </a:t>
            </a:r>
          </a:p>
          <a:p>
            <a:pPr eaLnBrk="1" hangingPunct="1">
              <a:lnSpc>
                <a:spcPct val="60000"/>
              </a:lnSpc>
              <a:spcBef>
                <a:spcPct val="15000"/>
              </a:spcBef>
            </a:pPr>
            <a:r>
              <a:rPr lang="ja-JP" altLang="en-US">
                <a:solidFill>
                  <a:srgbClr val="FFFF00"/>
                </a:solidFill>
                <a:latin typeface="Times New Roman" panose="02020603050405020304" pitchFamily="18" charset="0"/>
                <a:ea typeface="HG丸ｺﾞｼｯｸM-PRO" pitchFamily="50" charset="-128"/>
              </a:rPr>
              <a:t>　</a:t>
            </a:r>
            <a:r>
              <a:rPr lang="ja-JP" altLang="en-US" sz="1400">
                <a:solidFill>
                  <a:srgbClr val="FFFF00"/>
                </a:solidFill>
                <a:latin typeface="Times New Roman" panose="02020603050405020304" pitchFamily="18" charset="0"/>
              </a:rPr>
              <a:t>（</a:t>
            </a:r>
            <a:r>
              <a:rPr lang="en-US" altLang="ja-JP" sz="1400">
                <a:solidFill>
                  <a:srgbClr val="FFFF00"/>
                </a:solidFill>
                <a:latin typeface="Times New Roman" panose="02020603050405020304" pitchFamily="18" charset="0"/>
              </a:rPr>
              <a:t>An area of personnel training that has a field in the company to have a  “self-study place.”</a:t>
            </a:r>
            <a:r>
              <a:rPr lang="ja-JP" altLang="en-US" sz="1400">
                <a:solidFill>
                  <a:srgbClr val="FFFF00"/>
                </a:solidFill>
                <a:latin typeface="Times New Roman" panose="02020603050405020304" pitchFamily="18" charset="0"/>
              </a:rPr>
              <a:t>） </a:t>
            </a:r>
            <a:r>
              <a:rPr lang="en-US" altLang="ms-MY" sz="1400">
                <a:solidFill>
                  <a:srgbClr val="FFFF00"/>
                </a:solidFill>
                <a:latin typeface="Times New Roman" panose="02020603050405020304" pitchFamily="18" charset="0"/>
              </a:rPr>
              <a:t> </a:t>
            </a:r>
          </a:p>
          <a:p>
            <a:pPr eaLnBrk="1" hangingPunct="1">
              <a:lnSpc>
                <a:spcPct val="60000"/>
              </a:lnSpc>
              <a:spcBef>
                <a:spcPct val="15000"/>
              </a:spcBef>
            </a:pPr>
            <a:endParaRPr lang="en-US" altLang="ja-JP" sz="1200">
              <a:solidFill>
                <a:srgbClr val="FFFF00"/>
              </a:solidFill>
              <a:latin typeface="Times New Roman" panose="02020603050405020304" pitchFamily="18" charset="0"/>
              <a:ea typeface="HG丸ｺﾞｼｯｸM-PRO" pitchFamily="50" charset="-128"/>
            </a:endParaRPr>
          </a:p>
        </p:txBody>
      </p:sp>
      <p:sp>
        <p:nvSpPr>
          <p:cNvPr id="13331" name="Text Box 23"/>
          <p:cNvSpPr txBox="1">
            <a:spLocks noChangeArrowheads="1"/>
          </p:cNvSpPr>
          <p:nvPr/>
        </p:nvSpPr>
        <p:spPr bwMode="auto">
          <a:xfrm>
            <a:off x="0" y="3984625"/>
            <a:ext cx="9906000"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ms-MY" sz="2400">
                <a:solidFill>
                  <a:srgbClr val="FFFF00"/>
                </a:solidFill>
                <a:latin typeface="Times New Roman" panose="02020603050405020304" pitchFamily="18" charset="0"/>
              </a:rPr>
              <a:t>2. Respect humanity and Build a Pleasant, Vital and Satisfying workplace</a:t>
            </a:r>
          </a:p>
          <a:p>
            <a:pPr eaLnBrk="1" hangingPunct="1">
              <a:spcBef>
                <a:spcPct val="25000"/>
              </a:spcBef>
            </a:pPr>
            <a:r>
              <a:rPr lang="ja-JP" altLang="en-US" sz="1800">
                <a:solidFill>
                  <a:srgbClr val="FFFF00"/>
                </a:solidFill>
                <a:latin typeface="Times New Roman" panose="02020603050405020304" pitchFamily="18" charset="0"/>
              </a:rPr>
              <a:t>（</a:t>
            </a:r>
            <a:r>
              <a:rPr lang="en-US" altLang="ja-JP" sz="1800">
                <a:solidFill>
                  <a:srgbClr val="FFFF00"/>
                </a:solidFill>
                <a:latin typeface="Times New Roman" panose="02020603050405020304" pitchFamily="18" charset="0"/>
              </a:rPr>
              <a:t>Communication space of manager, colleague, subordinate, and staff</a:t>
            </a:r>
            <a:r>
              <a:rPr lang="ja-JP" altLang="en-US" sz="1800">
                <a:solidFill>
                  <a:srgbClr val="FFFF00"/>
                </a:solidFill>
                <a:latin typeface="Times New Roman" panose="02020603050405020304" pitchFamily="18" charset="0"/>
              </a:rPr>
              <a:t>） </a:t>
            </a:r>
            <a:r>
              <a:rPr lang="en-US" altLang="ms-MY" sz="1800">
                <a:solidFill>
                  <a:srgbClr val="FFFF00"/>
                </a:solidFill>
                <a:latin typeface="Times New Roman" panose="02020603050405020304" pitchFamily="18" charset="0"/>
              </a:rPr>
              <a:t> </a:t>
            </a:r>
            <a:endParaRPr lang="en-US" altLang="ms-MY" sz="2000">
              <a:solidFill>
                <a:srgbClr val="FFFF00"/>
              </a:solidFill>
              <a:latin typeface="Times New Roman" panose="02020603050405020304" pitchFamily="18" charset="0"/>
            </a:endParaRPr>
          </a:p>
        </p:txBody>
      </p:sp>
      <p:sp>
        <p:nvSpPr>
          <p:cNvPr id="13332" name="Text Box 20"/>
          <p:cNvSpPr txBox="1">
            <a:spLocks noChangeArrowheads="1"/>
          </p:cNvSpPr>
          <p:nvPr/>
        </p:nvSpPr>
        <p:spPr bwMode="auto">
          <a:xfrm>
            <a:off x="3513138" y="2095500"/>
            <a:ext cx="3835400" cy="396875"/>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30000"/>
              </a:spcBef>
            </a:pPr>
            <a:r>
              <a:rPr lang="en-US" altLang="ja-JP" sz="2000" b="0">
                <a:effectLst>
                  <a:outerShdw blurRad="38100" dist="38100" dir="2700000" algn="tl">
                    <a:srgbClr val="000000"/>
                  </a:outerShdw>
                </a:effectLst>
                <a:latin typeface="MS Gothic" panose="020B0609070205080204" pitchFamily="49" charset="-128"/>
                <a:ea typeface="MS Gothic" panose="020B0609070205080204" pitchFamily="49" charset="-128"/>
              </a:rPr>
              <a:t>     </a:t>
            </a:r>
            <a:r>
              <a:rPr lang="en-US" altLang="ja-JP" sz="2000">
                <a:solidFill>
                  <a:srgbClr val="FF99CC"/>
                </a:solidFill>
                <a:effectLst>
                  <a:outerShdw blurRad="38100" dist="38100" dir="2700000" algn="tl">
                    <a:srgbClr val="000000"/>
                  </a:outerShdw>
                </a:effectLst>
                <a:latin typeface="MS Gothic" panose="020B0609070205080204" pitchFamily="49" charset="-128"/>
                <a:ea typeface="MS Gothic" panose="020B0609070205080204" pitchFamily="49" charset="-128"/>
              </a:rPr>
              <a:t>Therefore</a:t>
            </a:r>
          </a:p>
        </p:txBody>
      </p:sp>
      <p:sp>
        <p:nvSpPr>
          <p:cNvPr id="13333" name="Text Box 23"/>
          <p:cNvSpPr txBox="1">
            <a:spLocks noChangeArrowheads="1"/>
          </p:cNvSpPr>
          <p:nvPr/>
        </p:nvSpPr>
        <p:spPr bwMode="auto">
          <a:xfrm>
            <a:off x="3584575" y="5019675"/>
            <a:ext cx="25209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ms-MY" sz="1800">
                <a:solidFill>
                  <a:schemeClr val="hlink"/>
                </a:solidFill>
                <a:latin typeface="Times New Roman" panose="02020603050405020304" pitchFamily="18" charset="0"/>
              </a:rPr>
              <a:t>As a results of 1 and 2     </a:t>
            </a:r>
            <a:endParaRPr lang="en-US" altLang="ms-MY" sz="1800" b="0">
              <a:solidFill>
                <a:schemeClr val="hlink"/>
              </a:solidFill>
              <a:latin typeface="Times New Roman" panose="02020603050405020304" pitchFamily="18" charset="0"/>
            </a:endParaRPr>
          </a:p>
          <a:p>
            <a:pPr eaLnBrk="1" hangingPunct="1"/>
            <a:r>
              <a:rPr lang="ja-JP" altLang="en-US" sz="1800">
                <a:solidFill>
                  <a:schemeClr val="hlink"/>
                </a:solidFill>
                <a:latin typeface="Times New Roman" panose="02020603050405020304" pitchFamily="18" charset="0"/>
              </a:rPr>
              <a:t>　</a:t>
            </a:r>
            <a:endParaRPr lang="en-US" altLang="ms-MY" sz="1800" b="0">
              <a:solidFill>
                <a:schemeClr val="hlink"/>
              </a:solidFill>
              <a:latin typeface="Times New Roman" panose="02020603050405020304" pitchFamily="18" charset="0"/>
            </a:endParaRPr>
          </a:p>
        </p:txBody>
      </p:sp>
      <p:sp>
        <p:nvSpPr>
          <p:cNvPr id="13334" name="Text Box 23"/>
          <p:cNvSpPr txBox="1">
            <a:spLocks noChangeArrowheads="1"/>
          </p:cNvSpPr>
          <p:nvPr/>
        </p:nvSpPr>
        <p:spPr bwMode="auto">
          <a:xfrm>
            <a:off x="128588" y="5805488"/>
            <a:ext cx="9777412" cy="671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2000">
                <a:solidFill>
                  <a:srgbClr val="FFFF00"/>
                </a:solidFill>
                <a:latin typeface="Times New Roman" panose="02020603050405020304" pitchFamily="18" charset="0"/>
              </a:rPr>
              <a:t>3.Development of the enterprise, contribute to the improvement in the workplace</a:t>
            </a:r>
          </a:p>
          <a:p>
            <a:pPr eaLnBrk="1" hangingPunct="1"/>
            <a:r>
              <a:rPr lang="ja-JP" altLang="en-US" sz="1800">
                <a:solidFill>
                  <a:srgbClr val="FFFF00"/>
                </a:solidFill>
                <a:latin typeface="Times New Roman" panose="02020603050405020304" pitchFamily="18" charset="0"/>
              </a:rPr>
              <a:t>（</a:t>
            </a:r>
            <a:r>
              <a:rPr lang="en-US" altLang="ja-JP" sz="1800">
                <a:solidFill>
                  <a:srgbClr val="FFFF00"/>
                </a:solidFill>
                <a:latin typeface="Times New Roman" panose="02020603050405020304" pitchFamily="18" charset="0"/>
              </a:rPr>
              <a:t>Place where ability is showed</a:t>
            </a:r>
            <a:r>
              <a:rPr lang="ja-JP" altLang="en-US" sz="1800">
                <a:solidFill>
                  <a:srgbClr val="FFFF00"/>
                </a:solidFill>
                <a:latin typeface="Times New Roman" panose="02020603050405020304" pitchFamily="18" charset="0"/>
              </a:rPr>
              <a:t>） </a:t>
            </a:r>
            <a:r>
              <a:rPr lang="en-US" altLang="ms-MY" sz="1800">
                <a:solidFill>
                  <a:srgbClr val="FFFF00"/>
                </a:solidFill>
                <a:latin typeface="Times New Roman" panose="02020603050405020304" pitchFamily="18" charset="0"/>
              </a:rPr>
              <a:t> </a:t>
            </a:r>
            <a:endParaRPr lang="en-US" altLang="ms-MY" sz="2000">
              <a:solidFill>
                <a:srgbClr val="FFFF00"/>
              </a:solidFill>
              <a:latin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AutoShape 2"/>
          <p:cNvSpPr>
            <a:spLocks noChangeArrowheads="1"/>
          </p:cNvSpPr>
          <p:nvPr/>
        </p:nvSpPr>
        <p:spPr bwMode="auto">
          <a:xfrm>
            <a:off x="1219200" y="152400"/>
            <a:ext cx="7620000" cy="533400"/>
          </a:xfrm>
          <a:prstGeom prst="roundRect">
            <a:avLst>
              <a:gd name="adj" fmla="val 16667"/>
            </a:avLst>
          </a:prstGeom>
          <a:solidFill>
            <a:srgbClr val="008000"/>
          </a:solidFill>
          <a:ln w="9525">
            <a:solidFill>
              <a:schemeClr val="tx1"/>
            </a:solidFill>
            <a:round/>
            <a:headEnd/>
            <a:tailEnd/>
          </a:ln>
          <a:effectLst>
            <a:outerShdw dist="107763" dir="2700000" algn="ctr" rotWithShape="0">
              <a:schemeClr val="bg2"/>
            </a:outerShdw>
          </a:effectLst>
        </p:spPr>
        <p:txBody>
          <a:bodyPr wrap="none" anchor="ctr"/>
          <a:lstStyle/>
          <a:p>
            <a:pPr algn="ctr"/>
            <a:r>
              <a:rPr lang="en-US" altLang="ja-JP" sz="3200">
                <a:effectLst>
                  <a:outerShdw blurRad="38100" dist="38100" dir="2700000" algn="tl">
                    <a:srgbClr val="000000"/>
                  </a:outerShdw>
                </a:effectLst>
                <a:ea typeface="イワタ中丸ゴシック体(GT)" charset="-128"/>
              </a:rPr>
              <a:t>New QC Circle Activities</a:t>
            </a:r>
            <a:endParaRPr lang="ja-JP" altLang="en-US" sz="3200">
              <a:effectLst>
                <a:outerShdw blurRad="38100" dist="38100" dir="2700000" algn="tl">
                  <a:srgbClr val="000000"/>
                </a:outerShdw>
              </a:effectLst>
              <a:ea typeface="イワタ中丸ゴシック体(GT)" charset="-128"/>
            </a:endParaRPr>
          </a:p>
        </p:txBody>
      </p:sp>
      <p:sp>
        <p:nvSpPr>
          <p:cNvPr id="133123" name="Text Box 3"/>
          <p:cNvSpPr txBox="1">
            <a:spLocks noChangeArrowheads="1"/>
          </p:cNvSpPr>
          <p:nvPr/>
        </p:nvSpPr>
        <p:spPr bwMode="auto">
          <a:xfrm>
            <a:off x="4719638" y="6713538"/>
            <a:ext cx="522287"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th-TH" altLang="ms-MY" sz="1200" b="0">
              <a:latin typeface="Times New Roman" panose="02020603050405020304" pitchFamily="18" charset="0"/>
              <a:ea typeface="イワタ中丸ゴシック体(GT)" charset="-128"/>
            </a:endParaRPr>
          </a:p>
        </p:txBody>
      </p:sp>
      <p:sp>
        <p:nvSpPr>
          <p:cNvPr id="133124" name="AutoShape 4"/>
          <p:cNvSpPr>
            <a:spLocks noChangeArrowheads="1"/>
          </p:cNvSpPr>
          <p:nvPr/>
        </p:nvSpPr>
        <p:spPr bwMode="auto">
          <a:xfrm>
            <a:off x="57150" y="836613"/>
            <a:ext cx="9848850" cy="6019800"/>
          </a:xfrm>
          <a:prstGeom prst="foldedCorner">
            <a:avLst>
              <a:gd name="adj" fmla="val 12500"/>
            </a:avLst>
          </a:prstGeom>
          <a:solidFill>
            <a:srgbClr val="000080">
              <a:alpha val="50000"/>
            </a:srgb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62000" rIns="1242000" anchor="ctr"/>
          <a:lstStyle/>
          <a:p>
            <a:endParaRPr lang="ms-MY"/>
          </a:p>
        </p:txBody>
      </p:sp>
      <p:sp>
        <p:nvSpPr>
          <p:cNvPr id="133125" name="AutoShape 5"/>
          <p:cNvSpPr>
            <a:spLocks noChangeArrowheads="1"/>
          </p:cNvSpPr>
          <p:nvPr/>
        </p:nvSpPr>
        <p:spPr bwMode="auto">
          <a:xfrm rot="-1925623">
            <a:off x="914400" y="2047875"/>
            <a:ext cx="4349750" cy="866775"/>
          </a:xfrm>
          <a:prstGeom prst="roundRect">
            <a:avLst>
              <a:gd name="adj" fmla="val 31296"/>
            </a:avLst>
          </a:prstGeom>
          <a:solidFill>
            <a:srgbClr val="00FF00"/>
          </a:solidFill>
          <a:ln w="9525">
            <a:solidFill>
              <a:schemeClr val="tx1"/>
            </a:solidFill>
            <a:round/>
            <a:headEnd/>
            <a:tailEnd/>
          </a:ln>
          <a:effectLst>
            <a:outerShdw dist="107763" dir="2700000" algn="ctr" rotWithShape="0">
              <a:schemeClr val="bg2"/>
            </a:outerShdw>
          </a:effectLst>
        </p:spPr>
        <p:txBody>
          <a:bodyPr wrap="none" anchor="ctr"/>
          <a:lstStyle/>
          <a:p>
            <a:endParaRPr lang="ms-MY"/>
          </a:p>
        </p:txBody>
      </p:sp>
      <p:grpSp>
        <p:nvGrpSpPr>
          <p:cNvPr id="133126" name="Group 6"/>
          <p:cNvGrpSpPr>
            <a:grpSpLocks/>
          </p:cNvGrpSpPr>
          <p:nvPr/>
        </p:nvGrpSpPr>
        <p:grpSpPr bwMode="auto">
          <a:xfrm>
            <a:off x="414338" y="990600"/>
            <a:ext cx="804862" cy="4876800"/>
            <a:chOff x="261" y="624"/>
            <a:chExt cx="507" cy="3072"/>
          </a:xfrm>
        </p:grpSpPr>
        <p:sp>
          <p:nvSpPr>
            <p:cNvPr id="133127" name="AutoShape 7"/>
            <p:cNvSpPr>
              <a:spLocks noChangeArrowheads="1"/>
            </p:cNvSpPr>
            <p:nvPr/>
          </p:nvSpPr>
          <p:spPr bwMode="auto">
            <a:xfrm>
              <a:off x="261" y="624"/>
              <a:ext cx="507" cy="3072"/>
            </a:xfrm>
            <a:prstGeom prst="upArrow">
              <a:avLst>
                <a:gd name="adj1" fmla="val 56500"/>
                <a:gd name="adj2" fmla="val 157791"/>
              </a:avLst>
            </a:prstGeom>
            <a:solidFill>
              <a:srgbClr val="0000FF"/>
            </a:solidFill>
            <a:ln w="25400">
              <a:solidFill>
                <a:schemeClr val="tx1"/>
              </a:solidFill>
              <a:miter lim="800000"/>
              <a:headEnd/>
              <a:tailEnd/>
            </a:ln>
            <a:effectLst>
              <a:outerShdw dist="35921" dir="2700000" algn="ctr" rotWithShape="0">
                <a:schemeClr val="bg2"/>
              </a:outerShdw>
            </a:effectLst>
          </p:spPr>
          <p:txBody>
            <a:bodyPr wrap="none" anchor="ctr"/>
            <a:lstStyle/>
            <a:p>
              <a:endParaRPr lang="ms-MY"/>
            </a:p>
          </p:txBody>
        </p:sp>
        <p:sp>
          <p:nvSpPr>
            <p:cNvPr id="133128" name="Text Box 8"/>
            <p:cNvSpPr txBox="1">
              <a:spLocks noChangeArrowheads="1"/>
            </p:cNvSpPr>
            <p:nvPr/>
          </p:nvSpPr>
          <p:spPr bwMode="auto">
            <a:xfrm>
              <a:off x="339" y="1161"/>
              <a:ext cx="346" cy="24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nchor="ctr">
              <a:spAutoFit/>
            </a:bodyPr>
            <a:lstStyle/>
            <a:p>
              <a:pPr algn="ctr">
                <a:spcBef>
                  <a:spcPct val="50000"/>
                </a:spcBef>
              </a:pPr>
              <a:r>
                <a:rPr lang="en-US" altLang="ja-JP" sz="2400">
                  <a:effectLst>
                    <a:outerShdw blurRad="38100" dist="38100" dir="2700000" algn="tl">
                      <a:srgbClr val="000000"/>
                    </a:outerShdw>
                  </a:effectLst>
                  <a:ea typeface="イワタ中丸ゴシック体(GT)" charset="-128"/>
                </a:rPr>
                <a:t>NEW ASPECT</a:t>
              </a:r>
            </a:p>
          </p:txBody>
        </p:sp>
      </p:grpSp>
      <p:grpSp>
        <p:nvGrpSpPr>
          <p:cNvPr id="133129" name="Group 9"/>
          <p:cNvGrpSpPr>
            <a:grpSpLocks/>
          </p:cNvGrpSpPr>
          <p:nvPr/>
        </p:nvGrpSpPr>
        <p:grpSpPr bwMode="auto">
          <a:xfrm>
            <a:off x="1066800" y="5943600"/>
            <a:ext cx="7620000" cy="619125"/>
            <a:chOff x="672" y="3744"/>
            <a:chExt cx="4800" cy="390"/>
          </a:xfrm>
        </p:grpSpPr>
        <p:sp>
          <p:nvSpPr>
            <p:cNvPr id="133130" name="AutoShape 10"/>
            <p:cNvSpPr>
              <a:spLocks noChangeArrowheads="1"/>
            </p:cNvSpPr>
            <p:nvPr/>
          </p:nvSpPr>
          <p:spPr bwMode="auto">
            <a:xfrm rot="5400000">
              <a:off x="2877" y="1539"/>
              <a:ext cx="390" cy="4800"/>
            </a:xfrm>
            <a:prstGeom prst="upArrow">
              <a:avLst>
                <a:gd name="adj1" fmla="val 59898"/>
                <a:gd name="adj2" fmla="val 261766"/>
              </a:avLst>
            </a:prstGeom>
            <a:solidFill>
              <a:srgbClr val="CCFFFF"/>
            </a:solidFill>
            <a:ln w="25400">
              <a:solidFill>
                <a:schemeClr val="tx1"/>
              </a:solidFill>
              <a:miter lim="800000"/>
              <a:headEnd/>
              <a:tailEnd/>
            </a:ln>
            <a:effectLst>
              <a:outerShdw dist="35921" dir="2700000" algn="ctr" rotWithShape="0">
                <a:schemeClr val="bg2"/>
              </a:outerShdw>
            </a:effectLst>
          </p:spPr>
          <p:txBody>
            <a:bodyPr wrap="none" anchor="ctr"/>
            <a:lstStyle/>
            <a:p>
              <a:endParaRPr lang="ms-MY"/>
            </a:p>
          </p:txBody>
        </p:sp>
        <p:sp>
          <p:nvSpPr>
            <p:cNvPr id="133131" name="Text Box 11"/>
            <p:cNvSpPr txBox="1">
              <a:spLocks noChangeArrowheads="1"/>
            </p:cNvSpPr>
            <p:nvPr/>
          </p:nvSpPr>
          <p:spPr bwMode="auto">
            <a:xfrm>
              <a:off x="1200" y="3792"/>
              <a:ext cx="302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spcBef>
                  <a:spcPct val="50000"/>
                </a:spcBef>
              </a:pPr>
              <a:r>
                <a:rPr lang="en-US" altLang="ja-JP" sz="2400">
                  <a:solidFill>
                    <a:schemeClr val="bg2"/>
                  </a:solidFill>
                  <a:effectLst>
                    <a:outerShdw blurRad="38100" dist="38100" dir="2700000" algn="tl">
                      <a:srgbClr val="FFFFFF"/>
                    </a:outerShdw>
                  </a:effectLst>
                  <a:latin typeface="Times New Roman" panose="02020603050405020304" pitchFamily="18" charset="0"/>
                  <a:ea typeface="イワタ中丸ゴシック体(GT)" charset="-128"/>
                </a:rPr>
                <a:t>Conventional QC Circle activities</a:t>
              </a:r>
            </a:p>
          </p:txBody>
        </p:sp>
      </p:grpSp>
      <p:grpSp>
        <p:nvGrpSpPr>
          <p:cNvPr id="133132" name="Group 12"/>
          <p:cNvGrpSpPr>
            <a:grpSpLocks/>
          </p:cNvGrpSpPr>
          <p:nvPr/>
        </p:nvGrpSpPr>
        <p:grpSpPr bwMode="auto">
          <a:xfrm>
            <a:off x="6700838" y="1524000"/>
            <a:ext cx="3205162" cy="1143000"/>
            <a:chOff x="4221" y="960"/>
            <a:chExt cx="2019" cy="720"/>
          </a:xfrm>
        </p:grpSpPr>
        <p:sp>
          <p:nvSpPr>
            <p:cNvPr id="133133" name="AutoShape 13"/>
            <p:cNvSpPr>
              <a:spLocks noChangeArrowheads="1"/>
            </p:cNvSpPr>
            <p:nvPr/>
          </p:nvSpPr>
          <p:spPr bwMode="auto">
            <a:xfrm>
              <a:off x="4221" y="960"/>
              <a:ext cx="1875" cy="720"/>
            </a:xfrm>
            <a:prstGeom prst="roundRect">
              <a:avLst>
                <a:gd name="adj" fmla="val 10417"/>
              </a:avLst>
            </a:prstGeom>
            <a:solidFill>
              <a:srgbClr val="FFFF00"/>
            </a:solidFill>
            <a:ln w="19050">
              <a:solidFill>
                <a:schemeClr val="tx1"/>
              </a:solidFill>
              <a:round/>
              <a:headEnd/>
              <a:tailEnd/>
            </a:ln>
            <a:effectLst>
              <a:outerShdw dist="107763" dir="2700000" algn="ctr" rotWithShape="0">
                <a:schemeClr val="bg2"/>
              </a:outerShdw>
            </a:effectLst>
          </p:spPr>
          <p:txBody>
            <a:bodyPr wrap="none" anchor="ctr"/>
            <a:lstStyle/>
            <a:p>
              <a:endParaRPr lang="ms-MY"/>
            </a:p>
          </p:txBody>
        </p:sp>
        <p:sp>
          <p:nvSpPr>
            <p:cNvPr id="133134" name="Text Box 14"/>
            <p:cNvSpPr txBox="1">
              <a:spLocks noChangeArrowheads="1"/>
            </p:cNvSpPr>
            <p:nvPr/>
          </p:nvSpPr>
          <p:spPr bwMode="auto">
            <a:xfrm>
              <a:off x="4224" y="1027"/>
              <a:ext cx="2016" cy="6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spcBef>
                  <a:spcPct val="50000"/>
                </a:spcBef>
              </a:pPr>
              <a:r>
                <a:rPr lang="en-US" altLang="ja-JP" sz="1800">
                  <a:solidFill>
                    <a:schemeClr val="bg2"/>
                  </a:solidFill>
                  <a:effectLst>
                    <a:outerShdw blurRad="38100" dist="38100" dir="2700000" algn="tl">
                      <a:srgbClr val="FFFFFF"/>
                    </a:outerShdw>
                  </a:effectLst>
                  <a:latin typeface="Times New Roman" panose="02020603050405020304" pitchFamily="18" charset="0"/>
                  <a:ea typeface="イワタ中丸ゴシック体(GT)" charset="-128"/>
                </a:rPr>
                <a:t>● Improve individual capability</a:t>
              </a:r>
            </a:p>
            <a:p>
              <a:pPr>
                <a:lnSpc>
                  <a:spcPct val="65000"/>
                </a:lnSpc>
                <a:spcBef>
                  <a:spcPct val="50000"/>
                </a:spcBef>
              </a:pPr>
              <a:r>
                <a:rPr lang="en-US" altLang="ja-JP" sz="1800">
                  <a:solidFill>
                    <a:schemeClr val="bg2"/>
                  </a:solidFill>
                  <a:effectLst>
                    <a:outerShdw blurRad="38100" dist="38100" dir="2700000" algn="tl">
                      <a:srgbClr val="FFFFFF"/>
                    </a:outerShdw>
                  </a:effectLst>
                  <a:latin typeface="Times New Roman" panose="02020603050405020304" pitchFamily="18" charset="0"/>
                  <a:ea typeface="イワタ中丸ゴシック体(GT)" charset="-128"/>
                </a:rPr>
                <a:t>● making a lively workplace</a:t>
              </a:r>
            </a:p>
          </p:txBody>
        </p:sp>
      </p:grpSp>
      <p:grpSp>
        <p:nvGrpSpPr>
          <p:cNvPr id="133135" name="Group 15"/>
          <p:cNvGrpSpPr>
            <a:grpSpLocks/>
          </p:cNvGrpSpPr>
          <p:nvPr/>
        </p:nvGrpSpPr>
        <p:grpSpPr bwMode="auto">
          <a:xfrm>
            <a:off x="6553200" y="4724400"/>
            <a:ext cx="2414588" cy="752475"/>
            <a:chOff x="4128" y="2976"/>
            <a:chExt cx="1521" cy="474"/>
          </a:xfrm>
        </p:grpSpPr>
        <p:sp>
          <p:nvSpPr>
            <p:cNvPr id="133136" name="Rectangle 16"/>
            <p:cNvSpPr>
              <a:spLocks noChangeArrowheads="1"/>
            </p:cNvSpPr>
            <p:nvPr/>
          </p:nvSpPr>
          <p:spPr bwMode="auto">
            <a:xfrm>
              <a:off x="4128" y="2976"/>
              <a:ext cx="1521" cy="474"/>
            </a:xfrm>
            <a:prstGeom prst="rect">
              <a:avLst/>
            </a:prstGeom>
            <a:solidFill>
              <a:srgbClr val="993366"/>
            </a:solidFill>
            <a:ln w="9525">
              <a:solidFill>
                <a:schemeClr val="tx1"/>
              </a:solidFill>
              <a:miter lim="800000"/>
              <a:headEnd/>
              <a:tailEnd/>
            </a:ln>
            <a:effectLst>
              <a:outerShdw dist="107763" dir="2700000" algn="ctr" rotWithShape="0">
                <a:schemeClr val="bg2"/>
              </a:outerShdw>
            </a:effectLst>
          </p:spPr>
          <p:txBody>
            <a:bodyPr wrap="none" anchor="ctr"/>
            <a:lstStyle/>
            <a:p>
              <a:endParaRPr lang="ms-MY"/>
            </a:p>
          </p:txBody>
        </p:sp>
        <p:sp>
          <p:nvSpPr>
            <p:cNvPr id="133137" name="Text Box 17"/>
            <p:cNvSpPr txBox="1">
              <a:spLocks noChangeArrowheads="1"/>
            </p:cNvSpPr>
            <p:nvPr/>
          </p:nvSpPr>
          <p:spPr bwMode="auto">
            <a:xfrm>
              <a:off x="4257" y="2994"/>
              <a:ext cx="1360" cy="4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30000"/>
                </a:spcBef>
              </a:pPr>
              <a:r>
                <a:rPr lang="en-US" altLang="ja-JP" sz="1800">
                  <a:effectLst>
                    <a:outerShdw blurRad="38100" dist="38100" dir="2700000" algn="tl">
                      <a:srgbClr val="000000"/>
                    </a:outerShdw>
                  </a:effectLst>
                  <a:latin typeface="Times New Roman" panose="02020603050405020304" pitchFamily="18" charset="0"/>
                  <a:ea typeface="イワタ中丸ゴシック体(GT)" charset="-128"/>
                </a:rPr>
                <a:t>QC Circle activities </a:t>
              </a:r>
            </a:p>
            <a:p>
              <a:pPr>
                <a:spcBef>
                  <a:spcPct val="30000"/>
                </a:spcBef>
              </a:pPr>
              <a:r>
                <a:rPr lang="en-US" altLang="ja-JP" sz="1800">
                  <a:effectLst>
                    <a:outerShdw blurRad="38100" dist="38100" dir="2700000" algn="tl">
                      <a:srgbClr val="000000"/>
                    </a:outerShdw>
                  </a:effectLst>
                  <a:latin typeface="Times New Roman" panose="02020603050405020304" pitchFamily="18" charset="0"/>
                  <a:ea typeface="イワタ中丸ゴシック体(GT)" charset="-128"/>
                </a:rPr>
                <a:t>on Autonomy</a:t>
              </a:r>
            </a:p>
          </p:txBody>
        </p:sp>
      </p:grpSp>
      <p:grpSp>
        <p:nvGrpSpPr>
          <p:cNvPr id="133138" name="Group 18"/>
          <p:cNvGrpSpPr>
            <a:grpSpLocks/>
          </p:cNvGrpSpPr>
          <p:nvPr/>
        </p:nvGrpSpPr>
        <p:grpSpPr bwMode="auto">
          <a:xfrm>
            <a:off x="731838" y="3709988"/>
            <a:ext cx="6381750" cy="1092200"/>
            <a:chOff x="461" y="2337"/>
            <a:chExt cx="4020" cy="688"/>
          </a:xfrm>
        </p:grpSpPr>
        <p:sp>
          <p:nvSpPr>
            <p:cNvPr id="133139" name="AutoShape 19" descr="20%"/>
            <p:cNvSpPr>
              <a:spLocks noChangeArrowheads="1"/>
            </p:cNvSpPr>
            <p:nvPr/>
          </p:nvSpPr>
          <p:spPr bwMode="auto">
            <a:xfrm rot="-1850062">
              <a:off x="461" y="2337"/>
              <a:ext cx="4020" cy="579"/>
            </a:xfrm>
            <a:prstGeom prst="rightArrow">
              <a:avLst>
                <a:gd name="adj1" fmla="val 50000"/>
                <a:gd name="adj2" fmla="val 173575"/>
              </a:avLst>
            </a:prstGeom>
            <a:pattFill prst="pct20">
              <a:fgClr>
                <a:schemeClr val="tx1"/>
              </a:fgClr>
              <a:bgClr>
                <a:srgbClr val="FFFFFF"/>
              </a:bgClr>
            </a:pattFill>
            <a:ln w="28575">
              <a:solidFill>
                <a:schemeClr val="bg2"/>
              </a:solidFill>
              <a:miter lim="800000"/>
              <a:headEnd/>
              <a:tailEnd/>
            </a:ln>
            <a:effectLst>
              <a:outerShdw dist="35921" dir="2700000" algn="ctr" rotWithShape="0">
                <a:schemeClr val="bg2"/>
              </a:outerShdw>
            </a:effectLst>
          </p:spPr>
          <p:txBody>
            <a:bodyPr wrap="none" anchor="ctr"/>
            <a:lstStyle/>
            <a:p>
              <a:endParaRPr lang="ms-MY"/>
            </a:p>
          </p:txBody>
        </p:sp>
        <p:sp>
          <p:nvSpPr>
            <p:cNvPr id="133140" name="Text Box 20"/>
            <p:cNvSpPr txBox="1">
              <a:spLocks noChangeArrowheads="1"/>
            </p:cNvSpPr>
            <p:nvPr/>
          </p:nvSpPr>
          <p:spPr bwMode="auto">
            <a:xfrm rot="-1836938">
              <a:off x="579" y="2775"/>
              <a:ext cx="2829" cy="25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spcBef>
                  <a:spcPct val="50000"/>
                </a:spcBef>
              </a:pPr>
              <a:r>
                <a:rPr lang="ja-JP" altLang="en-US" sz="2000">
                  <a:solidFill>
                    <a:schemeClr val="bg2"/>
                  </a:solidFill>
                  <a:effectLst>
                    <a:outerShdw blurRad="38100" dist="38100" dir="2700000" algn="tl">
                      <a:srgbClr val="FFFFFF"/>
                    </a:outerShdw>
                  </a:effectLst>
                  <a:ea typeface="イワタ中丸ゴシック体(GT)" charset="-128"/>
                </a:rPr>
                <a:t>ＮＥＷ  ＱＣ </a:t>
              </a:r>
              <a:r>
                <a:rPr lang="en-US" altLang="ja-JP" sz="2000">
                  <a:solidFill>
                    <a:schemeClr val="bg2"/>
                  </a:solidFill>
                  <a:effectLst>
                    <a:outerShdw blurRad="38100" dist="38100" dir="2700000" algn="tl">
                      <a:srgbClr val="FFFFFF"/>
                    </a:outerShdw>
                  </a:effectLst>
                  <a:ea typeface="イワタ中丸ゴシック体(GT)" charset="-128"/>
                </a:rPr>
                <a:t>Circle Activities</a:t>
              </a:r>
              <a:endParaRPr lang="en-US" altLang="ja-JP" sz="2000">
                <a:solidFill>
                  <a:schemeClr val="bg2"/>
                </a:solidFill>
                <a:effectLst>
                  <a:outerShdw blurRad="38100" dist="38100" dir="2700000" algn="tl">
                    <a:srgbClr val="FFFFFF"/>
                  </a:outerShdw>
                </a:effectLst>
                <a:latin typeface="Times New Roman" panose="02020603050405020304" pitchFamily="18" charset="0"/>
                <a:ea typeface="イワタ中丸ゴシック体(GT)" charset="-128"/>
              </a:endParaRPr>
            </a:p>
          </p:txBody>
        </p:sp>
      </p:grpSp>
      <p:grpSp>
        <p:nvGrpSpPr>
          <p:cNvPr id="133141" name="Group 21"/>
          <p:cNvGrpSpPr>
            <a:grpSpLocks/>
          </p:cNvGrpSpPr>
          <p:nvPr/>
        </p:nvGrpSpPr>
        <p:grpSpPr bwMode="auto">
          <a:xfrm>
            <a:off x="1219200" y="1357313"/>
            <a:ext cx="3748088" cy="2224087"/>
            <a:chOff x="768" y="855"/>
            <a:chExt cx="2361" cy="1401"/>
          </a:xfrm>
        </p:grpSpPr>
        <p:grpSp>
          <p:nvGrpSpPr>
            <p:cNvPr id="133142" name="Group 22"/>
            <p:cNvGrpSpPr>
              <a:grpSpLocks/>
            </p:cNvGrpSpPr>
            <p:nvPr/>
          </p:nvGrpSpPr>
          <p:grpSpPr bwMode="auto">
            <a:xfrm>
              <a:off x="2409" y="855"/>
              <a:ext cx="720" cy="384"/>
              <a:chOff x="2409" y="855"/>
              <a:chExt cx="720" cy="384"/>
            </a:xfrm>
          </p:grpSpPr>
          <p:sp>
            <p:nvSpPr>
              <p:cNvPr id="133143" name="Oval 23"/>
              <p:cNvSpPr>
                <a:spLocks noChangeArrowheads="1"/>
              </p:cNvSpPr>
              <p:nvPr/>
            </p:nvSpPr>
            <p:spPr bwMode="auto">
              <a:xfrm>
                <a:off x="2409" y="855"/>
                <a:ext cx="720" cy="384"/>
              </a:xfrm>
              <a:prstGeom prst="ellipse">
                <a:avLst/>
              </a:prstGeom>
              <a:solidFill>
                <a:schemeClr val="bg1"/>
              </a:solidFill>
              <a:ln w="25400">
                <a:solidFill>
                  <a:srgbClr val="FF33C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sp>
            <p:nvSpPr>
              <p:cNvPr id="133144" name="Text Box 24"/>
              <p:cNvSpPr txBox="1">
                <a:spLocks noChangeArrowheads="1"/>
              </p:cNvSpPr>
              <p:nvPr/>
            </p:nvSpPr>
            <p:spPr bwMode="auto">
              <a:xfrm>
                <a:off x="2430" y="934"/>
                <a:ext cx="649"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pPr>
                <a:r>
                  <a:rPr lang="en-US" altLang="ja-JP" sz="1400">
                    <a:effectLst>
                      <a:outerShdw blurRad="38100" dist="38100" dir="2700000" algn="tl">
                        <a:srgbClr val="000000"/>
                      </a:outerShdw>
                    </a:effectLst>
                    <a:latin typeface="Times New Roman" panose="02020603050405020304" pitchFamily="18" charset="0"/>
                    <a:ea typeface="イワタ中丸ゴシック体(GT)" charset="-128"/>
                  </a:rPr>
                  <a:t>Fulfillment</a:t>
                </a:r>
              </a:p>
            </p:txBody>
          </p:sp>
        </p:grpSp>
        <p:grpSp>
          <p:nvGrpSpPr>
            <p:cNvPr id="133145" name="Group 25"/>
            <p:cNvGrpSpPr>
              <a:grpSpLocks/>
            </p:cNvGrpSpPr>
            <p:nvPr/>
          </p:nvGrpSpPr>
          <p:grpSpPr bwMode="auto">
            <a:xfrm>
              <a:off x="768" y="1872"/>
              <a:ext cx="720" cy="384"/>
              <a:chOff x="768" y="1872"/>
              <a:chExt cx="720" cy="384"/>
            </a:xfrm>
          </p:grpSpPr>
          <p:sp>
            <p:nvSpPr>
              <p:cNvPr id="133146" name="Oval 26"/>
              <p:cNvSpPr>
                <a:spLocks noChangeArrowheads="1"/>
              </p:cNvSpPr>
              <p:nvPr/>
            </p:nvSpPr>
            <p:spPr bwMode="auto">
              <a:xfrm>
                <a:off x="768" y="1872"/>
                <a:ext cx="720" cy="384"/>
              </a:xfrm>
              <a:prstGeom prst="ellipse">
                <a:avLst/>
              </a:prstGeom>
              <a:solidFill>
                <a:schemeClr val="bg1"/>
              </a:solidFill>
              <a:ln w="25400">
                <a:solidFill>
                  <a:srgbClr val="FF33C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sp>
            <p:nvSpPr>
              <p:cNvPr id="133147" name="Text Box 27"/>
              <p:cNvSpPr txBox="1">
                <a:spLocks noChangeArrowheads="1"/>
              </p:cNvSpPr>
              <p:nvPr/>
            </p:nvSpPr>
            <p:spPr bwMode="auto">
              <a:xfrm>
                <a:off x="807" y="1920"/>
                <a:ext cx="607" cy="2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lnSpc>
                    <a:spcPct val="60000"/>
                  </a:lnSpc>
                  <a:spcBef>
                    <a:spcPct val="50000"/>
                  </a:spcBef>
                </a:pPr>
                <a:r>
                  <a:rPr lang="en-US" altLang="ja-JP" sz="1200">
                    <a:effectLst>
                      <a:outerShdw blurRad="38100" dist="38100" dir="2700000" algn="tl">
                        <a:srgbClr val="000000"/>
                      </a:outerShdw>
                    </a:effectLst>
                    <a:latin typeface="Times New Roman" panose="02020603050405020304" pitchFamily="18" charset="0"/>
                    <a:ea typeface="イワタ中丸ゴシック体(GT)" charset="-128"/>
                  </a:rPr>
                  <a:t>Respect for </a:t>
                </a:r>
              </a:p>
              <a:p>
                <a:pPr algn="ctr">
                  <a:lnSpc>
                    <a:spcPct val="60000"/>
                  </a:lnSpc>
                  <a:spcBef>
                    <a:spcPct val="50000"/>
                  </a:spcBef>
                </a:pPr>
                <a:r>
                  <a:rPr lang="en-US" altLang="ja-JP" sz="1200">
                    <a:effectLst>
                      <a:outerShdw blurRad="38100" dist="38100" dir="2700000" algn="tl">
                        <a:srgbClr val="000000"/>
                      </a:outerShdw>
                    </a:effectLst>
                    <a:latin typeface="Times New Roman" panose="02020603050405020304" pitchFamily="18" charset="0"/>
                    <a:ea typeface="イワタ中丸ゴシック体(GT)" charset="-128"/>
                  </a:rPr>
                  <a:t>people </a:t>
                </a:r>
              </a:p>
            </p:txBody>
          </p:sp>
        </p:grpSp>
        <p:grpSp>
          <p:nvGrpSpPr>
            <p:cNvPr id="133148" name="Group 28"/>
            <p:cNvGrpSpPr>
              <a:grpSpLocks/>
            </p:cNvGrpSpPr>
            <p:nvPr/>
          </p:nvGrpSpPr>
          <p:grpSpPr bwMode="auto">
            <a:xfrm>
              <a:off x="1344" y="1536"/>
              <a:ext cx="720" cy="384"/>
              <a:chOff x="1344" y="1536"/>
              <a:chExt cx="720" cy="384"/>
            </a:xfrm>
          </p:grpSpPr>
          <p:sp>
            <p:nvSpPr>
              <p:cNvPr id="133149" name="Oval 29"/>
              <p:cNvSpPr>
                <a:spLocks noChangeArrowheads="1"/>
              </p:cNvSpPr>
              <p:nvPr/>
            </p:nvSpPr>
            <p:spPr bwMode="auto">
              <a:xfrm>
                <a:off x="1344" y="1536"/>
                <a:ext cx="720" cy="384"/>
              </a:xfrm>
              <a:prstGeom prst="ellipse">
                <a:avLst/>
              </a:prstGeom>
              <a:solidFill>
                <a:schemeClr val="bg1"/>
              </a:solidFill>
              <a:ln w="25400">
                <a:solidFill>
                  <a:srgbClr val="FF33C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sp>
            <p:nvSpPr>
              <p:cNvPr id="133150" name="Text Box 30"/>
              <p:cNvSpPr txBox="1">
                <a:spLocks noChangeArrowheads="1"/>
              </p:cNvSpPr>
              <p:nvPr/>
            </p:nvSpPr>
            <p:spPr bwMode="auto">
              <a:xfrm>
                <a:off x="1396" y="1536"/>
                <a:ext cx="576" cy="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ja-JP" sz="1000" b="0">
                    <a:effectLst>
                      <a:outerShdw blurRad="38100" dist="38100" dir="2700000" algn="tl">
                        <a:srgbClr val="000000"/>
                      </a:outerShdw>
                    </a:effectLst>
                    <a:latin typeface="Times New Roman" panose="02020603050405020304" pitchFamily="18" charset="0"/>
                    <a:ea typeface="イワタ中丸ゴシック体(GT)" charset="-128"/>
                  </a:rPr>
                  <a:t> </a:t>
                </a:r>
                <a:r>
                  <a:rPr lang="en-US" altLang="ja-JP" sz="1000">
                    <a:effectLst>
                      <a:outerShdw blurRad="38100" dist="38100" dir="2700000" algn="tl">
                        <a:srgbClr val="000000"/>
                      </a:outerShdw>
                    </a:effectLst>
                    <a:ea typeface="イワタ中丸ゴシック体(GT)" charset="-128"/>
                  </a:rPr>
                  <a:t>Individual </a:t>
                </a:r>
              </a:p>
              <a:p>
                <a:pPr algn="ctr"/>
                <a:r>
                  <a:rPr lang="en-US" altLang="ja-JP" sz="1000">
                    <a:effectLst>
                      <a:outerShdw blurRad="38100" dist="38100" dir="2700000" algn="tl">
                        <a:srgbClr val="000000"/>
                      </a:outerShdw>
                    </a:effectLst>
                    <a:ea typeface="イワタ中丸ゴシック体(GT)" charset="-128"/>
                  </a:rPr>
                  <a:t>ability </a:t>
                </a:r>
              </a:p>
              <a:p>
                <a:pPr algn="ctr"/>
                <a:r>
                  <a:rPr lang="en-US" altLang="ja-JP" sz="1000">
                    <a:effectLst>
                      <a:outerShdw blurRad="38100" dist="38100" dir="2700000" algn="tl">
                        <a:srgbClr val="000000"/>
                      </a:outerShdw>
                    </a:effectLst>
                    <a:ea typeface="イワタ中丸ゴシック体(GT)" charset="-128"/>
                  </a:rPr>
                  <a:t>improvement</a:t>
                </a:r>
                <a:endParaRPr lang="en-US" altLang="ja-JP" sz="1000" b="0">
                  <a:effectLst>
                    <a:outerShdw blurRad="38100" dist="38100" dir="2700000" algn="tl">
                      <a:srgbClr val="000000"/>
                    </a:outerShdw>
                  </a:effectLst>
                  <a:latin typeface="Times New Roman" panose="02020603050405020304" pitchFamily="18" charset="0"/>
                  <a:ea typeface="イワタ中丸ゴシック体(GT)" charset="-128"/>
                </a:endParaRPr>
              </a:p>
            </p:txBody>
          </p:sp>
        </p:grpSp>
        <p:grpSp>
          <p:nvGrpSpPr>
            <p:cNvPr id="133151" name="Group 31"/>
            <p:cNvGrpSpPr>
              <a:grpSpLocks/>
            </p:cNvGrpSpPr>
            <p:nvPr/>
          </p:nvGrpSpPr>
          <p:grpSpPr bwMode="auto">
            <a:xfrm>
              <a:off x="1872" y="1200"/>
              <a:ext cx="720" cy="384"/>
              <a:chOff x="1872" y="1200"/>
              <a:chExt cx="720" cy="384"/>
            </a:xfrm>
          </p:grpSpPr>
          <p:sp>
            <p:nvSpPr>
              <p:cNvPr id="133152" name="Oval 32"/>
              <p:cNvSpPr>
                <a:spLocks noChangeArrowheads="1"/>
              </p:cNvSpPr>
              <p:nvPr/>
            </p:nvSpPr>
            <p:spPr bwMode="auto">
              <a:xfrm>
                <a:off x="1872" y="1200"/>
                <a:ext cx="720" cy="384"/>
              </a:xfrm>
              <a:prstGeom prst="ellipse">
                <a:avLst/>
              </a:prstGeom>
              <a:solidFill>
                <a:schemeClr val="bg1"/>
              </a:solidFill>
              <a:ln w="25400">
                <a:solidFill>
                  <a:srgbClr val="FF33C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ms-MY"/>
              </a:p>
            </p:txBody>
          </p:sp>
          <p:sp>
            <p:nvSpPr>
              <p:cNvPr id="133153" name="Text Box 33"/>
              <p:cNvSpPr txBox="1">
                <a:spLocks noChangeArrowheads="1"/>
              </p:cNvSpPr>
              <p:nvPr/>
            </p:nvSpPr>
            <p:spPr bwMode="auto">
              <a:xfrm>
                <a:off x="1922" y="1219"/>
                <a:ext cx="623"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rgbClr val="FF33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ja-JP" sz="1400" b="0">
                    <a:effectLst>
                      <a:outerShdw blurRad="38100" dist="38100" dir="2700000" algn="tl">
                        <a:srgbClr val="000000"/>
                      </a:outerShdw>
                    </a:effectLst>
                    <a:latin typeface="Times New Roman" panose="02020603050405020304" pitchFamily="18" charset="0"/>
                    <a:ea typeface="イワタ中丸ゴシック体(GT)" charset="-128"/>
                  </a:rPr>
                  <a:t> </a:t>
                </a:r>
                <a:r>
                  <a:rPr lang="en-US" altLang="ja-JP" sz="1400">
                    <a:effectLst>
                      <a:outerShdw blurRad="38100" dist="38100" dir="2700000" algn="tl">
                        <a:srgbClr val="000000"/>
                      </a:outerShdw>
                    </a:effectLst>
                    <a:latin typeface="Times New Roman" panose="02020603050405020304" pitchFamily="18" charset="0"/>
                    <a:ea typeface="イワタ中丸ゴシック体(GT)" charset="-128"/>
                  </a:rPr>
                  <a:t>Problem</a:t>
                </a:r>
              </a:p>
              <a:p>
                <a:pPr algn="ctr"/>
                <a:r>
                  <a:rPr lang="en-US" altLang="ja-JP" sz="1400">
                    <a:effectLst>
                      <a:outerShdw blurRad="38100" dist="38100" dir="2700000" algn="tl">
                        <a:srgbClr val="000000"/>
                      </a:outerShdw>
                    </a:effectLst>
                    <a:latin typeface="Times New Roman" panose="02020603050405020304" pitchFamily="18" charset="0"/>
                    <a:ea typeface="イワタ中丸ゴシック体(GT)" charset="-128"/>
                  </a:rPr>
                  <a:t> Challenge</a:t>
                </a:r>
                <a:endParaRPr lang="en-US" altLang="ja-JP" sz="1400" b="0">
                  <a:effectLst>
                    <a:outerShdw blurRad="38100" dist="38100" dir="2700000" algn="tl">
                      <a:srgbClr val="000000"/>
                    </a:outerShdw>
                  </a:effectLst>
                  <a:latin typeface="Times New Roman" panose="02020603050405020304" pitchFamily="18" charset="0"/>
                  <a:ea typeface="イワタ中丸ゴシック体(GT)" charset="-128"/>
                </a:endParaRPr>
              </a:p>
            </p:txBody>
          </p:sp>
        </p:grpSp>
      </p:grpSp>
      <p:grpSp>
        <p:nvGrpSpPr>
          <p:cNvPr id="133154" name="Group 34"/>
          <p:cNvGrpSpPr>
            <a:grpSpLocks/>
          </p:cNvGrpSpPr>
          <p:nvPr/>
        </p:nvGrpSpPr>
        <p:grpSpPr bwMode="auto">
          <a:xfrm>
            <a:off x="1295400" y="968375"/>
            <a:ext cx="2667000" cy="825500"/>
            <a:chOff x="816" y="610"/>
            <a:chExt cx="1680" cy="520"/>
          </a:xfrm>
        </p:grpSpPr>
        <p:sp>
          <p:nvSpPr>
            <p:cNvPr id="133155" name="Rectangle 35"/>
            <p:cNvSpPr>
              <a:spLocks noChangeArrowheads="1"/>
            </p:cNvSpPr>
            <p:nvPr/>
          </p:nvSpPr>
          <p:spPr bwMode="auto">
            <a:xfrm>
              <a:off x="816" y="624"/>
              <a:ext cx="1200" cy="480"/>
            </a:xfrm>
            <a:prstGeom prst="rect">
              <a:avLst/>
            </a:prstGeom>
            <a:solidFill>
              <a:srgbClr val="FFFF00"/>
            </a:solidFill>
            <a:ln w="9525">
              <a:solidFill>
                <a:schemeClr val="tx1"/>
              </a:solidFill>
              <a:miter lim="800000"/>
              <a:headEnd/>
              <a:tailEnd/>
            </a:ln>
            <a:effectLst>
              <a:outerShdw dist="107763" dir="2700000" algn="ctr" rotWithShape="0">
                <a:schemeClr val="bg2"/>
              </a:outerShdw>
            </a:effectLst>
          </p:spPr>
          <p:txBody>
            <a:bodyPr wrap="none" lIns="1062000" rIns="1242000" anchor="ctr"/>
            <a:lstStyle/>
            <a:p>
              <a:endParaRPr lang="ms-MY"/>
            </a:p>
          </p:txBody>
        </p:sp>
        <p:sp>
          <p:nvSpPr>
            <p:cNvPr id="133156" name="Text Box 36"/>
            <p:cNvSpPr txBox="1">
              <a:spLocks noChangeArrowheads="1"/>
            </p:cNvSpPr>
            <p:nvPr/>
          </p:nvSpPr>
          <p:spPr bwMode="auto">
            <a:xfrm>
              <a:off x="864" y="610"/>
              <a:ext cx="1632" cy="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en-US" altLang="ja-JP" sz="1600">
                  <a:solidFill>
                    <a:schemeClr val="bg2"/>
                  </a:solidFill>
                  <a:effectLst>
                    <a:outerShdw blurRad="38100" dist="38100" dir="2700000" algn="tl">
                      <a:srgbClr val="FFFFFF"/>
                    </a:outerShdw>
                  </a:effectLst>
                  <a:latin typeface="Times New Roman" panose="02020603050405020304" pitchFamily="18" charset="0"/>
                  <a:ea typeface="イワタ中丸ゴシック体(GT)" charset="-128"/>
                </a:rPr>
                <a:t>QC Circle as </a:t>
              </a:r>
            </a:p>
            <a:p>
              <a:r>
                <a:rPr lang="en-US" altLang="ja-JP" sz="1600">
                  <a:solidFill>
                    <a:schemeClr val="bg2"/>
                  </a:solidFill>
                  <a:effectLst>
                    <a:outerShdw blurRad="38100" dist="38100" dir="2700000" algn="tl">
                      <a:srgbClr val="FFFFFF"/>
                    </a:outerShdw>
                  </a:effectLst>
                  <a:latin typeface="Times New Roman" panose="02020603050405020304" pitchFamily="18" charset="0"/>
                  <a:ea typeface="イワタ中丸ゴシック体(GT)" charset="-128"/>
                </a:rPr>
                <a:t>workplace </a:t>
              </a:r>
            </a:p>
            <a:p>
              <a:r>
                <a:rPr lang="en-US" altLang="ja-JP" sz="1600">
                  <a:solidFill>
                    <a:schemeClr val="bg2"/>
                  </a:solidFill>
                  <a:effectLst>
                    <a:outerShdw blurRad="38100" dist="38100" dir="2700000" algn="tl">
                      <a:srgbClr val="FFFFFF"/>
                    </a:outerShdw>
                  </a:effectLst>
                  <a:latin typeface="Times New Roman" panose="02020603050405020304" pitchFamily="18" charset="0"/>
                  <a:ea typeface="イワタ中丸ゴシック体(GT)" charset="-128"/>
                </a:rPr>
                <a:t>management</a:t>
              </a:r>
            </a:p>
          </p:txBody>
        </p:sp>
      </p:grpSp>
      <p:grpSp>
        <p:nvGrpSpPr>
          <p:cNvPr id="133157" name="Group 37"/>
          <p:cNvGrpSpPr>
            <a:grpSpLocks/>
          </p:cNvGrpSpPr>
          <p:nvPr/>
        </p:nvGrpSpPr>
        <p:grpSpPr bwMode="auto">
          <a:xfrm>
            <a:off x="5018088" y="876300"/>
            <a:ext cx="4659312" cy="644525"/>
            <a:chOff x="3161" y="552"/>
            <a:chExt cx="2935" cy="406"/>
          </a:xfrm>
        </p:grpSpPr>
        <p:grpSp>
          <p:nvGrpSpPr>
            <p:cNvPr id="133158" name="Group 38"/>
            <p:cNvGrpSpPr>
              <a:grpSpLocks/>
            </p:cNvGrpSpPr>
            <p:nvPr/>
          </p:nvGrpSpPr>
          <p:grpSpPr bwMode="auto">
            <a:xfrm>
              <a:off x="3161" y="576"/>
              <a:ext cx="2935" cy="382"/>
              <a:chOff x="3161" y="576"/>
              <a:chExt cx="2935" cy="382"/>
            </a:xfrm>
          </p:grpSpPr>
          <p:sp>
            <p:nvSpPr>
              <p:cNvPr id="133159" name="Line 39"/>
              <p:cNvSpPr>
                <a:spLocks noChangeShapeType="1"/>
              </p:cNvSpPr>
              <p:nvPr/>
            </p:nvSpPr>
            <p:spPr bwMode="auto">
              <a:xfrm rot="763487" flipH="1">
                <a:off x="3161" y="613"/>
                <a:ext cx="962" cy="345"/>
              </a:xfrm>
              <a:prstGeom prst="line">
                <a:avLst/>
              </a:prstGeom>
              <a:noFill/>
              <a:ln w="28575">
                <a:solidFill>
                  <a:schemeClr val="tx1"/>
                </a:solidFill>
                <a:round/>
                <a:headEnd/>
                <a:tailEnd type="triangle" w="med" len="med"/>
              </a:ln>
              <a:effectLst>
                <a:outerShdw dist="107763"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ms-MY"/>
              </a:p>
            </p:txBody>
          </p:sp>
          <p:sp>
            <p:nvSpPr>
              <p:cNvPr id="133160" name="Rectangle 40"/>
              <p:cNvSpPr>
                <a:spLocks noChangeArrowheads="1"/>
              </p:cNvSpPr>
              <p:nvPr/>
            </p:nvSpPr>
            <p:spPr bwMode="auto">
              <a:xfrm>
                <a:off x="4128" y="576"/>
                <a:ext cx="1968" cy="288"/>
              </a:xfrm>
              <a:prstGeom prst="rect">
                <a:avLst/>
              </a:prstGeom>
              <a:solidFill>
                <a:srgbClr val="00FF00"/>
              </a:solidFill>
              <a:ln w="9525">
                <a:solidFill>
                  <a:schemeClr val="tx1"/>
                </a:solidFill>
                <a:miter lim="800000"/>
                <a:headEnd/>
                <a:tailEnd/>
              </a:ln>
              <a:effectLst>
                <a:outerShdw dist="107763" dir="2700000" algn="ctr" rotWithShape="0">
                  <a:schemeClr val="bg2"/>
                </a:outerShdw>
              </a:effectLst>
            </p:spPr>
            <p:txBody>
              <a:bodyPr wrap="none" lIns="1062000" rIns="1242000" anchor="ctr"/>
              <a:lstStyle/>
              <a:p>
                <a:endParaRPr lang="ms-MY"/>
              </a:p>
            </p:txBody>
          </p:sp>
        </p:grpSp>
        <p:sp>
          <p:nvSpPr>
            <p:cNvPr id="133161" name="Text Box 41"/>
            <p:cNvSpPr txBox="1">
              <a:spLocks noChangeArrowheads="1"/>
            </p:cNvSpPr>
            <p:nvPr/>
          </p:nvSpPr>
          <p:spPr bwMode="auto">
            <a:xfrm>
              <a:off x="4116" y="552"/>
              <a:ext cx="1961" cy="3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lnSpc>
                  <a:spcPct val="80000"/>
                </a:lnSpc>
                <a:spcBef>
                  <a:spcPct val="50000"/>
                </a:spcBef>
              </a:pPr>
              <a:r>
                <a:rPr lang="en-US" altLang="ja-JP" sz="1800">
                  <a:solidFill>
                    <a:schemeClr val="bg2"/>
                  </a:solidFill>
                  <a:latin typeface="Times New Roman" panose="02020603050405020304" pitchFamily="18" charset="0"/>
                  <a:ea typeface="イワタ中丸ゴシック体(GT)" charset="-128"/>
                </a:rPr>
                <a:t>The things that are required more than as usual</a:t>
              </a:r>
            </a:p>
          </p:txBody>
        </p:sp>
      </p:grpSp>
      <p:grpSp>
        <p:nvGrpSpPr>
          <p:cNvPr id="133162" name="Group 42"/>
          <p:cNvGrpSpPr>
            <a:grpSpLocks/>
          </p:cNvGrpSpPr>
          <p:nvPr/>
        </p:nvGrpSpPr>
        <p:grpSpPr bwMode="auto">
          <a:xfrm>
            <a:off x="1219200" y="3038475"/>
            <a:ext cx="3289300" cy="1790700"/>
            <a:chOff x="768" y="1914"/>
            <a:chExt cx="2072" cy="1128"/>
          </a:xfrm>
        </p:grpSpPr>
        <p:grpSp>
          <p:nvGrpSpPr>
            <p:cNvPr id="133163" name="Group 43"/>
            <p:cNvGrpSpPr>
              <a:grpSpLocks/>
            </p:cNvGrpSpPr>
            <p:nvPr/>
          </p:nvGrpSpPr>
          <p:grpSpPr bwMode="auto">
            <a:xfrm>
              <a:off x="768" y="2639"/>
              <a:ext cx="720" cy="403"/>
              <a:chOff x="768" y="2639"/>
              <a:chExt cx="720" cy="403"/>
            </a:xfrm>
          </p:grpSpPr>
          <p:sp>
            <p:nvSpPr>
              <p:cNvPr id="133164" name="Oval 44"/>
              <p:cNvSpPr>
                <a:spLocks noChangeArrowheads="1"/>
              </p:cNvSpPr>
              <p:nvPr/>
            </p:nvSpPr>
            <p:spPr bwMode="auto">
              <a:xfrm>
                <a:off x="768" y="2640"/>
                <a:ext cx="720" cy="384"/>
              </a:xfrm>
              <a:prstGeom prst="ellipse">
                <a:avLst/>
              </a:prstGeom>
              <a:solidFill>
                <a:schemeClr val="bg1"/>
              </a:solidFill>
              <a:ln w="25400">
                <a:solidFill>
                  <a:srgbClr val="00FF00"/>
                </a:solidFill>
                <a:round/>
                <a:headEnd/>
                <a:tailEnd/>
              </a:ln>
              <a:effectLst>
                <a:outerShdw dist="107763" dir="2700000" algn="ctr" rotWithShape="0">
                  <a:schemeClr val="bg2"/>
                </a:outerShdw>
              </a:effectLst>
            </p:spPr>
            <p:txBody>
              <a:bodyPr wrap="none" anchor="ctr"/>
              <a:lstStyle/>
              <a:p>
                <a:endParaRPr lang="ms-MY"/>
              </a:p>
            </p:txBody>
          </p:sp>
          <p:sp>
            <p:nvSpPr>
              <p:cNvPr id="133165" name="Text Box 45"/>
              <p:cNvSpPr txBox="1">
                <a:spLocks noChangeArrowheads="1"/>
              </p:cNvSpPr>
              <p:nvPr/>
            </p:nvSpPr>
            <p:spPr bwMode="auto">
              <a:xfrm>
                <a:off x="816" y="2639"/>
                <a:ext cx="652"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r>
                  <a:rPr lang="en-US" altLang="ja-JP" sz="1200">
                    <a:effectLst>
                      <a:outerShdw blurRad="38100" dist="38100" dir="2700000" algn="tl">
                        <a:srgbClr val="000000"/>
                      </a:outerShdw>
                    </a:effectLst>
                    <a:ea typeface="イワタ中丸ゴシック体(GT)" charset="-128"/>
                  </a:rPr>
                  <a:t>Change of a sense of values</a:t>
                </a:r>
                <a:endParaRPr lang="en-US" altLang="ja-JP" sz="1200" b="0">
                  <a:effectLst>
                    <a:outerShdw blurRad="38100" dist="38100" dir="2700000" algn="tl">
                      <a:srgbClr val="000000"/>
                    </a:outerShdw>
                  </a:effectLst>
                  <a:latin typeface="Times New Roman" panose="02020603050405020304" pitchFamily="18" charset="0"/>
                  <a:ea typeface="イワタ中丸ゴシック体(GT)" charset="-128"/>
                </a:endParaRPr>
              </a:p>
            </p:txBody>
          </p:sp>
        </p:grpSp>
        <p:grpSp>
          <p:nvGrpSpPr>
            <p:cNvPr id="133166" name="Group 46"/>
            <p:cNvGrpSpPr>
              <a:grpSpLocks/>
            </p:cNvGrpSpPr>
            <p:nvPr/>
          </p:nvGrpSpPr>
          <p:grpSpPr bwMode="auto">
            <a:xfrm>
              <a:off x="1392" y="2304"/>
              <a:ext cx="823" cy="384"/>
              <a:chOff x="1392" y="2304"/>
              <a:chExt cx="823" cy="384"/>
            </a:xfrm>
          </p:grpSpPr>
          <p:sp>
            <p:nvSpPr>
              <p:cNvPr id="133167" name="Oval 47"/>
              <p:cNvSpPr>
                <a:spLocks noChangeArrowheads="1"/>
              </p:cNvSpPr>
              <p:nvPr/>
            </p:nvSpPr>
            <p:spPr bwMode="auto">
              <a:xfrm>
                <a:off x="1392" y="2304"/>
                <a:ext cx="720" cy="384"/>
              </a:xfrm>
              <a:prstGeom prst="ellipse">
                <a:avLst/>
              </a:prstGeom>
              <a:solidFill>
                <a:schemeClr val="bg1"/>
              </a:solidFill>
              <a:ln w="25400">
                <a:solidFill>
                  <a:srgbClr val="00FF00"/>
                </a:solidFill>
                <a:round/>
                <a:headEnd/>
                <a:tailEnd/>
              </a:ln>
              <a:effectLst>
                <a:outerShdw dist="107763" dir="2700000" algn="ctr" rotWithShape="0">
                  <a:schemeClr val="bg2"/>
                </a:outerShdw>
              </a:effectLst>
            </p:spPr>
            <p:txBody>
              <a:bodyPr wrap="none" anchor="ctr"/>
              <a:lstStyle/>
              <a:p>
                <a:endParaRPr lang="ms-MY"/>
              </a:p>
            </p:txBody>
          </p:sp>
          <p:sp>
            <p:nvSpPr>
              <p:cNvPr id="133168" name="Text Box 48"/>
              <p:cNvSpPr txBox="1">
                <a:spLocks noChangeArrowheads="1"/>
              </p:cNvSpPr>
              <p:nvPr/>
            </p:nvSpPr>
            <p:spPr bwMode="auto">
              <a:xfrm>
                <a:off x="1419" y="2337"/>
                <a:ext cx="79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r>
                  <a:rPr lang="en-US" altLang="ja-JP" sz="1200">
                    <a:effectLst>
                      <a:outerShdw blurRad="38100" dist="38100" dir="2700000" algn="tl">
                        <a:srgbClr val="000000"/>
                      </a:outerShdw>
                    </a:effectLst>
                    <a:ea typeface="イワタ中丸ゴシック体(GT)" charset="-128"/>
                  </a:rPr>
                  <a:t>Change of member</a:t>
                </a:r>
              </a:p>
            </p:txBody>
          </p:sp>
        </p:grpSp>
        <p:grpSp>
          <p:nvGrpSpPr>
            <p:cNvPr id="133169" name="Group 49"/>
            <p:cNvGrpSpPr>
              <a:grpSpLocks/>
            </p:cNvGrpSpPr>
            <p:nvPr/>
          </p:nvGrpSpPr>
          <p:grpSpPr bwMode="auto">
            <a:xfrm>
              <a:off x="1832" y="1914"/>
              <a:ext cx="1008" cy="384"/>
              <a:chOff x="1832" y="1914"/>
              <a:chExt cx="1008" cy="384"/>
            </a:xfrm>
          </p:grpSpPr>
          <p:sp>
            <p:nvSpPr>
              <p:cNvPr id="133170" name="Oval 50"/>
              <p:cNvSpPr>
                <a:spLocks noChangeArrowheads="1"/>
              </p:cNvSpPr>
              <p:nvPr/>
            </p:nvSpPr>
            <p:spPr bwMode="auto">
              <a:xfrm>
                <a:off x="1968" y="1914"/>
                <a:ext cx="720" cy="384"/>
              </a:xfrm>
              <a:prstGeom prst="ellipse">
                <a:avLst/>
              </a:prstGeom>
              <a:solidFill>
                <a:schemeClr val="bg1"/>
              </a:solidFill>
              <a:ln w="25400">
                <a:solidFill>
                  <a:srgbClr val="00FF00"/>
                </a:solidFill>
                <a:round/>
                <a:headEnd/>
                <a:tailEnd/>
              </a:ln>
              <a:effectLst>
                <a:outerShdw dist="107763" dir="2700000" algn="ctr" rotWithShape="0">
                  <a:schemeClr val="bg2"/>
                </a:outerShdw>
              </a:effectLst>
            </p:spPr>
            <p:txBody>
              <a:bodyPr wrap="none" anchor="ctr"/>
              <a:lstStyle/>
              <a:p>
                <a:endParaRPr lang="ms-MY"/>
              </a:p>
            </p:txBody>
          </p:sp>
          <p:sp>
            <p:nvSpPr>
              <p:cNvPr id="133171" name="Text Box 51"/>
              <p:cNvSpPr txBox="1">
                <a:spLocks noChangeArrowheads="1"/>
              </p:cNvSpPr>
              <p:nvPr/>
            </p:nvSpPr>
            <p:spPr bwMode="auto">
              <a:xfrm>
                <a:off x="1832" y="1956"/>
                <a:ext cx="10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r>
                  <a:rPr lang="en-US" altLang="ja-JP" sz="1200" b="0">
                    <a:effectLst>
                      <a:outerShdw blurRad="38100" dist="38100" dir="2700000" algn="tl">
                        <a:srgbClr val="000000"/>
                      </a:outerShdw>
                    </a:effectLst>
                    <a:latin typeface="Times New Roman" panose="02020603050405020304" pitchFamily="18" charset="0"/>
                    <a:ea typeface="イワタ中丸ゴシック体(GT)" charset="-128"/>
                  </a:rPr>
                  <a:t>       </a:t>
                </a:r>
                <a:r>
                  <a:rPr lang="en-US" altLang="ja-JP" sz="1200">
                    <a:effectLst>
                      <a:outerShdw blurRad="38100" dist="38100" dir="2700000" algn="tl">
                        <a:srgbClr val="000000"/>
                      </a:outerShdw>
                    </a:effectLst>
                    <a:latin typeface="Times New Roman" panose="02020603050405020304" pitchFamily="18" charset="0"/>
                    <a:ea typeface="イワタ中丸ゴシック体(GT)" charset="-128"/>
                  </a:rPr>
                  <a:t>Aging, high qualification</a:t>
                </a:r>
                <a:endParaRPr lang="en-US" altLang="ja-JP" sz="1200">
                  <a:effectLst>
                    <a:outerShdw blurRad="38100" dist="38100" dir="2700000" algn="tl">
                      <a:srgbClr val="000000"/>
                    </a:outerShdw>
                  </a:effectLst>
                  <a:ea typeface="イワタ中丸ゴシック体(GT)" charset="-128"/>
                </a:endParaRPr>
              </a:p>
            </p:txBody>
          </p:sp>
        </p:grpSp>
      </p:grpSp>
      <p:grpSp>
        <p:nvGrpSpPr>
          <p:cNvPr id="133172" name="Group 52"/>
          <p:cNvGrpSpPr>
            <a:grpSpLocks/>
          </p:cNvGrpSpPr>
          <p:nvPr/>
        </p:nvGrpSpPr>
        <p:grpSpPr bwMode="auto">
          <a:xfrm>
            <a:off x="2971800" y="3657600"/>
            <a:ext cx="3957638" cy="2243138"/>
            <a:chOff x="1872" y="2304"/>
            <a:chExt cx="2493" cy="1413"/>
          </a:xfrm>
        </p:grpSpPr>
        <p:grpSp>
          <p:nvGrpSpPr>
            <p:cNvPr id="133173" name="Group 53"/>
            <p:cNvGrpSpPr>
              <a:grpSpLocks/>
            </p:cNvGrpSpPr>
            <p:nvPr/>
          </p:nvGrpSpPr>
          <p:grpSpPr bwMode="auto">
            <a:xfrm>
              <a:off x="1872" y="3335"/>
              <a:ext cx="716" cy="382"/>
              <a:chOff x="1872" y="3335"/>
              <a:chExt cx="716" cy="382"/>
            </a:xfrm>
          </p:grpSpPr>
          <p:sp>
            <p:nvSpPr>
              <p:cNvPr id="133174" name="Oval 54"/>
              <p:cNvSpPr>
                <a:spLocks noChangeArrowheads="1"/>
              </p:cNvSpPr>
              <p:nvPr/>
            </p:nvSpPr>
            <p:spPr bwMode="auto">
              <a:xfrm>
                <a:off x="1872" y="3335"/>
                <a:ext cx="716" cy="382"/>
              </a:xfrm>
              <a:prstGeom prst="ellipse">
                <a:avLst/>
              </a:prstGeom>
              <a:solidFill>
                <a:srgbClr val="993366"/>
              </a:solidFill>
              <a:ln w="25400">
                <a:solidFill>
                  <a:srgbClr val="FF99CC"/>
                </a:solidFill>
                <a:round/>
                <a:headEnd/>
                <a:tailEnd/>
              </a:ln>
              <a:effectLst>
                <a:outerShdw dist="107763" dir="2700000" algn="ctr" rotWithShape="0">
                  <a:schemeClr val="bg2"/>
                </a:outerShdw>
              </a:effectLst>
            </p:spPr>
            <p:txBody>
              <a:bodyPr wrap="none" anchor="ctr"/>
              <a:lstStyle/>
              <a:p>
                <a:endParaRPr lang="ms-MY"/>
              </a:p>
            </p:txBody>
          </p:sp>
          <p:sp>
            <p:nvSpPr>
              <p:cNvPr id="133175" name="Text Box 55"/>
              <p:cNvSpPr txBox="1">
                <a:spLocks noChangeArrowheads="1"/>
              </p:cNvSpPr>
              <p:nvPr/>
            </p:nvSpPr>
            <p:spPr bwMode="auto">
              <a:xfrm>
                <a:off x="1887" y="3379"/>
                <a:ext cx="688" cy="2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lnSpc>
                    <a:spcPct val="70000"/>
                  </a:lnSpc>
                  <a:spcBef>
                    <a:spcPct val="50000"/>
                  </a:spcBef>
                </a:pPr>
                <a:r>
                  <a:rPr lang="en-US" altLang="ja-JP" sz="1200">
                    <a:effectLst>
                      <a:outerShdw blurRad="38100" dist="38100" dir="2700000" algn="tl">
                        <a:srgbClr val="000000"/>
                      </a:outerShdw>
                    </a:effectLst>
                    <a:latin typeface="Times New Roman" panose="02020603050405020304" pitchFamily="18" charset="0"/>
                    <a:ea typeface="イワタ中丸ゴシック体(GT)" charset="-128"/>
                  </a:rPr>
                  <a:t>Participation </a:t>
                </a:r>
              </a:p>
              <a:p>
                <a:pPr algn="ctr">
                  <a:lnSpc>
                    <a:spcPct val="70000"/>
                  </a:lnSpc>
                  <a:spcBef>
                    <a:spcPct val="50000"/>
                  </a:spcBef>
                </a:pPr>
                <a:r>
                  <a:rPr lang="en-US" altLang="ja-JP" sz="1200">
                    <a:effectLst>
                      <a:outerShdw blurRad="38100" dist="38100" dir="2700000" algn="tl">
                        <a:srgbClr val="000000"/>
                      </a:outerShdw>
                    </a:effectLst>
                    <a:latin typeface="Times New Roman" panose="02020603050405020304" pitchFamily="18" charset="0"/>
                    <a:ea typeface="イワタ中丸ゴシック体(GT)" charset="-128"/>
                  </a:rPr>
                  <a:t>of all member</a:t>
                </a:r>
              </a:p>
            </p:txBody>
          </p:sp>
        </p:grpSp>
        <p:grpSp>
          <p:nvGrpSpPr>
            <p:cNvPr id="133176" name="Group 56"/>
            <p:cNvGrpSpPr>
              <a:grpSpLocks/>
            </p:cNvGrpSpPr>
            <p:nvPr/>
          </p:nvGrpSpPr>
          <p:grpSpPr bwMode="auto">
            <a:xfrm>
              <a:off x="3028" y="2640"/>
              <a:ext cx="716" cy="382"/>
              <a:chOff x="3028" y="2640"/>
              <a:chExt cx="716" cy="382"/>
            </a:xfrm>
          </p:grpSpPr>
          <p:sp>
            <p:nvSpPr>
              <p:cNvPr id="133177" name="Oval 57"/>
              <p:cNvSpPr>
                <a:spLocks noChangeArrowheads="1"/>
              </p:cNvSpPr>
              <p:nvPr/>
            </p:nvSpPr>
            <p:spPr bwMode="auto">
              <a:xfrm>
                <a:off x="3028" y="2640"/>
                <a:ext cx="716" cy="382"/>
              </a:xfrm>
              <a:prstGeom prst="ellipse">
                <a:avLst/>
              </a:prstGeom>
              <a:solidFill>
                <a:srgbClr val="993366"/>
              </a:solidFill>
              <a:ln w="25400">
                <a:solidFill>
                  <a:srgbClr val="FF99CC"/>
                </a:solidFill>
                <a:round/>
                <a:headEnd/>
                <a:tailEnd/>
              </a:ln>
              <a:effectLst>
                <a:outerShdw dist="107763" dir="2700000" algn="ctr" rotWithShape="0">
                  <a:schemeClr val="bg2"/>
                </a:outerShdw>
              </a:effectLst>
            </p:spPr>
            <p:txBody>
              <a:bodyPr wrap="none" anchor="ctr"/>
              <a:lstStyle/>
              <a:p>
                <a:endParaRPr lang="ms-MY"/>
              </a:p>
            </p:txBody>
          </p:sp>
          <p:sp>
            <p:nvSpPr>
              <p:cNvPr id="133178" name="Text Box 58"/>
              <p:cNvSpPr txBox="1">
                <a:spLocks noChangeArrowheads="1"/>
              </p:cNvSpPr>
              <p:nvPr/>
            </p:nvSpPr>
            <p:spPr bwMode="auto">
              <a:xfrm>
                <a:off x="3110" y="2699"/>
                <a:ext cx="57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ja-JP" sz="1200">
                    <a:effectLst>
                      <a:outerShdw blurRad="38100" dist="38100" dir="2700000" algn="tl">
                        <a:srgbClr val="000000"/>
                      </a:outerShdw>
                    </a:effectLst>
                    <a:latin typeface="Times New Roman" panose="02020603050405020304" pitchFamily="18" charset="0"/>
                    <a:ea typeface="イワタ中丸ゴシック体(GT)" charset="-128"/>
                  </a:rPr>
                  <a:t>Using QC</a:t>
                </a:r>
              </a:p>
              <a:p>
                <a:pPr algn="ctr"/>
                <a:r>
                  <a:rPr lang="en-US" altLang="ja-JP" sz="1200">
                    <a:effectLst>
                      <a:outerShdw blurRad="38100" dist="38100" dir="2700000" algn="tl">
                        <a:srgbClr val="000000"/>
                      </a:outerShdw>
                    </a:effectLst>
                    <a:latin typeface="Times New Roman" panose="02020603050405020304" pitchFamily="18" charset="0"/>
                    <a:ea typeface="イワタ中丸ゴシック体(GT)" charset="-128"/>
                  </a:rPr>
                  <a:t> techniques</a:t>
                </a:r>
              </a:p>
            </p:txBody>
          </p:sp>
        </p:grpSp>
        <p:grpSp>
          <p:nvGrpSpPr>
            <p:cNvPr id="133179" name="Group 59"/>
            <p:cNvGrpSpPr>
              <a:grpSpLocks/>
            </p:cNvGrpSpPr>
            <p:nvPr/>
          </p:nvGrpSpPr>
          <p:grpSpPr bwMode="auto">
            <a:xfrm>
              <a:off x="3536" y="2304"/>
              <a:ext cx="829" cy="382"/>
              <a:chOff x="3536" y="2304"/>
              <a:chExt cx="829" cy="382"/>
            </a:xfrm>
          </p:grpSpPr>
          <p:sp>
            <p:nvSpPr>
              <p:cNvPr id="133180" name="Oval 60"/>
              <p:cNvSpPr>
                <a:spLocks noChangeArrowheads="1"/>
              </p:cNvSpPr>
              <p:nvPr/>
            </p:nvSpPr>
            <p:spPr bwMode="auto">
              <a:xfrm>
                <a:off x="3600" y="2304"/>
                <a:ext cx="716" cy="382"/>
              </a:xfrm>
              <a:prstGeom prst="ellipse">
                <a:avLst/>
              </a:prstGeom>
              <a:solidFill>
                <a:srgbClr val="993366"/>
              </a:solidFill>
              <a:ln w="25400">
                <a:solidFill>
                  <a:srgbClr val="FF99CC"/>
                </a:solidFill>
                <a:round/>
                <a:headEnd/>
                <a:tailEnd/>
              </a:ln>
              <a:effectLst>
                <a:outerShdw dist="107763" dir="2700000" algn="ctr" rotWithShape="0">
                  <a:schemeClr val="bg2"/>
                </a:outerShdw>
              </a:effectLst>
            </p:spPr>
            <p:txBody>
              <a:bodyPr wrap="none" anchor="ctr"/>
              <a:lstStyle/>
              <a:p>
                <a:endParaRPr lang="ms-MY"/>
              </a:p>
            </p:txBody>
          </p:sp>
          <p:sp>
            <p:nvSpPr>
              <p:cNvPr id="133181" name="Text Box 61"/>
              <p:cNvSpPr txBox="1">
                <a:spLocks noChangeArrowheads="1"/>
              </p:cNvSpPr>
              <p:nvPr/>
            </p:nvSpPr>
            <p:spPr bwMode="auto">
              <a:xfrm>
                <a:off x="3536" y="2350"/>
                <a:ext cx="82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ja-JP" sz="1200">
                    <a:effectLst>
                      <a:outerShdw blurRad="38100" dist="38100" dir="2700000" algn="tl">
                        <a:srgbClr val="000000"/>
                      </a:outerShdw>
                    </a:effectLst>
                    <a:latin typeface="Times New Roman" panose="02020603050405020304" pitchFamily="18" charset="0"/>
                    <a:ea typeface="イワタ中丸ゴシック体(GT)" charset="-128"/>
                  </a:rPr>
                  <a:t> Problem solving </a:t>
                </a:r>
              </a:p>
              <a:p>
                <a:pPr algn="ctr"/>
                <a:r>
                  <a:rPr lang="en-US" altLang="ja-JP" sz="1200">
                    <a:effectLst>
                      <a:outerShdw blurRad="38100" dist="38100" dir="2700000" algn="tl">
                        <a:srgbClr val="000000"/>
                      </a:outerShdw>
                    </a:effectLst>
                    <a:latin typeface="Times New Roman" panose="02020603050405020304" pitchFamily="18" charset="0"/>
                    <a:ea typeface="イワタ中丸ゴシック体(GT)" charset="-128"/>
                  </a:rPr>
                  <a:t>in workplace</a:t>
                </a:r>
              </a:p>
            </p:txBody>
          </p:sp>
        </p:grpSp>
        <p:grpSp>
          <p:nvGrpSpPr>
            <p:cNvPr id="133182" name="Group 62"/>
            <p:cNvGrpSpPr>
              <a:grpSpLocks/>
            </p:cNvGrpSpPr>
            <p:nvPr/>
          </p:nvGrpSpPr>
          <p:grpSpPr bwMode="auto">
            <a:xfrm>
              <a:off x="2436" y="2978"/>
              <a:ext cx="822" cy="382"/>
              <a:chOff x="2436" y="2978"/>
              <a:chExt cx="822" cy="382"/>
            </a:xfrm>
          </p:grpSpPr>
          <p:sp>
            <p:nvSpPr>
              <p:cNvPr id="133183" name="Oval 63"/>
              <p:cNvSpPr>
                <a:spLocks noChangeArrowheads="1"/>
              </p:cNvSpPr>
              <p:nvPr/>
            </p:nvSpPr>
            <p:spPr bwMode="auto">
              <a:xfrm>
                <a:off x="2448" y="2978"/>
                <a:ext cx="716" cy="382"/>
              </a:xfrm>
              <a:prstGeom prst="ellipse">
                <a:avLst/>
              </a:prstGeom>
              <a:solidFill>
                <a:srgbClr val="993366"/>
              </a:solidFill>
              <a:ln w="25400">
                <a:solidFill>
                  <a:srgbClr val="FF99CC"/>
                </a:solidFill>
                <a:round/>
                <a:headEnd/>
                <a:tailEnd/>
              </a:ln>
              <a:effectLst>
                <a:outerShdw dist="107763" dir="2700000" algn="ctr" rotWithShape="0">
                  <a:schemeClr val="bg2"/>
                </a:outerShdw>
              </a:effectLst>
            </p:spPr>
            <p:txBody>
              <a:bodyPr wrap="none" anchor="ctr"/>
              <a:lstStyle/>
              <a:p>
                <a:endParaRPr lang="ms-MY"/>
              </a:p>
            </p:txBody>
          </p:sp>
          <p:sp>
            <p:nvSpPr>
              <p:cNvPr id="133184" name="Text Box 64"/>
              <p:cNvSpPr txBox="1">
                <a:spLocks noChangeArrowheads="1"/>
              </p:cNvSpPr>
              <p:nvPr/>
            </p:nvSpPr>
            <p:spPr bwMode="auto">
              <a:xfrm>
                <a:off x="2436" y="3022"/>
                <a:ext cx="82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ja-JP" sz="1200">
                    <a:effectLst>
                      <a:outerShdw blurRad="38100" dist="38100" dir="2700000" algn="tl">
                        <a:srgbClr val="000000"/>
                      </a:outerShdw>
                    </a:effectLst>
                    <a:latin typeface="Times New Roman" panose="02020603050405020304" pitchFamily="18" charset="0"/>
                    <a:ea typeface="イワタ中丸ゴシック体(GT)" charset="-128"/>
                  </a:rPr>
                  <a:t>Self- and mutual </a:t>
                </a:r>
              </a:p>
              <a:p>
                <a:pPr algn="ctr"/>
                <a:r>
                  <a:rPr lang="en-US" altLang="ja-JP" sz="1200">
                    <a:effectLst>
                      <a:outerShdw blurRad="38100" dist="38100" dir="2700000" algn="tl">
                        <a:srgbClr val="000000"/>
                      </a:outerShdw>
                    </a:effectLst>
                    <a:latin typeface="Times New Roman" panose="02020603050405020304" pitchFamily="18" charset="0"/>
                    <a:ea typeface="イワタ中丸ゴシック体(GT)" charset="-128"/>
                  </a:rPr>
                  <a:t>development</a:t>
                </a:r>
              </a:p>
            </p:txBody>
          </p:sp>
        </p:gr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6559" name="Rectangle 31"/>
          <p:cNvSpPr>
            <a:spLocks noChangeArrowheads="1"/>
          </p:cNvSpPr>
          <p:nvPr/>
        </p:nvSpPr>
        <p:spPr bwMode="auto">
          <a:xfrm>
            <a:off x="273050" y="836613"/>
            <a:ext cx="9394825" cy="5745162"/>
          </a:xfrm>
          <a:prstGeom prst="rect">
            <a:avLst/>
          </a:prstGeom>
          <a:solidFill>
            <a:schemeClr val="bg1"/>
          </a:solidFill>
          <a:ln w="12700">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effectLst>
                <a:outerShdw blurRad="38100" dist="38100" dir="2700000" algn="tl">
                  <a:srgbClr val="000000"/>
                </a:outerShdw>
              </a:effectLst>
            </a:endParaRPr>
          </a:p>
        </p:txBody>
      </p:sp>
      <p:sp>
        <p:nvSpPr>
          <p:cNvPr id="406560" name="AutoShape 32"/>
          <p:cNvSpPr>
            <a:spLocks noChangeArrowheads="1"/>
          </p:cNvSpPr>
          <p:nvPr/>
        </p:nvSpPr>
        <p:spPr bwMode="auto">
          <a:xfrm>
            <a:off x="1006475" y="2205038"/>
            <a:ext cx="8161338" cy="4248150"/>
          </a:xfrm>
          <a:prstGeom prst="roundRect">
            <a:avLst>
              <a:gd name="adj" fmla="val 5148"/>
            </a:avLst>
          </a:prstGeom>
          <a:solidFill>
            <a:srgbClr val="FFFF99"/>
          </a:solidFill>
          <a:ln w="38100">
            <a:solidFill>
              <a:srgbClr val="3399FF"/>
            </a:solidFill>
            <a:round/>
            <a:headEnd/>
            <a:tailEnd/>
          </a:ln>
        </p:spPr>
        <p:txBody>
          <a:bodyPr wrap="none" anchor="ctr"/>
          <a:lstStyle/>
          <a:p>
            <a:pPr>
              <a:defRPr/>
            </a:pPr>
            <a:endParaRPr lang="en-US">
              <a:effectLst>
                <a:outerShdw blurRad="38100" dist="38100" dir="2700000" algn="tl">
                  <a:srgbClr val="000000"/>
                </a:outerShdw>
              </a:effectLst>
            </a:endParaRPr>
          </a:p>
        </p:txBody>
      </p:sp>
      <p:sp>
        <p:nvSpPr>
          <p:cNvPr id="406561" name="AutoShape 33"/>
          <p:cNvSpPr>
            <a:spLocks noChangeArrowheads="1"/>
          </p:cNvSpPr>
          <p:nvPr/>
        </p:nvSpPr>
        <p:spPr bwMode="auto">
          <a:xfrm>
            <a:off x="992188" y="942975"/>
            <a:ext cx="8175625" cy="1046163"/>
          </a:xfrm>
          <a:prstGeom prst="roundRect">
            <a:avLst>
              <a:gd name="adj" fmla="val 16667"/>
            </a:avLst>
          </a:prstGeom>
          <a:solidFill>
            <a:srgbClr val="FFFF99"/>
          </a:solidFill>
          <a:ln w="19050">
            <a:solidFill>
              <a:schemeClr val="bg2"/>
            </a:solidFill>
            <a:round/>
            <a:headEnd/>
            <a:tailEnd/>
          </a:ln>
        </p:spPr>
        <p:txBody>
          <a:bodyPr wrap="none" anchor="ctr"/>
          <a:lstStyle/>
          <a:p>
            <a:pPr>
              <a:defRPr/>
            </a:pPr>
            <a:endParaRPr lang="en-US">
              <a:effectLst>
                <a:outerShdw blurRad="38100" dist="38100" dir="2700000" algn="tl">
                  <a:srgbClr val="000000"/>
                </a:outerShdw>
              </a:effectLst>
            </a:endParaRPr>
          </a:p>
        </p:txBody>
      </p:sp>
      <p:sp>
        <p:nvSpPr>
          <p:cNvPr id="16389" name="Rectangle 34"/>
          <p:cNvSpPr>
            <a:spLocks noChangeArrowheads="1"/>
          </p:cNvSpPr>
          <p:nvPr/>
        </p:nvSpPr>
        <p:spPr bwMode="auto">
          <a:xfrm>
            <a:off x="1176338" y="1052513"/>
            <a:ext cx="1995487" cy="792162"/>
          </a:xfrm>
          <a:prstGeom prst="rect">
            <a:avLst/>
          </a:prstGeom>
          <a:solidFill>
            <a:schemeClr val="bg1"/>
          </a:solidFill>
          <a:ln w="38100">
            <a:solidFill>
              <a:schemeClr val="tx1"/>
            </a:solidFill>
            <a:miter lim="800000"/>
            <a:headEnd/>
            <a:tailEnd/>
          </a:ln>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spcAft>
                <a:spcPts val="600"/>
              </a:spcAft>
            </a:pPr>
            <a:r>
              <a:rPr lang="en-US" altLang="ms-MY" sz="1800">
                <a:solidFill>
                  <a:srgbClr val="FFFF00"/>
                </a:solidFill>
                <a:latin typeface="Times New Roman" panose="02020603050405020304" pitchFamily="18" charset="0"/>
              </a:rPr>
              <a:t>Individual growth</a:t>
            </a:r>
            <a:endParaRPr lang="en-US" altLang="ja-JP" sz="1800">
              <a:solidFill>
                <a:srgbClr val="FFFF00"/>
              </a:solidFill>
              <a:latin typeface="Times New Roman" panose="02020603050405020304" pitchFamily="18" charset="0"/>
            </a:endParaRPr>
          </a:p>
        </p:txBody>
      </p:sp>
      <p:sp>
        <p:nvSpPr>
          <p:cNvPr id="16390" name="Rectangle 35"/>
          <p:cNvSpPr>
            <a:spLocks noChangeArrowheads="1"/>
          </p:cNvSpPr>
          <p:nvPr/>
        </p:nvSpPr>
        <p:spPr bwMode="auto">
          <a:xfrm>
            <a:off x="3589338" y="1052513"/>
            <a:ext cx="1843087" cy="792162"/>
          </a:xfrm>
          <a:prstGeom prst="rect">
            <a:avLst/>
          </a:prstGeom>
          <a:solidFill>
            <a:schemeClr val="bg1"/>
          </a:solidFill>
          <a:ln w="38100">
            <a:solidFill>
              <a:schemeClr val="tx1"/>
            </a:solidFill>
            <a:miter lim="800000"/>
            <a:headEnd/>
            <a:tailEnd/>
          </a:ln>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en-US" altLang="ms-MY" sz="1800">
                <a:solidFill>
                  <a:srgbClr val="FFFF00"/>
                </a:solidFill>
                <a:latin typeface="Times New Roman" panose="02020603050405020304" pitchFamily="18" charset="0"/>
              </a:rPr>
              <a:t>Lively workplace</a:t>
            </a:r>
            <a:endParaRPr lang="th-TH" altLang="ms-MY" sz="1800">
              <a:solidFill>
                <a:srgbClr val="FFFF00"/>
              </a:solidFill>
              <a:latin typeface="Times New Roman" panose="02020603050405020304" pitchFamily="18" charset="0"/>
            </a:endParaRPr>
          </a:p>
        </p:txBody>
      </p:sp>
      <p:sp>
        <p:nvSpPr>
          <p:cNvPr id="16391" name="Rectangle 36"/>
          <p:cNvSpPr>
            <a:spLocks noChangeArrowheads="1"/>
          </p:cNvSpPr>
          <p:nvPr/>
        </p:nvSpPr>
        <p:spPr bwMode="auto">
          <a:xfrm>
            <a:off x="5872163" y="1052513"/>
            <a:ext cx="3224212" cy="804862"/>
          </a:xfrm>
          <a:prstGeom prst="rect">
            <a:avLst/>
          </a:prstGeom>
          <a:solidFill>
            <a:schemeClr val="bg1"/>
          </a:solidFill>
          <a:ln w="38100">
            <a:solidFill>
              <a:schemeClr val="tx1"/>
            </a:solidFill>
            <a:miter lim="800000"/>
            <a:headEnd/>
            <a:tailEnd/>
          </a:ln>
        </p:spPr>
        <p:txBody>
          <a:bodyPr wrap="none" tIns="370800"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ms-MY" sz="1200">
                <a:solidFill>
                  <a:srgbClr val="FFFF00"/>
                </a:solidFill>
                <a:latin typeface="Times New Roman" panose="02020603050405020304" pitchFamily="18" charset="0"/>
              </a:rPr>
              <a:t>● </a:t>
            </a:r>
            <a:r>
              <a:rPr lang="en-US" altLang="ms-MY" sz="1600">
                <a:solidFill>
                  <a:srgbClr val="FFFF00"/>
                </a:solidFill>
                <a:latin typeface="Times New Roman" panose="02020603050405020304" pitchFamily="18" charset="0"/>
              </a:rPr>
              <a:t>Enhance vitality of </a:t>
            </a:r>
          </a:p>
          <a:p>
            <a:pPr eaLnBrk="1" hangingPunct="1"/>
            <a:r>
              <a:rPr lang="en-US" altLang="ms-MY" sz="1600">
                <a:solidFill>
                  <a:srgbClr val="FFFF00"/>
                </a:solidFill>
                <a:latin typeface="Times New Roman" panose="02020603050405020304" pitchFamily="18" charset="0"/>
              </a:rPr>
              <a:t>people &amp; organization</a:t>
            </a:r>
            <a:endParaRPr lang="en-US" altLang="ms-MY" sz="1600" b="0">
              <a:solidFill>
                <a:srgbClr val="FFFF00"/>
              </a:solidFill>
              <a:latin typeface="Times New Roman" panose="02020603050405020304" pitchFamily="18" charset="0"/>
            </a:endParaRPr>
          </a:p>
          <a:p>
            <a:pPr eaLnBrk="1" hangingPunct="1"/>
            <a:r>
              <a:rPr lang="en-US" altLang="ms-MY" sz="1200">
                <a:solidFill>
                  <a:srgbClr val="FFFF00"/>
                </a:solidFill>
                <a:latin typeface="Times New Roman" panose="02020603050405020304" pitchFamily="18" charset="0"/>
              </a:rPr>
              <a:t>●</a:t>
            </a:r>
            <a:r>
              <a:rPr lang="en-US" altLang="ms-MY" sz="1600">
                <a:solidFill>
                  <a:srgbClr val="FFFF00"/>
                </a:solidFill>
                <a:latin typeface="Times New Roman" panose="02020603050405020304" pitchFamily="18" charset="0"/>
              </a:rPr>
              <a:t> Enhance quality of work</a:t>
            </a:r>
            <a:endParaRPr lang="en-US" altLang="ms-MY" sz="1600" b="0">
              <a:solidFill>
                <a:srgbClr val="FFFF00"/>
              </a:solidFill>
              <a:latin typeface="Times New Roman" panose="02020603050405020304" pitchFamily="18" charset="0"/>
            </a:endParaRPr>
          </a:p>
          <a:p>
            <a:pPr lvl="1" eaLnBrk="1" hangingPunct="1"/>
            <a:endParaRPr lang="en-US" altLang="ja-JP" sz="1600">
              <a:solidFill>
                <a:srgbClr val="FFFF00"/>
              </a:solidFill>
              <a:latin typeface="HG丸ｺﾞｼｯｸM-PRO" pitchFamily="50" charset="-128"/>
              <a:ea typeface="HG丸ｺﾞｼｯｸM-PRO" pitchFamily="50" charset="-128"/>
            </a:endParaRPr>
          </a:p>
        </p:txBody>
      </p:sp>
      <p:sp>
        <p:nvSpPr>
          <p:cNvPr id="406565" name="Rectangle 37"/>
          <p:cNvSpPr>
            <a:spLocks noChangeArrowheads="1"/>
          </p:cNvSpPr>
          <p:nvPr/>
        </p:nvSpPr>
        <p:spPr bwMode="auto">
          <a:xfrm>
            <a:off x="1392238" y="4652963"/>
            <a:ext cx="7416800" cy="792162"/>
          </a:xfrm>
          <a:prstGeom prst="rect">
            <a:avLst/>
          </a:prstGeom>
          <a:solidFill>
            <a:schemeClr val="bg1"/>
          </a:solidFill>
          <a:ln w="12700">
            <a:solidFill>
              <a:schemeClr val="tx1"/>
            </a:solidFill>
            <a:miter lim="800000"/>
            <a:headEnd/>
            <a:tailEnd/>
          </a:ln>
          <a:effectLst>
            <a:outerShdw dist="107763" dir="2700000" algn="ctr" rotWithShape="0">
              <a:srgbClr val="808080">
                <a:alpha val="50000"/>
              </a:srgbClr>
            </a:outerShdw>
          </a:effectLst>
        </p:spPr>
        <p:txBody>
          <a:bodyPr wrap="none" anchor="ctr"/>
          <a:lstStyle/>
          <a:p>
            <a:pPr>
              <a:defRPr/>
            </a:pPr>
            <a:endParaRPr lang="en-US">
              <a:effectLst>
                <a:outerShdw blurRad="38100" dist="38100" dir="2700000" algn="tl">
                  <a:srgbClr val="000000"/>
                </a:outerShdw>
              </a:effectLst>
            </a:endParaRPr>
          </a:p>
        </p:txBody>
      </p:sp>
      <p:sp>
        <p:nvSpPr>
          <p:cNvPr id="16393" name="AutoShape 38"/>
          <p:cNvSpPr>
            <a:spLocks noChangeArrowheads="1"/>
          </p:cNvSpPr>
          <p:nvPr/>
        </p:nvSpPr>
        <p:spPr bwMode="auto">
          <a:xfrm>
            <a:off x="1500188" y="4746625"/>
            <a:ext cx="2301875" cy="592138"/>
          </a:xfrm>
          <a:prstGeom prst="roundRect">
            <a:avLst>
              <a:gd name="adj" fmla="val 16667"/>
            </a:avLst>
          </a:prstGeom>
          <a:solidFill>
            <a:srgbClr val="FFFF00"/>
          </a:solidFill>
          <a:ln w="19050">
            <a:solidFill>
              <a:srgbClr val="0000FF"/>
            </a:solidFill>
            <a:round/>
            <a:headEnd/>
            <a:tailEnd/>
          </a:ln>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en-US" altLang="ms-MY" sz="1600">
                <a:solidFill>
                  <a:schemeClr val="bg1"/>
                </a:solidFill>
                <a:latin typeface="Times New Roman" panose="02020603050405020304" pitchFamily="18" charset="0"/>
              </a:rPr>
              <a:t>Sharing of problem </a:t>
            </a:r>
          </a:p>
          <a:p>
            <a:pPr algn="ctr" eaLnBrk="1" hangingPunct="1"/>
            <a:r>
              <a:rPr lang="en-US" altLang="ms-MY" sz="1600">
                <a:solidFill>
                  <a:schemeClr val="bg1"/>
                </a:solidFill>
                <a:latin typeface="Times New Roman" panose="02020603050405020304" pitchFamily="18" charset="0"/>
              </a:rPr>
              <a:t>consciousness</a:t>
            </a:r>
          </a:p>
        </p:txBody>
      </p:sp>
      <p:sp>
        <p:nvSpPr>
          <p:cNvPr id="16394" name="AutoShape 39"/>
          <p:cNvSpPr>
            <a:spLocks noChangeArrowheads="1"/>
          </p:cNvSpPr>
          <p:nvPr/>
        </p:nvSpPr>
        <p:spPr bwMode="auto">
          <a:xfrm>
            <a:off x="3932238" y="4746625"/>
            <a:ext cx="2305050" cy="600075"/>
          </a:xfrm>
          <a:prstGeom prst="roundRect">
            <a:avLst>
              <a:gd name="adj" fmla="val 16667"/>
            </a:avLst>
          </a:prstGeom>
          <a:solidFill>
            <a:srgbClr val="FFFF00"/>
          </a:solidFill>
          <a:ln w="19050">
            <a:solidFill>
              <a:srgbClr val="0000FF"/>
            </a:solidFill>
            <a:round/>
            <a:headEnd/>
            <a:tailEnd/>
          </a:ln>
        </p:spPr>
        <p:txBody>
          <a:bodyPr wrap="none" lIns="18000" anchor="ctr" anchorCtr="1"/>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en-US" altLang="ms-MY" sz="1600">
                <a:solidFill>
                  <a:schemeClr val="bg1"/>
                </a:solidFill>
                <a:latin typeface="Times New Roman" panose="02020603050405020304" pitchFamily="18" charset="0"/>
              </a:rPr>
              <a:t>  Building up of companion </a:t>
            </a:r>
          </a:p>
          <a:p>
            <a:pPr algn="ctr" eaLnBrk="1" hangingPunct="1"/>
            <a:r>
              <a:rPr lang="en-US" altLang="ms-MY" sz="1600">
                <a:solidFill>
                  <a:schemeClr val="bg1"/>
                </a:solidFill>
                <a:latin typeface="Times New Roman" panose="02020603050405020304" pitchFamily="18" charset="0"/>
              </a:rPr>
              <a:t>  Consciousness </a:t>
            </a:r>
            <a:endParaRPr lang="th-TH" altLang="ms-MY" sz="1600">
              <a:solidFill>
                <a:schemeClr val="bg1"/>
              </a:solidFill>
              <a:latin typeface="Times New Roman" panose="02020603050405020304" pitchFamily="18" charset="0"/>
            </a:endParaRPr>
          </a:p>
        </p:txBody>
      </p:sp>
      <p:sp>
        <p:nvSpPr>
          <p:cNvPr id="16395" name="AutoShape 40"/>
          <p:cNvSpPr>
            <a:spLocks noChangeArrowheads="1"/>
          </p:cNvSpPr>
          <p:nvPr/>
        </p:nvSpPr>
        <p:spPr bwMode="auto">
          <a:xfrm>
            <a:off x="6392863" y="4746625"/>
            <a:ext cx="2305050" cy="608013"/>
          </a:xfrm>
          <a:prstGeom prst="roundRect">
            <a:avLst>
              <a:gd name="adj" fmla="val 16667"/>
            </a:avLst>
          </a:prstGeom>
          <a:solidFill>
            <a:srgbClr val="FFFF00"/>
          </a:solidFill>
          <a:ln w="19050">
            <a:solidFill>
              <a:srgbClr val="0000FF"/>
            </a:solidFill>
            <a:round/>
            <a:headEnd/>
            <a:tailEnd/>
          </a:ln>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en-US" altLang="ms-MY" sz="1600">
                <a:solidFill>
                  <a:schemeClr val="bg1"/>
                </a:solidFill>
                <a:latin typeface="Times New Roman" panose="02020603050405020304" pitchFamily="18" charset="0"/>
              </a:rPr>
              <a:t>Provoke Kaizen </a:t>
            </a:r>
          </a:p>
          <a:p>
            <a:pPr algn="ctr" eaLnBrk="1" hangingPunct="1"/>
            <a:r>
              <a:rPr lang="en-US" altLang="ms-MY" sz="1600">
                <a:solidFill>
                  <a:schemeClr val="bg1"/>
                </a:solidFill>
                <a:latin typeface="Times New Roman" panose="02020603050405020304" pitchFamily="18" charset="0"/>
              </a:rPr>
              <a:t>consciousness</a:t>
            </a:r>
            <a:endParaRPr lang="en-US" altLang="ja-JP" sz="1600">
              <a:solidFill>
                <a:schemeClr val="bg1"/>
              </a:solidFill>
              <a:latin typeface="Times New Roman" panose="02020603050405020304" pitchFamily="18" charset="0"/>
            </a:endParaRPr>
          </a:p>
        </p:txBody>
      </p:sp>
      <p:sp>
        <p:nvSpPr>
          <p:cNvPr id="406569" name="AutoShape 41"/>
          <p:cNvSpPr>
            <a:spLocks noChangeArrowheads="1"/>
          </p:cNvSpPr>
          <p:nvPr/>
        </p:nvSpPr>
        <p:spPr bwMode="auto">
          <a:xfrm>
            <a:off x="3217863" y="1293813"/>
            <a:ext cx="346075" cy="307975"/>
          </a:xfrm>
          <a:prstGeom prst="rightArrow">
            <a:avLst>
              <a:gd name="adj1" fmla="val 50000"/>
              <a:gd name="adj2" fmla="val 53350"/>
            </a:avLst>
          </a:prstGeom>
          <a:solidFill>
            <a:schemeClr val="accent2"/>
          </a:solidFill>
          <a:ln w="9525">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406570" name="AutoShape 42"/>
          <p:cNvSpPr>
            <a:spLocks noChangeArrowheads="1"/>
          </p:cNvSpPr>
          <p:nvPr/>
        </p:nvSpPr>
        <p:spPr bwMode="auto">
          <a:xfrm>
            <a:off x="5483225" y="1293813"/>
            <a:ext cx="304800" cy="307975"/>
          </a:xfrm>
          <a:prstGeom prst="rightArrow">
            <a:avLst>
              <a:gd name="adj1" fmla="val 50000"/>
              <a:gd name="adj2" fmla="val 47477"/>
            </a:avLst>
          </a:prstGeom>
          <a:solidFill>
            <a:schemeClr val="accent2"/>
          </a:solidFill>
          <a:ln w="9525">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406571" name="AutoShape 43"/>
          <p:cNvSpPr>
            <a:spLocks noChangeArrowheads="1"/>
          </p:cNvSpPr>
          <p:nvPr/>
        </p:nvSpPr>
        <p:spPr bwMode="auto">
          <a:xfrm>
            <a:off x="2217738" y="5465763"/>
            <a:ext cx="304800" cy="231775"/>
          </a:xfrm>
          <a:prstGeom prst="upDownArrow">
            <a:avLst>
              <a:gd name="adj1" fmla="val 50000"/>
              <a:gd name="adj2" fmla="val 30954"/>
            </a:avLst>
          </a:prstGeom>
          <a:solidFill>
            <a:schemeClr val="accent2"/>
          </a:solidFill>
          <a:ln w="9525">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406572" name="AutoShape 44"/>
          <p:cNvSpPr>
            <a:spLocks noChangeArrowheads="1"/>
          </p:cNvSpPr>
          <p:nvPr/>
        </p:nvSpPr>
        <p:spPr bwMode="auto">
          <a:xfrm>
            <a:off x="4783138" y="5465763"/>
            <a:ext cx="304800" cy="217487"/>
          </a:xfrm>
          <a:prstGeom prst="upDownArrow">
            <a:avLst>
              <a:gd name="adj1" fmla="val 50000"/>
              <a:gd name="adj2" fmla="val 30954"/>
            </a:avLst>
          </a:prstGeom>
          <a:solidFill>
            <a:schemeClr val="accent2"/>
          </a:solidFill>
          <a:ln w="9525">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406573" name="AutoShape 45"/>
          <p:cNvSpPr>
            <a:spLocks noChangeArrowheads="1"/>
          </p:cNvSpPr>
          <p:nvPr/>
        </p:nvSpPr>
        <p:spPr bwMode="auto">
          <a:xfrm>
            <a:off x="7388225" y="5475288"/>
            <a:ext cx="309563" cy="214312"/>
          </a:xfrm>
          <a:prstGeom prst="upDownArrow">
            <a:avLst>
              <a:gd name="adj1" fmla="val 50000"/>
              <a:gd name="adj2" fmla="val 30954"/>
            </a:avLst>
          </a:prstGeom>
          <a:solidFill>
            <a:schemeClr val="accent2"/>
          </a:solidFill>
          <a:ln w="9525">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406574" name="AutoShape 46"/>
          <p:cNvSpPr>
            <a:spLocks noChangeArrowheads="1"/>
          </p:cNvSpPr>
          <p:nvPr/>
        </p:nvSpPr>
        <p:spPr bwMode="auto">
          <a:xfrm rot="-5400000">
            <a:off x="4839494" y="3631407"/>
            <a:ext cx="192087" cy="336550"/>
          </a:xfrm>
          <a:prstGeom prst="rightArrow">
            <a:avLst>
              <a:gd name="adj1" fmla="val 50000"/>
              <a:gd name="adj2" fmla="val 47477"/>
            </a:avLst>
          </a:prstGeom>
          <a:solidFill>
            <a:schemeClr val="accent2"/>
          </a:solidFill>
          <a:ln w="9525">
            <a:solidFill>
              <a:schemeClr val="tx1"/>
            </a:solidFill>
            <a:miter lim="800000"/>
            <a:headEnd/>
            <a:tailEnd/>
          </a:ln>
        </p:spPr>
        <p:txBody>
          <a:bodyPr vert="eaVert" wrap="none" anchor="ctr"/>
          <a:lstStyle/>
          <a:p>
            <a:pPr>
              <a:defRPr/>
            </a:pPr>
            <a:endParaRPr lang="en-US">
              <a:effectLst>
                <a:outerShdw blurRad="38100" dist="38100" dir="2700000" algn="tl">
                  <a:srgbClr val="000000"/>
                </a:outerShdw>
              </a:effectLst>
            </a:endParaRPr>
          </a:p>
        </p:txBody>
      </p:sp>
      <p:grpSp>
        <p:nvGrpSpPr>
          <p:cNvPr id="16402" name="Group 47"/>
          <p:cNvGrpSpPr>
            <a:grpSpLocks/>
          </p:cNvGrpSpPr>
          <p:nvPr/>
        </p:nvGrpSpPr>
        <p:grpSpPr bwMode="auto">
          <a:xfrm>
            <a:off x="3678238" y="2349500"/>
            <a:ext cx="2559050" cy="2087563"/>
            <a:chOff x="2007" y="1434"/>
            <a:chExt cx="1611" cy="1361"/>
          </a:xfrm>
        </p:grpSpPr>
        <p:sp>
          <p:nvSpPr>
            <p:cNvPr id="16411" name="Rectangle 48"/>
            <p:cNvSpPr>
              <a:spLocks noChangeArrowheads="1"/>
            </p:cNvSpPr>
            <p:nvPr/>
          </p:nvSpPr>
          <p:spPr bwMode="auto">
            <a:xfrm>
              <a:off x="2011" y="1933"/>
              <a:ext cx="1607" cy="339"/>
            </a:xfrm>
            <a:prstGeom prst="rect">
              <a:avLst/>
            </a:prstGeom>
            <a:solidFill>
              <a:schemeClr val="bg1"/>
            </a:solidFill>
            <a:ln w="19050">
              <a:solidFill>
                <a:schemeClr val="tx1"/>
              </a:solidFill>
              <a:miter lim="800000"/>
              <a:headEnd/>
              <a:tailEnd/>
            </a:ln>
            <a:effectLst>
              <a:outerShdw dist="107763" dir="2700000" algn="ctr" rotWithShape="0">
                <a:srgbClr val="808080">
                  <a:alpha val="50000"/>
                </a:srgbClr>
              </a:outerShdw>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en-US" altLang="ms-MY" sz="2000">
                  <a:latin typeface="Times New Roman" panose="02020603050405020304" pitchFamily="18" charset="0"/>
                </a:rPr>
                <a:t>Sense of Fulfillment</a:t>
              </a:r>
              <a:endParaRPr lang="th-TH" altLang="ms-MY" sz="2000">
                <a:latin typeface="Times New Roman" panose="02020603050405020304" pitchFamily="18" charset="0"/>
              </a:endParaRPr>
            </a:p>
          </p:txBody>
        </p:sp>
        <p:sp>
          <p:nvSpPr>
            <p:cNvPr id="16412" name="Rectangle 49"/>
            <p:cNvSpPr>
              <a:spLocks noChangeArrowheads="1"/>
            </p:cNvSpPr>
            <p:nvPr/>
          </p:nvSpPr>
          <p:spPr bwMode="auto">
            <a:xfrm>
              <a:off x="2011" y="2455"/>
              <a:ext cx="1607" cy="340"/>
            </a:xfrm>
            <a:prstGeom prst="rect">
              <a:avLst/>
            </a:prstGeom>
            <a:solidFill>
              <a:schemeClr val="bg1"/>
            </a:solidFill>
            <a:ln w="19050">
              <a:solidFill>
                <a:schemeClr val="tx1"/>
              </a:solidFill>
              <a:miter lim="800000"/>
              <a:headEnd/>
              <a:tailEnd/>
            </a:ln>
            <a:effectLst>
              <a:outerShdw dist="107763" dir="2700000" algn="ctr" rotWithShape="0">
                <a:srgbClr val="808080">
                  <a:alpha val="50000"/>
                </a:srgbClr>
              </a:outerShdw>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hangingPunct="1"/>
              <a:endParaRPr lang="en-US" altLang="ms-MY" sz="2000">
                <a:latin typeface="Times New Roman" panose="02020603050405020304" pitchFamily="18" charset="0"/>
              </a:endParaRPr>
            </a:p>
            <a:p>
              <a:pPr algn="ctr" hangingPunct="1"/>
              <a:r>
                <a:rPr lang="en-US" altLang="ms-MY" sz="2000">
                  <a:latin typeface="Times New Roman" panose="02020603050405020304" pitchFamily="18" charset="0"/>
                </a:rPr>
                <a:t>Practical Kaizen</a:t>
              </a:r>
              <a:endParaRPr lang="en-US" altLang="ms-MY" sz="2000" b="0">
                <a:latin typeface="Times New Roman" panose="02020603050405020304" pitchFamily="18" charset="0"/>
              </a:endParaRPr>
            </a:p>
            <a:p>
              <a:pPr algn="ctr" hangingPunct="1"/>
              <a:endParaRPr lang="th-TH" altLang="ms-MY" sz="2400">
                <a:latin typeface="Times New Roman" panose="02020603050405020304" pitchFamily="18" charset="0"/>
                <a:cs typeface="Angsana New" pitchFamily="18" charset="-34"/>
              </a:endParaRPr>
            </a:p>
          </p:txBody>
        </p:sp>
        <p:sp>
          <p:nvSpPr>
            <p:cNvPr id="16413" name="Rectangle 50"/>
            <p:cNvSpPr>
              <a:spLocks noChangeArrowheads="1"/>
            </p:cNvSpPr>
            <p:nvPr/>
          </p:nvSpPr>
          <p:spPr bwMode="auto">
            <a:xfrm>
              <a:off x="2007" y="1434"/>
              <a:ext cx="1611" cy="339"/>
            </a:xfrm>
            <a:prstGeom prst="rect">
              <a:avLst/>
            </a:prstGeom>
            <a:solidFill>
              <a:schemeClr val="bg1"/>
            </a:solidFill>
            <a:ln w="19050">
              <a:solidFill>
                <a:schemeClr val="tx1"/>
              </a:solidFill>
              <a:miter lim="800000"/>
              <a:headEnd/>
              <a:tailEnd/>
            </a:ln>
            <a:effectLst>
              <a:outerShdw dist="107763" dir="2700000" algn="ctr" rotWithShape="0">
                <a:srgbClr val="808080">
                  <a:alpha val="50000"/>
                </a:srgbClr>
              </a:outerShdw>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en-US" altLang="ms-MY" sz="2000">
                  <a:latin typeface="Times New Roman" panose="02020603050405020304" pitchFamily="18" charset="0"/>
                </a:rPr>
                <a:t>True value of work</a:t>
              </a:r>
              <a:endParaRPr lang="th-TH" altLang="ms-MY" sz="2000">
                <a:latin typeface="Times New Roman" panose="02020603050405020304" pitchFamily="18" charset="0"/>
              </a:endParaRPr>
            </a:p>
          </p:txBody>
        </p:sp>
      </p:grpSp>
      <p:sp>
        <p:nvSpPr>
          <p:cNvPr id="406579" name="AutoShape 51"/>
          <p:cNvSpPr>
            <a:spLocks noChangeArrowheads="1"/>
          </p:cNvSpPr>
          <p:nvPr/>
        </p:nvSpPr>
        <p:spPr bwMode="auto">
          <a:xfrm rot="-5400000">
            <a:off x="4810125" y="1463676"/>
            <a:ext cx="231775" cy="1174750"/>
          </a:xfrm>
          <a:prstGeom prst="rightArrow">
            <a:avLst>
              <a:gd name="adj1" fmla="val 50000"/>
              <a:gd name="adj2" fmla="val 47477"/>
            </a:avLst>
          </a:prstGeom>
          <a:solidFill>
            <a:schemeClr val="accent2"/>
          </a:solidFill>
          <a:ln w="9525">
            <a:solidFill>
              <a:schemeClr val="bg2"/>
            </a:solidFill>
            <a:miter lim="800000"/>
            <a:headEnd/>
            <a:tailEnd/>
          </a:ln>
        </p:spPr>
        <p:txBody>
          <a:bodyPr vert="eaVert" wrap="none" anchor="ctr"/>
          <a:lstStyle/>
          <a:p>
            <a:pPr>
              <a:defRPr/>
            </a:pPr>
            <a:endParaRPr lang="en-US">
              <a:effectLst>
                <a:outerShdw blurRad="38100" dist="38100" dir="2700000" algn="tl">
                  <a:srgbClr val="000000"/>
                </a:outerShdw>
              </a:effectLst>
            </a:endParaRPr>
          </a:p>
        </p:txBody>
      </p:sp>
      <p:sp>
        <p:nvSpPr>
          <p:cNvPr id="406580" name="AutoShape 52"/>
          <p:cNvSpPr>
            <a:spLocks noChangeArrowheads="1"/>
          </p:cNvSpPr>
          <p:nvPr/>
        </p:nvSpPr>
        <p:spPr bwMode="auto">
          <a:xfrm rot="-5400000">
            <a:off x="4841082" y="2829719"/>
            <a:ext cx="188912" cy="336550"/>
          </a:xfrm>
          <a:prstGeom prst="rightArrow">
            <a:avLst>
              <a:gd name="adj1" fmla="val 50000"/>
              <a:gd name="adj2" fmla="val 47477"/>
            </a:avLst>
          </a:prstGeom>
          <a:solidFill>
            <a:schemeClr val="accent2"/>
          </a:solidFill>
          <a:ln w="9525">
            <a:solidFill>
              <a:schemeClr val="tx1"/>
            </a:solidFill>
            <a:miter lim="800000"/>
            <a:headEnd/>
            <a:tailEnd/>
          </a:ln>
        </p:spPr>
        <p:txBody>
          <a:bodyPr vert="eaVert" wrap="none" anchor="ctr"/>
          <a:lstStyle/>
          <a:p>
            <a:pPr>
              <a:defRPr/>
            </a:pPr>
            <a:endParaRPr lang="en-US">
              <a:effectLst>
                <a:outerShdw blurRad="38100" dist="38100" dir="2700000" algn="tl">
                  <a:srgbClr val="000000"/>
                </a:outerShdw>
              </a:effectLst>
            </a:endParaRPr>
          </a:p>
        </p:txBody>
      </p:sp>
      <p:sp>
        <p:nvSpPr>
          <p:cNvPr id="406581" name="AutoShape 53"/>
          <p:cNvSpPr>
            <a:spLocks noChangeArrowheads="1"/>
          </p:cNvSpPr>
          <p:nvPr/>
        </p:nvSpPr>
        <p:spPr bwMode="auto">
          <a:xfrm rot="-5400000">
            <a:off x="4846638" y="4386263"/>
            <a:ext cx="193675" cy="339725"/>
          </a:xfrm>
          <a:prstGeom prst="rightArrow">
            <a:avLst>
              <a:gd name="adj1" fmla="val 50000"/>
              <a:gd name="adj2" fmla="val 47477"/>
            </a:avLst>
          </a:prstGeom>
          <a:solidFill>
            <a:schemeClr val="accent2"/>
          </a:solidFill>
          <a:ln w="9525">
            <a:solidFill>
              <a:schemeClr val="tx1"/>
            </a:solidFill>
            <a:miter lim="800000"/>
            <a:headEnd/>
            <a:tailEnd/>
          </a:ln>
        </p:spPr>
        <p:txBody>
          <a:bodyPr vert="eaVert" wrap="none" anchor="ctr"/>
          <a:lstStyle/>
          <a:p>
            <a:pPr>
              <a:defRPr/>
            </a:pPr>
            <a:endParaRPr lang="en-US">
              <a:effectLst>
                <a:outerShdw blurRad="38100" dist="38100" dir="2700000" algn="tl">
                  <a:srgbClr val="000000"/>
                </a:outerShdw>
              </a:effectLst>
            </a:endParaRPr>
          </a:p>
        </p:txBody>
      </p:sp>
      <p:sp>
        <p:nvSpPr>
          <p:cNvPr id="16406" name="Rectangle 55"/>
          <p:cNvSpPr>
            <a:spLocks noChangeArrowheads="1"/>
          </p:cNvSpPr>
          <p:nvPr/>
        </p:nvSpPr>
        <p:spPr bwMode="auto">
          <a:xfrm>
            <a:off x="1392238" y="5734050"/>
            <a:ext cx="7416800" cy="576263"/>
          </a:xfrm>
          <a:prstGeom prst="rect">
            <a:avLst/>
          </a:prstGeom>
          <a:solidFill>
            <a:srgbClr val="FFFF00"/>
          </a:solidFill>
          <a:ln w="38100">
            <a:solidFill>
              <a:schemeClr val="tx1"/>
            </a:solidFill>
            <a:miter lim="800000"/>
            <a:headEnd/>
            <a:tailEnd/>
          </a:ln>
          <a:effectLst>
            <a:outerShdw dist="107763" dir="2700000" algn="ctr" rotWithShape="0">
              <a:srgbClr val="808080">
                <a:alpha val="50000"/>
              </a:srgbClr>
            </a:outerShdw>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en-US" altLang="ms-MY" sz="2000">
                <a:solidFill>
                  <a:schemeClr val="hlink"/>
                </a:solidFill>
                <a:latin typeface="Times New Roman" panose="02020603050405020304" pitchFamily="18" charset="0"/>
              </a:rPr>
              <a:t>Ample communication through participation of all members</a:t>
            </a:r>
            <a:endParaRPr lang="en-US" altLang="ja-JP" sz="2000">
              <a:solidFill>
                <a:schemeClr val="hlink"/>
              </a:solidFill>
              <a:latin typeface="Times New Roman" panose="02020603050405020304" pitchFamily="18" charset="0"/>
            </a:endParaRPr>
          </a:p>
        </p:txBody>
      </p:sp>
      <p:pic>
        <p:nvPicPr>
          <p:cNvPr id="16407" name="Picture 56" descr="23b"/>
          <p:cNvPicPr>
            <a:picLocks noChangeAspect="1" noChangeArrowheads="1"/>
          </p:cNvPicPr>
          <p:nvPr/>
        </p:nvPicPr>
        <p:blipFill>
          <a:blip r:embed="rId3">
            <a:clrChange>
              <a:clrFrom>
                <a:srgbClr val="FFFCED"/>
              </a:clrFrom>
              <a:clrTo>
                <a:srgbClr val="FFFCED">
                  <a:alpha val="0"/>
                </a:srgbClr>
              </a:clrTo>
            </a:clrChange>
            <a:extLst>
              <a:ext uri="{28A0092B-C50C-407E-A947-70E740481C1C}">
                <a14:useLocalDpi xmlns:a14="http://schemas.microsoft.com/office/drawing/2010/main" val="0"/>
              </a:ext>
            </a:extLst>
          </a:blip>
          <a:srcRect/>
          <a:stretch>
            <a:fillRect/>
          </a:stretch>
        </p:blipFill>
        <p:spPr bwMode="auto">
          <a:xfrm>
            <a:off x="1176338" y="2667000"/>
            <a:ext cx="2286000" cy="171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408" name="Picture 57" descr="98d"/>
          <p:cNvPicPr>
            <a:picLocks noChangeAspect="1" noChangeArrowheads="1"/>
          </p:cNvPicPr>
          <p:nvPr/>
        </p:nvPicPr>
        <p:blipFill>
          <a:blip r:embed="rId4">
            <a:clrChange>
              <a:clrFrom>
                <a:srgbClr val="FFFAEE"/>
              </a:clrFrom>
              <a:clrTo>
                <a:srgbClr val="FFFAEE">
                  <a:alpha val="0"/>
                </a:srgbClr>
              </a:clrTo>
            </a:clrChange>
            <a:extLst>
              <a:ext uri="{28A0092B-C50C-407E-A947-70E740481C1C}">
                <a14:useLocalDpi xmlns:a14="http://schemas.microsoft.com/office/drawing/2010/main" val="0"/>
              </a:ext>
            </a:extLst>
          </a:blip>
          <a:srcRect/>
          <a:stretch>
            <a:fillRect/>
          </a:stretch>
        </p:blipFill>
        <p:spPr bwMode="auto">
          <a:xfrm>
            <a:off x="6719888" y="2895600"/>
            <a:ext cx="2109787" cy="132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 name="AutoShape 2"/>
          <p:cNvSpPr>
            <a:spLocks noChangeArrowheads="1"/>
          </p:cNvSpPr>
          <p:nvPr/>
        </p:nvSpPr>
        <p:spPr bwMode="auto">
          <a:xfrm>
            <a:off x="1208088" y="0"/>
            <a:ext cx="6643687" cy="571500"/>
          </a:xfrm>
          <a:prstGeom prst="roundRect">
            <a:avLst>
              <a:gd name="adj" fmla="val 16667"/>
            </a:avLst>
          </a:prstGeom>
          <a:solidFill>
            <a:srgbClr val="008000"/>
          </a:solidFill>
          <a:ln w="9525">
            <a:solidFill>
              <a:schemeClr val="tx1"/>
            </a:solidFill>
            <a:round/>
            <a:headEnd/>
            <a:tailEnd/>
          </a:ln>
          <a:effectLst>
            <a:outerShdw blurRad="63500" dist="107763" dir="2700000" algn="ctr" rotWithShape="0">
              <a:schemeClr val="bg2">
                <a:alpha val="74998"/>
              </a:schemeClr>
            </a:outerShdw>
          </a:effectLst>
        </p:spPr>
        <p:txBody>
          <a:bodyPr wrap="none" anchor="ctr"/>
          <a:lstStyle/>
          <a:p>
            <a:pPr algn="ctr">
              <a:defRPr/>
            </a:pPr>
            <a:r>
              <a:rPr lang="en-US" sz="2400" dirty="0">
                <a:latin typeface="Times New Roman" pitchFamily="18" charset="0"/>
              </a:rPr>
              <a:t>A figure which aims at  QC circle activities</a:t>
            </a:r>
            <a:endParaRPr lang="en-US" altLang="ja-JP" sz="1400" dirty="0">
              <a:effectLst>
                <a:outerShdw blurRad="38100" dist="38100" dir="2700000" algn="tl">
                  <a:srgbClr val="000000"/>
                </a:outerShdw>
              </a:effectLst>
              <a:latin typeface="Angsana New" pitchFamily="18" charset="-34"/>
              <a:cs typeface="Angsana New" pitchFamily="18" charset="-3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8586" name="Rectangle 10"/>
          <p:cNvSpPr>
            <a:spLocks noChangeArrowheads="1"/>
          </p:cNvSpPr>
          <p:nvPr/>
        </p:nvSpPr>
        <p:spPr bwMode="auto">
          <a:xfrm>
            <a:off x="311150" y="836613"/>
            <a:ext cx="9394825" cy="5868987"/>
          </a:xfrm>
          <a:prstGeom prst="rect">
            <a:avLst/>
          </a:prstGeom>
          <a:noFill/>
          <a:ln>
            <a:noFill/>
          </a:ln>
          <a:effectLst>
            <a:outerShdw dist="107763" dir="2700000" algn="ctr" rotWithShape="0">
              <a:schemeClr val="bg2">
                <a:alpha val="74997"/>
              </a:schemeClr>
            </a:outer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Lst>
        </p:spPr>
        <p:txBody>
          <a:bodyPr wrap="none" anchor="ctr"/>
          <a:lstStyle/>
          <a:p>
            <a:pPr>
              <a:defRPr/>
            </a:pPr>
            <a:endParaRPr lang="en-US">
              <a:effectLst>
                <a:outerShdw blurRad="38100" dist="38100" dir="2700000" algn="tl">
                  <a:srgbClr val="000000"/>
                </a:outerShdw>
              </a:effectLst>
            </a:endParaRPr>
          </a:p>
        </p:txBody>
      </p:sp>
      <p:sp>
        <p:nvSpPr>
          <p:cNvPr id="408587" name="Text Box 11"/>
          <p:cNvSpPr txBox="1">
            <a:spLocks noChangeArrowheads="1"/>
          </p:cNvSpPr>
          <p:nvPr/>
        </p:nvSpPr>
        <p:spPr bwMode="auto">
          <a:xfrm>
            <a:off x="633413" y="1268413"/>
            <a:ext cx="8640762" cy="671512"/>
          </a:xfrm>
          <a:prstGeom prst="rect">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prstDash val="sysDot"/>
                <a:miter lim="800000"/>
                <a:headEnd/>
                <a:tailEnd/>
              </a14:hiddenLine>
            </a:ext>
          </a:extLst>
        </p:spPr>
        <p:txBody>
          <a:bodyPr anchor="ct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800">
                <a:solidFill>
                  <a:schemeClr val="folHlink"/>
                </a:solidFill>
                <a:effectLst>
                  <a:outerShdw blurRad="38100" dist="38100" dir="2700000" algn="tl">
                    <a:srgbClr val="000000"/>
                  </a:outerShdw>
                </a:effectLst>
                <a:latin typeface="Times New Roman" panose="02020603050405020304" pitchFamily="18" charset="0"/>
              </a:rPr>
              <a:t>① Promote activities to encourage understanding of New QC Circle Activities.</a:t>
            </a:r>
          </a:p>
          <a:p>
            <a:pPr eaLnBrk="1" hangingPunct="1"/>
            <a:r>
              <a:rPr lang="en-US" altLang="ja-JP" sz="2000">
                <a:effectLst>
                  <a:outerShdw blurRad="38100" dist="38100" dir="2700000" algn="tl">
                    <a:srgbClr val="000000"/>
                  </a:outerShdw>
                </a:effectLst>
                <a:latin typeface="Times New Roman" panose="02020603050405020304" pitchFamily="18" charset="0"/>
              </a:rPr>
              <a:t> </a:t>
            </a:r>
            <a:r>
              <a:rPr lang="ja-JP" altLang="en-US" sz="1800">
                <a:effectLst>
                  <a:outerShdw blurRad="38100" dist="38100" dir="2700000" algn="tl">
                    <a:srgbClr val="000000"/>
                  </a:outerShdw>
                </a:effectLst>
                <a:latin typeface="Times New Roman" panose="02020603050405020304" pitchFamily="18" charset="0"/>
              </a:rPr>
              <a:t>・</a:t>
            </a:r>
            <a:r>
              <a:rPr lang="en-US" altLang="ja-JP" sz="1800">
                <a:effectLst>
                  <a:outerShdw blurRad="38100" dist="38100" dir="2700000" algn="tl">
                    <a:srgbClr val="000000"/>
                  </a:outerShdw>
                </a:effectLst>
                <a:latin typeface="Times New Roman" panose="02020603050405020304" pitchFamily="18" charset="0"/>
              </a:rPr>
              <a:t> Activities using explanatory brochures and video etc.</a:t>
            </a:r>
          </a:p>
        </p:txBody>
      </p:sp>
      <p:sp>
        <p:nvSpPr>
          <p:cNvPr id="408588" name="Text Box 12"/>
          <p:cNvSpPr txBox="1">
            <a:spLocks noChangeArrowheads="1"/>
          </p:cNvSpPr>
          <p:nvPr/>
        </p:nvSpPr>
        <p:spPr bwMode="auto">
          <a:xfrm>
            <a:off x="560388" y="2132013"/>
            <a:ext cx="8640762" cy="1585912"/>
          </a:xfrm>
          <a:prstGeom prst="rect">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prstDash val="sysDot"/>
                <a:miter lim="800000"/>
                <a:headEnd/>
                <a:tailEnd/>
              </a14:hiddenLine>
            </a:ext>
          </a:extLst>
        </p:spPr>
        <p:txBody>
          <a:bodyPr anchor="ct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2000">
                <a:solidFill>
                  <a:schemeClr val="folHlink"/>
                </a:solidFill>
                <a:effectLst>
                  <a:outerShdw blurRad="38100" dist="38100" dir="2700000" algn="tl">
                    <a:srgbClr val="000000"/>
                  </a:outerShdw>
                </a:effectLst>
                <a:latin typeface="Times New Roman" panose="02020603050405020304" pitchFamily="18" charset="0"/>
              </a:rPr>
              <a:t>② Create attractive QC circle with participation of all members</a:t>
            </a:r>
          </a:p>
          <a:p>
            <a:pPr eaLnBrk="1" hangingPunct="1"/>
            <a:r>
              <a:rPr lang="en-US" altLang="ja-JP" sz="2000">
                <a:effectLst>
                  <a:outerShdw blurRad="38100" dist="38100" dir="2700000" algn="tl">
                    <a:srgbClr val="000000"/>
                  </a:outerShdw>
                </a:effectLst>
                <a:latin typeface="Times New Roman" panose="02020603050405020304" pitchFamily="18" charset="0"/>
              </a:rPr>
              <a:t> </a:t>
            </a:r>
            <a:r>
              <a:rPr lang="ja-JP" altLang="en-US" sz="1800">
                <a:effectLst>
                  <a:outerShdw blurRad="38100" dist="38100" dir="2700000" algn="tl">
                    <a:srgbClr val="000000"/>
                  </a:outerShdw>
                </a:effectLst>
                <a:latin typeface="Times New Roman" panose="02020603050405020304" pitchFamily="18" charset="0"/>
              </a:rPr>
              <a:t>・</a:t>
            </a:r>
            <a:r>
              <a:rPr lang="en-US" altLang="ja-JP" sz="1800">
                <a:effectLst>
                  <a:outerShdw blurRad="38100" dist="38100" dir="2700000" algn="tl">
                    <a:srgbClr val="000000"/>
                  </a:outerShdw>
                </a:effectLst>
                <a:latin typeface="Times New Roman" panose="02020603050405020304" pitchFamily="18" charset="0"/>
              </a:rPr>
              <a:t> Promote activities focused on processes.</a:t>
            </a:r>
          </a:p>
          <a:p>
            <a:pPr eaLnBrk="1" hangingPunct="1"/>
            <a:r>
              <a:rPr lang="en-US" altLang="ja-JP" sz="1800">
                <a:effectLst>
                  <a:outerShdw blurRad="38100" dist="38100" dir="2700000" algn="tl">
                    <a:srgbClr val="000000"/>
                  </a:outerShdw>
                </a:effectLst>
                <a:latin typeface="Times New Roman" panose="02020603050405020304" pitchFamily="18" charset="0"/>
              </a:rPr>
              <a:t> </a:t>
            </a:r>
            <a:r>
              <a:rPr lang="ja-JP" altLang="en-US" sz="1800">
                <a:effectLst>
                  <a:outerShdw blurRad="38100" dist="38100" dir="2700000" algn="tl">
                    <a:srgbClr val="000000"/>
                  </a:outerShdw>
                </a:effectLst>
                <a:latin typeface="Times New Roman" panose="02020603050405020304" pitchFamily="18" charset="0"/>
              </a:rPr>
              <a:t>・</a:t>
            </a:r>
            <a:r>
              <a:rPr lang="en-US" altLang="ja-JP" sz="1800">
                <a:effectLst>
                  <a:outerShdw blurRad="38100" dist="38100" dir="2700000" algn="tl">
                    <a:srgbClr val="000000"/>
                  </a:outerShdw>
                </a:effectLst>
                <a:latin typeface="Times New Roman" panose="02020603050405020304" pitchFamily="18" charset="0"/>
              </a:rPr>
              <a:t> Build a system of work for a sense of achievement </a:t>
            </a:r>
          </a:p>
          <a:p>
            <a:pPr eaLnBrk="1" hangingPunct="1"/>
            <a:r>
              <a:rPr lang="ja-JP" altLang="en-US" sz="1800">
                <a:effectLst>
                  <a:outerShdw blurRad="38100" dist="38100" dir="2700000" algn="tl">
                    <a:srgbClr val="000000"/>
                  </a:outerShdw>
                </a:effectLst>
                <a:latin typeface="Times New Roman" panose="02020603050405020304" pitchFamily="18" charset="0"/>
              </a:rPr>
              <a:t> </a:t>
            </a:r>
            <a:r>
              <a:rPr lang="ja-JP" altLang="en-US" sz="2000">
                <a:effectLst>
                  <a:outerShdw blurRad="38100" dist="38100" dir="2700000" algn="tl">
                    <a:srgbClr val="000000"/>
                  </a:outerShdw>
                </a:effectLst>
                <a:latin typeface="Times New Roman" panose="02020603050405020304" pitchFamily="18" charset="0"/>
              </a:rPr>
              <a:t>・</a:t>
            </a:r>
            <a:r>
              <a:rPr lang="en-US" altLang="ja-JP" sz="2000">
                <a:effectLst>
                  <a:outerShdw blurRad="38100" dist="38100" dir="2700000" algn="tl">
                    <a:srgbClr val="000000"/>
                  </a:outerShdw>
                </a:effectLst>
                <a:latin typeface="Times New Roman" panose="02020603050405020304" pitchFamily="18" charset="0"/>
              </a:rPr>
              <a:t>Actively expand theme etc.</a:t>
            </a:r>
            <a:endParaRPr lang="en-US" altLang="ja-JP" sz="1400">
              <a:effectLst>
                <a:outerShdw blurRad="38100" dist="38100" dir="2700000" algn="tl">
                  <a:srgbClr val="000000"/>
                </a:outerShdw>
              </a:effectLst>
              <a:latin typeface="Times New Roman" panose="02020603050405020304" pitchFamily="18" charset="0"/>
            </a:endParaRPr>
          </a:p>
          <a:p>
            <a:pPr eaLnBrk="1" hangingPunct="1"/>
            <a:endParaRPr lang="en-US" altLang="ja-JP" sz="2000">
              <a:effectLst>
                <a:outerShdw blurRad="38100" dist="38100" dir="2700000" algn="tl">
                  <a:srgbClr val="000000"/>
                </a:outerShdw>
              </a:effectLst>
            </a:endParaRPr>
          </a:p>
        </p:txBody>
      </p:sp>
      <p:sp>
        <p:nvSpPr>
          <p:cNvPr id="408589" name="Text Box 13"/>
          <p:cNvSpPr txBox="1">
            <a:spLocks noChangeArrowheads="1"/>
          </p:cNvSpPr>
          <p:nvPr/>
        </p:nvSpPr>
        <p:spPr bwMode="auto">
          <a:xfrm>
            <a:off x="560388" y="3702050"/>
            <a:ext cx="8640762" cy="1036638"/>
          </a:xfrm>
          <a:prstGeom prst="rect">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prstDash val="sysDot"/>
                <a:miter lim="800000"/>
                <a:headEnd/>
                <a:tailEnd/>
              </a14:hiddenLine>
            </a:ext>
          </a:extLst>
        </p:spPr>
        <p:txBody>
          <a:bodyPr anchor="ct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2000">
                <a:solidFill>
                  <a:schemeClr val="folHlink"/>
                </a:solidFill>
                <a:effectLst>
                  <a:outerShdw blurRad="38100" dist="38100" dir="2700000" algn="tl">
                    <a:srgbClr val="000000"/>
                  </a:outerShdw>
                </a:effectLst>
                <a:latin typeface="Times New Roman" panose="02020603050405020304" pitchFamily="18" charset="0"/>
              </a:rPr>
              <a:t>③ Supporter (Manager or above) give advice, support and closely follows up</a:t>
            </a:r>
            <a:r>
              <a:rPr lang="en-US" altLang="ja-JP" sz="2000">
                <a:solidFill>
                  <a:srgbClr val="0033CC"/>
                </a:solidFill>
                <a:effectLst>
                  <a:outerShdw blurRad="38100" dist="38100" dir="2700000" algn="tl">
                    <a:srgbClr val="000000"/>
                  </a:outerShdw>
                </a:effectLst>
                <a:latin typeface="Times New Roman" panose="02020603050405020304" pitchFamily="18" charset="0"/>
              </a:rPr>
              <a:t> </a:t>
            </a:r>
          </a:p>
          <a:p>
            <a:pPr eaLnBrk="1" hangingPunct="1"/>
            <a:r>
              <a:rPr lang="en-US" altLang="ja-JP" sz="2000">
                <a:solidFill>
                  <a:srgbClr val="0033CC"/>
                </a:solidFill>
                <a:effectLst>
                  <a:outerShdw blurRad="38100" dist="38100" dir="2700000" algn="tl">
                    <a:srgbClr val="000000"/>
                  </a:outerShdw>
                </a:effectLst>
                <a:latin typeface="Times New Roman" panose="02020603050405020304" pitchFamily="18" charset="0"/>
              </a:rPr>
              <a:t> </a:t>
            </a:r>
            <a:r>
              <a:rPr lang="ja-JP" altLang="en-US" sz="2400">
                <a:effectLst>
                  <a:outerShdw blurRad="38100" dist="38100" dir="2700000" algn="tl">
                    <a:srgbClr val="000000"/>
                  </a:outerShdw>
                </a:effectLst>
                <a:latin typeface="Times New Roman" panose="02020603050405020304" pitchFamily="18" charset="0"/>
              </a:rPr>
              <a:t>・</a:t>
            </a:r>
            <a:r>
              <a:rPr lang="en-US" altLang="ja-JP" sz="1800">
                <a:effectLst>
                  <a:outerShdw blurRad="38100" dist="38100" dir="2700000" algn="tl">
                    <a:srgbClr val="000000"/>
                  </a:outerShdw>
                </a:effectLst>
                <a:latin typeface="Times New Roman" panose="02020603050405020304" pitchFamily="18" charset="0"/>
              </a:rPr>
              <a:t>Commune together with circle leader. (Informal meeting)</a:t>
            </a:r>
          </a:p>
          <a:p>
            <a:pPr eaLnBrk="1" hangingPunct="1"/>
            <a:r>
              <a:rPr lang="en-US" altLang="ja-JP" sz="1800">
                <a:effectLst>
                  <a:outerShdw blurRad="38100" dist="38100" dir="2700000" algn="tl">
                    <a:srgbClr val="000000"/>
                  </a:outerShdw>
                </a:effectLst>
                <a:latin typeface="Times New Roman" panose="02020603050405020304" pitchFamily="18" charset="0"/>
              </a:rPr>
              <a:t> </a:t>
            </a:r>
            <a:r>
              <a:rPr lang="ja-JP" altLang="en-US" sz="1800">
                <a:effectLst>
                  <a:outerShdw blurRad="38100" dist="38100" dir="2700000" algn="tl">
                    <a:srgbClr val="000000"/>
                  </a:outerShdw>
                </a:effectLst>
                <a:latin typeface="Times New Roman" panose="02020603050405020304" pitchFamily="18" charset="0"/>
              </a:rPr>
              <a:t>・ </a:t>
            </a:r>
            <a:r>
              <a:rPr lang="en-US" altLang="ja-JP" sz="1800">
                <a:effectLst>
                  <a:outerShdw blurRad="38100" dist="38100" dir="2700000" algn="tl">
                    <a:srgbClr val="000000"/>
                  </a:outerShdw>
                </a:effectLst>
                <a:latin typeface="Times New Roman" panose="02020603050405020304" pitchFamily="18" charset="0"/>
              </a:rPr>
              <a:t>Regular visits to circles for encourage etc.</a:t>
            </a:r>
          </a:p>
        </p:txBody>
      </p:sp>
      <p:sp>
        <p:nvSpPr>
          <p:cNvPr id="408590" name="Text Box 14"/>
          <p:cNvSpPr txBox="1">
            <a:spLocks noChangeArrowheads="1"/>
          </p:cNvSpPr>
          <p:nvPr/>
        </p:nvSpPr>
        <p:spPr bwMode="auto">
          <a:xfrm>
            <a:off x="560388" y="5172075"/>
            <a:ext cx="8640762" cy="976313"/>
          </a:xfrm>
          <a:prstGeom prst="rect">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prstDash val="sysDot"/>
                <a:miter lim="800000"/>
                <a:headEnd/>
                <a:tailEnd/>
              </a14:hiddenLine>
            </a:ext>
          </a:extLst>
        </p:spPr>
        <p:txBody>
          <a:bodyPr anchor="ct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2000">
                <a:solidFill>
                  <a:schemeClr val="folHlink"/>
                </a:solidFill>
                <a:effectLst>
                  <a:outerShdw blurRad="38100" dist="38100" dir="2700000" algn="tl">
                    <a:srgbClr val="000000"/>
                  </a:outerShdw>
                </a:effectLst>
                <a:latin typeface="Times New Roman" panose="02020603050405020304" pitchFamily="18" charset="0"/>
              </a:rPr>
              <a:t>④ Provide desirable environment for activities.</a:t>
            </a:r>
          </a:p>
          <a:p>
            <a:pPr eaLnBrk="1" hangingPunct="1"/>
            <a:r>
              <a:rPr lang="en-US" altLang="ja-JP" sz="2000">
                <a:effectLst>
                  <a:outerShdw blurRad="38100" dist="38100" dir="2700000" algn="tl">
                    <a:srgbClr val="000000"/>
                  </a:outerShdw>
                </a:effectLst>
                <a:latin typeface="Times New Roman" panose="02020603050405020304" pitchFamily="18" charset="0"/>
              </a:rPr>
              <a:t> </a:t>
            </a:r>
            <a:r>
              <a:rPr lang="ja-JP" altLang="en-US" sz="1800">
                <a:effectLst>
                  <a:outerShdw blurRad="38100" dist="38100" dir="2700000" algn="tl">
                    <a:srgbClr val="000000"/>
                  </a:outerShdw>
                </a:effectLst>
                <a:latin typeface="Times New Roman" panose="02020603050405020304" pitchFamily="18" charset="0"/>
              </a:rPr>
              <a:t>・</a:t>
            </a:r>
            <a:r>
              <a:rPr lang="en-US" altLang="ja-JP" sz="1800">
                <a:effectLst>
                  <a:outerShdw blurRad="38100" dist="38100" dir="2700000" algn="tl">
                    <a:srgbClr val="000000"/>
                  </a:outerShdw>
                </a:effectLst>
                <a:latin typeface="Times New Roman" panose="02020603050405020304" pitchFamily="18" charset="0"/>
              </a:rPr>
              <a:t>Thorough implementation of meeting twice a month for two or more hours.</a:t>
            </a:r>
          </a:p>
          <a:p>
            <a:pPr eaLnBrk="1" hangingPunct="1"/>
            <a:r>
              <a:rPr lang="en-US" altLang="ja-JP" sz="1800">
                <a:effectLst>
                  <a:outerShdw blurRad="38100" dist="38100" dir="2700000" algn="tl">
                    <a:srgbClr val="000000"/>
                  </a:outerShdw>
                </a:effectLst>
                <a:latin typeface="Times New Roman" panose="02020603050405020304" pitchFamily="18" charset="0"/>
              </a:rPr>
              <a:t> </a:t>
            </a:r>
            <a:r>
              <a:rPr lang="ja-JP" altLang="en-US" sz="1800">
                <a:effectLst>
                  <a:outerShdw blurRad="38100" dist="38100" dir="2700000" algn="tl">
                    <a:srgbClr val="000000"/>
                  </a:outerShdw>
                </a:effectLst>
                <a:latin typeface="Times New Roman" panose="02020603050405020304" pitchFamily="18" charset="0"/>
              </a:rPr>
              <a:t>・</a:t>
            </a:r>
            <a:r>
              <a:rPr lang="en-US" altLang="ja-JP" sz="1800">
                <a:effectLst>
                  <a:outerShdw blurRad="38100" dist="38100" dir="2700000" algn="tl">
                    <a:srgbClr val="000000"/>
                  </a:outerShdw>
                </a:effectLst>
                <a:latin typeface="Times New Roman" panose="02020603050405020304" pitchFamily="18" charset="0"/>
              </a:rPr>
              <a:t>Setting of the same meeting date in the workplace and provide the meeting place etc.</a:t>
            </a:r>
          </a:p>
        </p:txBody>
      </p:sp>
      <p:sp>
        <p:nvSpPr>
          <p:cNvPr id="14" name="AutoShape 2"/>
          <p:cNvSpPr>
            <a:spLocks noChangeArrowheads="1"/>
          </p:cNvSpPr>
          <p:nvPr/>
        </p:nvSpPr>
        <p:spPr bwMode="auto">
          <a:xfrm>
            <a:off x="1023938" y="214313"/>
            <a:ext cx="6643687" cy="571500"/>
          </a:xfrm>
          <a:prstGeom prst="roundRect">
            <a:avLst>
              <a:gd name="adj" fmla="val 16667"/>
            </a:avLst>
          </a:prstGeom>
          <a:solidFill>
            <a:srgbClr val="008000"/>
          </a:solidFill>
          <a:ln w="9525">
            <a:solidFill>
              <a:schemeClr val="tx1"/>
            </a:solidFill>
            <a:round/>
            <a:headEnd/>
            <a:tailEnd/>
          </a:ln>
          <a:effectLst>
            <a:outerShdw blurRad="63500" dist="107763" dir="2700000" algn="ctr" rotWithShape="0">
              <a:schemeClr val="bg2">
                <a:alpha val="74998"/>
              </a:schemeClr>
            </a:outerShdw>
          </a:effectLst>
        </p:spPr>
        <p:txBody>
          <a:bodyPr wrap="none" anchor="ctr"/>
          <a:lstStyle/>
          <a:p>
            <a:pPr algn="ctr">
              <a:defRPr/>
            </a:pPr>
            <a:r>
              <a:rPr lang="en-US" altLang="ja-JP" sz="2400" dirty="0">
                <a:effectLst>
                  <a:outerShdw blurRad="38100" dist="38100" dir="2700000" algn="tl">
                    <a:srgbClr val="000000"/>
                  </a:outerShdw>
                </a:effectLst>
                <a:latin typeface="Times New Roman" pitchFamily="18" charset="0"/>
              </a:rPr>
              <a:t>4 Pillars to promote New QC Circle Activities</a:t>
            </a:r>
            <a:endParaRPr lang="en-US" altLang="ja-JP" sz="1400" dirty="0">
              <a:effectLst>
                <a:outerShdw blurRad="38100" dist="38100" dir="2700000" algn="tl">
                  <a:srgbClr val="000000"/>
                </a:outerShdw>
              </a:effectLst>
              <a:latin typeface="Angsana New" pitchFamily="18" charset="-34"/>
              <a:cs typeface="Angsana New" pitchFamily="18" charset="-3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4982" name="AutoShape 22"/>
          <p:cNvSpPr>
            <a:spLocks noChangeArrowheads="1"/>
          </p:cNvSpPr>
          <p:nvPr/>
        </p:nvSpPr>
        <p:spPr bwMode="auto">
          <a:xfrm>
            <a:off x="304800" y="3162300"/>
            <a:ext cx="9544050" cy="3657600"/>
          </a:xfrm>
          <a:prstGeom prst="roundRect">
            <a:avLst>
              <a:gd name="adj" fmla="val 6167"/>
            </a:avLst>
          </a:prstGeom>
          <a:solidFill>
            <a:srgbClr val="000080">
              <a:alpha val="50000"/>
            </a:srgbClr>
          </a:solidFill>
          <a:ln w="9525">
            <a:solidFill>
              <a:schemeClr val="tx1"/>
            </a:solidFill>
            <a:round/>
            <a:headEnd/>
            <a:tailEnd/>
          </a:ln>
          <a:effectLst/>
        </p:spPr>
        <p:txBody>
          <a:bodyPr wrap="none" lIns="1062000" rIns="1242000" anchor="ctr"/>
          <a:lstStyle/>
          <a:p>
            <a:pPr>
              <a:defRPr/>
            </a:pPr>
            <a:endParaRPr lang="en-US">
              <a:effectLst>
                <a:outerShdw blurRad="38100" dist="38100" dir="2700000" algn="tl">
                  <a:srgbClr val="000000"/>
                </a:outerShdw>
              </a:effectLst>
            </a:endParaRPr>
          </a:p>
        </p:txBody>
      </p:sp>
      <p:sp>
        <p:nvSpPr>
          <p:cNvPr id="424964" name="AutoShape 4"/>
          <p:cNvSpPr>
            <a:spLocks noChangeArrowheads="1"/>
          </p:cNvSpPr>
          <p:nvPr/>
        </p:nvSpPr>
        <p:spPr bwMode="auto">
          <a:xfrm>
            <a:off x="3081338" y="0"/>
            <a:ext cx="3657600" cy="533400"/>
          </a:xfrm>
          <a:prstGeom prst="roundRect">
            <a:avLst>
              <a:gd name="adj" fmla="val 16667"/>
            </a:avLst>
          </a:prstGeom>
          <a:solidFill>
            <a:srgbClr val="008000"/>
          </a:solidFill>
          <a:ln w="9525">
            <a:solidFill>
              <a:schemeClr val="tx1"/>
            </a:solidFill>
            <a:round/>
            <a:headEnd/>
            <a:tailEnd/>
          </a:ln>
          <a:effectLst>
            <a:outerShdw blurRad="63500" dist="107763" dir="2700000" algn="ctr" rotWithShape="0">
              <a:schemeClr val="bg2">
                <a:alpha val="74998"/>
              </a:schemeClr>
            </a:outerShdw>
          </a:effectLst>
        </p:spPr>
        <p:txBody>
          <a:bodyPr wrap="none" anchor="ctr"/>
          <a:lstStyle/>
          <a:p>
            <a:pPr algn="ctr">
              <a:defRPr/>
            </a:pPr>
            <a:r>
              <a:rPr lang="en-US" altLang="ja-JP">
                <a:effectLst>
                  <a:outerShdw blurRad="38100" dist="38100" dir="2700000" algn="tl">
                    <a:srgbClr val="000000"/>
                  </a:outerShdw>
                </a:effectLst>
                <a:latin typeface="Times New Roman" pitchFamily="18" charset="0"/>
                <a:ea typeface="イワタ中丸ゴシック体(GT)" charset="-128"/>
                <a:cs typeface="Angsana New" pitchFamily="18" charset="-34"/>
              </a:rPr>
              <a:t>Leadership</a:t>
            </a:r>
          </a:p>
        </p:txBody>
      </p:sp>
      <p:grpSp>
        <p:nvGrpSpPr>
          <p:cNvPr id="23556" name="Group 9"/>
          <p:cNvGrpSpPr>
            <a:grpSpLocks/>
          </p:cNvGrpSpPr>
          <p:nvPr/>
        </p:nvGrpSpPr>
        <p:grpSpPr bwMode="auto">
          <a:xfrm>
            <a:off x="4763" y="833438"/>
            <a:ext cx="3500437" cy="523875"/>
            <a:chOff x="792" y="528"/>
            <a:chExt cx="2784" cy="330"/>
          </a:xfrm>
        </p:grpSpPr>
        <p:sp>
          <p:nvSpPr>
            <p:cNvPr id="424968" name="AutoShape 8"/>
            <p:cNvSpPr>
              <a:spLocks noChangeArrowheads="1"/>
            </p:cNvSpPr>
            <p:nvPr/>
          </p:nvSpPr>
          <p:spPr bwMode="auto">
            <a:xfrm>
              <a:off x="864" y="528"/>
              <a:ext cx="2640" cy="288"/>
            </a:xfrm>
            <a:prstGeom prst="roundRect">
              <a:avLst>
                <a:gd name="adj" fmla="val 22917"/>
              </a:avLst>
            </a:prstGeom>
            <a:solidFill>
              <a:srgbClr val="008000"/>
            </a:solidFill>
            <a:ln w="9525">
              <a:solidFill>
                <a:schemeClr val="tx1"/>
              </a:solidFill>
              <a:round/>
              <a:headEnd/>
              <a:tailEnd/>
            </a:ln>
            <a:effectLst>
              <a:outerShdw blurRad="63500" dist="107763" dir="2700000" algn="ctr" rotWithShape="0">
                <a:schemeClr val="bg2">
                  <a:alpha val="74998"/>
                </a:schemeClr>
              </a:outerShdw>
            </a:effectLst>
          </p:spPr>
          <p:txBody>
            <a:bodyPr wrap="none" lIns="1062000" rIns="1242000" anchor="ctr"/>
            <a:lstStyle/>
            <a:p>
              <a:pPr>
                <a:defRPr/>
              </a:pPr>
              <a:endParaRPr lang="en-US">
                <a:effectLst>
                  <a:outerShdw blurRad="38100" dist="38100" dir="2700000" algn="tl">
                    <a:srgbClr val="000000"/>
                  </a:outerShdw>
                </a:effectLst>
              </a:endParaRPr>
            </a:p>
          </p:txBody>
        </p:sp>
        <p:sp>
          <p:nvSpPr>
            <p:cNvPr id="424967" name="Text Box 7"/>
            <p:cNvSpPr txBox="1">
              <a:spLocks noChangeArrowheads="1"/>
            </p:cNvSpPr>
            <p:nvPr/>
          </p:nvSpPr>
          <p:spPr bwMode="auto">
            <a:xfrm>
              <a:off x="792" y="531"/>
              <a:ext cx="2784" cy="327"/>
            </a:xfrm>
            <a:prstGeom prst="rect">
              <a:avLst/>
            </a:prstGeom>
            <a:noFill/>
            <a:ln w="9525">
              <a:noFill/>
              <a:miter lim="800000"/>
              <a:headEnd/>
              <a:tailEnd/>
            </a:ln>
            <a:effectLst/>
          </p:spPr>
          <p:txBody>
            <a:bodyPr lIns="72000" rIns="72000">
              <a:spAutoFit/>
            </a:bodyPr>
            <a:lstStyle/>
            <a:p>
              <a:pPr>
                <a:spcBef>
                  <a:spcPct val="50000"/>
                </a:spcBef>
                <a:defRPr/>
              </a:pPr>
              <a:r>
                <a:rPr lang="th-TH" altLang="ja-JP" sz="2400">
                  <a:effectLst>
                    <a:outerShdw blurRad="38100" dist="38100" dir="2700000" algn="tl">
                      <a:srgbClr val="000000"/>
                    </a:outerShdw>
                  </a:effectLst>
                  <a:latin typeface="Times New Roman" pitchFamily="18" charset="0"/>
                  <a:ea typeface="イワタ中丸ゴシック体(GT)" charset="-128"/>
                  <a:cs typeface="Angsana New" pitchFamily="18" charset="-34"/>
                </a:rPr>
                <a:t>    </a:t>
              </a:r>
              <a:r>
                <a:rPr lang="th-TH" altLang="ja-JP">
                  <a:effectLst>
                    <a:outerShdw blurRad="38100" dist="38100" dir="2700000" algn="tl">
                      <a:srgbClr val="000000"/>
                    </a:outerShdw>
                  </a:effectLst>
                  <a:latin typeface="Times New Roman" pitchFamily="18" charset="0"/>
                  <a:ea typeface="イワタ中丸ゴシック体(GT)" charset="-128"/>
                  <a:cs typeface="Angsana New" pitchFamily="18" charset="-34"/>
                </a:rPr>
                <a:t>(1) </a:t>
              </a:r>
              <a:r>
                <a:rPr lang="en-US" altLang="ja-JP">
                  <a:effectLst>
                    <a:outerShdw blurRad="38100" dist="38100" dir="2700000" algn="tl">
                      <a:srgbClr val="000000"/>
                    </a:outerShdw>
                  </a:effectLst>
                  <a:latin typeface="Times New Roman" pitchFamily="18" charset="0"/>
                  <a:ea typeface="イワタ中丸ゴシック体(GT)" charset="-128"/>
                  <a:cs typeface="Angsana New" pitchFamily="18" charset="-34"/>
                </a:rPr>
                <a:t>Leadership</a:t>
              </a:r>
            </a:p>
          </p:txBody>
        </p:sp>
      </p:grpSp>
      <p:sp>
        <p:nvSpPr>
          <p:cNvPr id="424970" name="Rectangle 10"/>
          <p:cNvSpPr>
            <a:spLocks noChangeArrowheads="1"/>
          </p:cNvSpPr>
          <p:nvPr/>
        </p:nvSpPr>
        <p:spPr bwMode="auto">
          <a:xfrm>
            <a:off x="533400" y="1447800"/>
            <a:ext cx="3429000" cy="1295400"/>
          </a:xfrm>
          <a:prstGeom prst="rect">
            <a:avLst/>
          </a:prstGeom>
          <a:solidFill>
            <a:srgbClr val="800080"/>
          </a:solidFill>
          <a:ln w="9525">
            <a:solidFill>
              <a:schemeClr val="tx1"/>
            </a:solidFill>
            <a:miter lim="800000"/>
            <a:headEnd/>
            <a:tailEnd/>
          </a:ln>
          <a:effectLst/>
        </p:spPr>
        <p:txBody>
          <a:bodyPr wrap="none" lIns="1062000" rIns="1242000" anchor="ctr"/>
          <a:lstStyle/>
          <a:p>
            <a:pPr>
              <a:defRPr/>
            </a:pPr>
            <a:endParaRPr lang="en-US">
              <a:effectLst>
                <a:outerShdw blurRad="38100" dist="38100" dir="2700000" algn="tl">
                  <a:srgbClr val="000000"/>
                </a:outerShdw>
              </a:effectLst>
            </a:endParaRPr>
          </a:p>
        </p:txBody>
      </p:sp>
      <p:sp>
        <p:nvSpPr>
          <p:cNvPr id="424971" name="Text Box 11"/>
          <p:cNvSpPr txBox="1">
            <a:spLocks noChangeArrowheads="1"/>
          </p:cNvSpPr>
          <p:nvPr/>
        </p:nvSpPr>
        <p:spPr bwMode="auto">
          <a:xfrm>
            <a:off x="488950" y="1482725"/>
            <a:ext cx="3671888" cy="1281113"/>
          </a:xfrm>
          <a:prstGeom prst="rect">
            <a:avLst/>
          </a:prstGeom>
          <a:noFill/>
          <a:ln w="9525">
            <a:noFill/>
            <a:miter lim="800000"/>
            <a:headEnd/>
            <a:tailEnd/>
          </a:ln>
          <a:effectLst/>
        </p:spPr>
        <p:txBody>
          <a:bodyPr>
            <a:spAutoFit/>
          </a:bodyPr>
          <a:lstStyle/>
          <a:p>
            <a:pPr>
              <a:lnSpc>
                <a:spcPct val="75000"/>
              </a:lnSpc>
              <a:spcBef>
                <a:spcPct val="50000"/>
              </a:spcBef>
              <a:defRPr/>
            </a:pPr>
            <a:r>
              <a:rPr lang="en-US" altLang="ja-JP" sz="2000">
                <a:effectLst>
                  <a:outerShdw blurRad="38100" dist="38100" dir="2700000" algn="tl">
                    <a:srgbClr val="000000"/>
                  </a:outerShdw>
                </a:effectLst>
                <a:latin typeface="Times New Roman" pitchFamily="18" charset="0"/>
                <a:ea typeface="HG丸ｺﾞｼｯｸM-PRO" charset="-128"/>
                <a:cs typeface="Angsana New" pitchFamily="18" charset="-34"/>
              </a:rPr>
              <a:t>① </a:t>
            </a:r>
            <a:r>
              <a:rPr lang="en-US" altLang="ja-JP" sz="2400">
                <a:effectLst>
                  <a:outerShdw blurRad="38100" dist="38100" dir="2700000" algn="tl">
                    <a:srgbClr val="000000"/>
                  </a:outerShdw>
                </a:effectLst>
                <a:latin typeface="Times New Roman" pitchFamily="18" charset="0"/>
                <a:ea typeface="HG丸ｺﾞｼｯｸM-PRO" charset="-128"/>
                <a:cs typeface="Angsana New" pitchFamily="18" charset="-34"/>
              </a:rPr>
              <a:t>Leadership </a:t>
            </a:r>
            <a:endParaRPr lang="en-US" altLang="ja-JP" sz="1800">
              <a:effectLst>
                <a:outerShdw blurRad="38100" dist="38100" dir="2700000" algn="tl">
                  <a:srgbClr val="000000"/>
                </a:outerShdw>
              </a:effectLst>
              <a:latin typeface="Times New Roman" pitchFamily="18" charset="0"/>
              <a:ea typeface="HG丸ｺﾞｼｯｸM-PRO" charset="-128"/>
              <a:cs typeface="Angsana New" pitchFamily="18" charset="-34"/>
            </a:endParaRPr>
          </a:p>
          <a:p>
            <a:pPr>
              <a:lnSpc>
                <a:spcPct val="75000"/>
              </a:lnSpc>
              <a:spcBef>
                <a:spcPct val="50000"/>
              </a:spcBef>
              <a:defRPr/>
            </a:pPr>
            <a:r>
              <a:rPr lang="en-US" altLang="ja-JP" sz="2000">
                <a:effectLst>
                  <a:outerShdw blurRad="38100" dist="38100" dir="2700000" algn="tl">
                    <a:srgbClr val="000000"/>
                  </a:outerShdw>
                </a:effectLst>
                <a:latin typeface="Times New Roman" pitchFamily="18" charset="0"/>
                <a:ea typeface="HG丸ｺﾞｼｯｸM-PRO" charset="-128"/>
                <a:cs typeface="Angsana New" pitchFamily="18" charset="-34"/>
              </a:rPr>
              <a:t>②</a:t>
            </a:r>
            <a:r>
              <a:rPr lang="en-US" altLang="ja-JP" sz="2400">
                <a:effectLst>
                  <a:outerShdw blurRad="38100" dist="38100" dir="2700000" algn="tl">
                    <a:srgbClr val="000000"/>
                  </a:outerShdw>
                </a:effectLst>
                <a:latin typeface="Times New Roman" pitchFamily="18" charset="0"/>
                <a:ea typeface="イワタ中丸ゴシック体(GT)" charset="-128"/>
              </a:rPr>
              <a:t>Commandership </a:t>
            </a:r>
            <a:endParaRPr lang="en-US" altLang="ja-JP" sz="1800">
              <a:effectLst>
                <a:outerShdw blurRad="38100" dist="38100" dir="2700000" algn="tl">
                  <a:srgbClr val="000000"/>
                </a:outerShdw>
              </a:effectLst>
              <a:latin typeface="Times New Roman" pitchFamily="18" charset="0"/>
              <a:ea typeface="HG丸ｺﾞｼｯｸM-PRO" charset="-128"/>
            </a:endParaRPr>
          </a:p>
          <a:p>
            <a:pPr>
              <a:lnSpc>
                <a:spcPct val="75000"/>
              </a:lnSpc>
              <a:spcBef>
                <a:spcPct val="50000"/>
              </a:spcBef>
              <a:defRPr/>
            </a:pPr>
            <a:r>
              <a:rPr lang="en-US" altLang="ja-JP" sz="2000">
                <a:effectLst>
                  <a:outerShdw blurRad="38100" dist="38100" dir="2700000" algn="tl">
                    <a:srgbClr val="000000"/>
                  </a:outerShdw>
                </a:effectLst>
                <a:latin typeface="Times New Roman" pitchFamily="18" charset="0"/>
                <a:ea typeface="HG丸ｺﾞｼｯｸM-PRO" charset="-128"/>
              </a:rPr>
              <a:t>③</a:t>
            </a:r>
            <a:r>
              <a:rPr lang="th-TH" sz="2000">
                <a:effectLst>
                  <a:outerShdw blurRad="38100" dist="38100" dir="2700000" algn="tl">
                    <a:srgbClr val="000000"/>
                  </a:outerShdw>
                </a:effectLst>
                <a:latin typeface="Times New Roman" pitchFamily="18" charset="0"/>
                <a:ea typeface="イワタ中丸ゴシック体(GT)" charset="-128"/>
                <a:cs typeface="Angsana New" pitchFamily="18" charset="-34"/>
              </a:rPr>
              <a:t> </a:t>
            </a:r>
            <a:r>
              <a:rPr lang="en-US" altLang="ja-JP" sz="2400">
                <a:effectLst>
                  <a:outerShdw blurRad="38100" dist="38100" dir="2700000" algn="tl">
                    <a:srgbClr val="000000"/>
                  </a:outerShdw>
                </a:effectLst>
                <a:latin typeface="Times New Roman" pitchFamily="18" charset="0"/>
                <a:ea typeface="イワタ中丸ゴシック体(GT)" charset="-128"/>
              </a:rPr>
              <a:t>Qualification</a:t>
            </a:r>
            <a:r>
              <a:rPr lang="en-US" altLang="ja-JP" sz="2400">
                <a:effectLst>
                  <a:outerShdw blurRad="38100" dist="38100" dir="2700000" algn="tl">
                    <a:srgbClr val="000000"/>
                  </a:outerShdw>
                </a:effectLst>
                <a:ea typeface="イワタ中丸ゴシック体(GT)" charset="-128"/>
              </a:rPr>
              <a:t> </a:t>
            </a:r>
          </a:p>
        </p:txBody>
      </p:sp>
      <p:sp>
        <p:nvSpPr>
          <p:cNvPr id="424973" name="AutoShape 13"/>
          <p:cNvSpPr>
            <a:spLocks noChangeArrowheads="1"/>
          </p:cNvSpPr>
          <p:nvPr/>
        </p:nvSpPr>
        <p:spPr bwMode="auto">
          <a:xfrm>
            <a:off x="4191000" y="1519238"/>
            <a:ext cx="381000" cy="1071562"/>
          </a:xfrm>
          <a:prstGeom prst="rightArrow">
            <a:avLst>
              <a:gd name="adj1" fmla="val 50000"/>
              <a:gd name="adj2" fmla="val 25000"/>
            </a:avLst>
          </a:prstGeom>
          <a:solidFill>
            <a:srgbClr val="CCCCFF"/>
          </a:solidFill>
          <a:ln w="9525">
            <a:solidFill>
              <a:schemeClr val="tx1"/>
            </a:solidFill>
            <a:miter lim="800000"/>
            <a:headEnd/>
            <a:tailEnd/>
          </a:ln>
          <a:effectLst/>
        </p:spPr>
        <p:txBody>
          <a:bodyPr wrap="none" lIns="1062000" rIns="1242000" anchor="ctr"/>
          <a:lstStyle/>
          <a:p>
            <a:pPr>
              <a:defRPr/>
            </a:pPr>
            <a:endParaRPr lang="en-US">
              <a:effectLst>
                <a:outerShdw blurRad="38100" dist="38100" dir="2700000" algn="tl">
                  <a:srgbClr val="000000"/>
                </a:outerShdw>
              </a:effectLst>
            </a:endParaRPr>
          </a:p>
        </p:txBody>
      </p:sp>
      <p:grpSp>
        <p:nvGrpSpPr>
          <p:cNvPr id="3" name="Group 36"/>
          <p:cNvGrpSpPr>
            <a:grpSpLocks/>
          </p:cNvGrpSpPr>
          <p:nvPr/>
        </p:nvGrpSpPr>
        <p:grpSpPr bwMode="auto">
          <a:xfrm>
            <a:off x="4808538" y="836613"/>
            <a:ext cx="4926012" cy="1933575"/>
            <a:chOff x="3024" y="510"/>
            <a:chExt cx="3103" cy="1218"/>
          </a:xfrm>
        </p:grpSpPr>
        <p:sp>
          <p:nvSpPr>
            <p:cNvPr id="424975" name="Rectangle 15"/>
            <p:cNvSpPr>
              <a:spLocks noChangeArrowheads="1"/>
            </p:cNvSpPr>
            <p:nvPr/>
          </p:nvSpPr>
          <p:spPr bwMode="auto">
            <a:xfrm>
              <a:off x="3024" y="528"/>
              <a:ext cx="3103" cy="1200"/>
            </a:xfrm>
            <a:prstGeom prst="rect">
              <a:avLst/>
            </a:prstGeom>
            <a:solidFill>
              <a:srgbClr val="800080"/>
            </a:solidFill>
            <a:ln w="9525">
              <a:solidFill>
                <a:schemeClr val="tx1"/>
              </a:solidFill>
              <a:miter lim="800000"/>
              <a:headEnd/>
              <a:tailEnd/>
            </a:ln>
            <a:effectLst/>
          </p:spPr>
          <p:txBody>
            <a:bodyPr wrap="none" lIns="1062000" rIns="1242000" anchor="ctr"/>
            <a:lstStyle/>
            <a:p>
              <a:pPr>
                <a:defRPr/>
              </a:pPr>
              <a:endParaRPr lang="en-US">
                <a:effectLst>
                  <a:outerShdw blurRad="38100" dist="38100" dir="2700000" algn="tl">
                    <a:srgbClr val="000000"/>
                  </a:outerShdw>
                </a:effectLst>
              </a:endParaRPr>
            </a:p>
          </p:txBody>
        </p:sp>
        <p:sp>
          <p:nvSpPr>
            <p:cNvPr id="424966" name="Text Box 6"/>
            <p:cNvSpPr txBox="1">
              <a:spLocks noChangeArrowheads="1"/>
            </p:cNvSpPr>
            <p:nvPr/>
          </p:nvSpPr>
          <p:spPr bwMode="auto">
            <a:xfrm>
              <a:off x="3136" y="510"/>
              <a:ext cx="2928" cy="923"/>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800">
                  <a:effectLst>
                    <a:outerShdw blurRad="38100" dist="38100" dir="2700000" algn="tl">
                      <a:srgbClr val="000000"/>
                    </a:outerShdw>
                  </a:effectLst>
                  <a:latin typeface="Times New Roman" panose="02020603050405020304" pitchFamily="18" charset="0"/>
                </a:rPr>
                <a:t>Not imposing a leader’s power to the circle, but trying to obtain member’s understanding by presenting own experiences</a:t>
              </a:r>
              <a:endParaRPr lang="en-US" altLang="ja-JP" sz="1800">
                <a:effectLst>
                  <a:outerShdw blurRad="38100" dist="38100" dir="2700000" algn="tl">
                    <a:srgbClr val="000000"/>
                  </a:outerShdw>
                </a:effectLst>
                <a:latin typeface="Times New Roman" panose="02020603050405020304" pitchFamily="18" charset="0"/>
                <a:sym typeface="Symbol" panose="05050102010706020507" pitchFamily="18" charset="2"/>
              </a:endParaRPr>
            </a:p>
            <a:p>
              <a:pPr eaLnBrk="1" hangingPunct="1"/>
              <a:r>
                <a:rPr lang="en-US" altLang="ja-JP" sz="1800">
                  <a:solidFill>
                    <a:srgbClr val="FFFF00"/>
                  </a:solidFill>
                  <a:effectLst>
                    <a:outerShdw blurRad="38100" dist="38100" dir="2700000" algn="tl">
                      <a:srgbClr val="000000"/>
                    </a:outerShdw>
                  </a:effectLst>
                  <a:latin typeface="Times New Roman" panose="02020603050405020304" pitchFamily="18" charset="0"/>
                  <a:sym typeface="Symbol" panose="05050102010706020507" pitchFamily="18" charset="2"/>
                </a:rPr>
                <a:t></a:t>
              </a:r>
              <a:r>
                <a:rPr lang="en-US" altLang="ja-JP" sz="1800">
                  <a:effectLst>
                    <a:outerShdw blurRad="38100" dist="38100" dir="2700000" algn="tl">
                      <a:srgbClr val="000000"/>
                    </a:outerShdw>
                  </a:effectLst>
                  <a:latin typeface="Times New Roman" panose="02020603050405020304" pitchFamily="18" charset="0"/>
                </a:rPr>
                <a:t> </a:t>
              </a:r>
              <a:r>
                <a:rPr lang="en-US" altLang="ja-JP" sz="1800">
                  <a:solidFill>
                    <a:srgbClr val="FFFF00"/>
                  </a:solidFill>
                  <a:effectLst>
                    <a:outerShdw blurRad="38100" dist="38100" dir="2700000" algn="tl">
                      <a:srgbClr val="000000"/>
                    </a:outerShdw>
                  </a:effectLst>
                  <a:latin typeface="Times New Roman" panose="02020603050405020304" pitchFamily="18" charset="0"/>
                </a:rPr>
                <a:t>Enhance members’ motivation to work.</a:t>
              </a:r>
              <a:endParaRPr lang="en-US" altLang="ja-JP" sz="1800">
                <a:solidFill>
                  <a:srgbClr val="FFFF00"/>
                </a:solidFill>
                <a:effectLst>
                  <a:outerShdw blurRad="38100" dist="38100" dir="2700000" algn="tl">
                    <a:srgbClr val="000000"/>
                  </a:outerShdw>
                </a:effectLst>
                <a:latin typeface="Times New Roman" panose="02020603050405020304" pitchFamily="18" charset="0"/>
                <a:sym typeface="Symbol" panose="05050102010706020507" pitchFamily="18" charset="2"/>
              </a:endParaRPr>
            </a:p>
            <a:p>
              <a:pPr eaLnBrk="1" hangingPunct="1"/>
              <a:r>
                <a:rPr lang="en-US" altLang="ja-JP" sz="1800">
                  <a:solidFill>
                    <a:srgbClr val="FFFF00"/>
                  </a:solidFill>
                  <a:effectLst>
                    <a:outerShdw blurRad="38100" dist="38100" dir="2700000" algn="tl">
                      <a:srgbClr val="000000"/>
                    </a:outerShdw>
                  </a:effectLst>
                  <a:latin typeface="Times New Roman" panose="02020603050405020304" pitchFamily="18" charset="0"/>
                  <a:sym typeface="Symbol" panose="05050102010706020507" pitchFamily="18" charset="2"/>
                </a:rPr>
                <a:t></a:t>
              </a:r>
              <a:r>
                <a:rPr lang="en-US" altLang="ja-JP" sz="1800">
                  <a:solidFill>
                    <a:srgbClr val="FFFF00"/>
                  </a:solidFill>
                  <a:effectLst>
                    <a:outerShdw blurRad="38100" dist="38100" dir="2700000" algn="tl">
                      <a:srgbClr val="000000"/>
                    </a:outerShdw>
                  </a:effectLst>
                  <a:latin typeface="Times New Roman" panose="02020603050405020304" pitchFamily="18" charset="0"/>
                </a:rPr>
                <a:t> Enhance members’ motivation to act.</a:t>
              </a:r>
              <a:r>
                <a:rPr lang="en-US" altLang="ja-JP" sz="1800">
                  <a:effectLst>
                    <a:outerShdw blurRad="38100" dist="38100" dir="2700000" algn="tl">
                      <a:srgbClr val="000000"/>
                    </a:outerShdw>
                  </a:effectLst>
                </a:rPr>
                <a:t> </a:t>
              </a:r>
            </a:p>
          </p:txBody>
        </p:sp>
      </p:grpSp>
      <p:sp>
        <p:nvSpPr>
          <p:cNvPr id="424979" name="AutoShape 19"/>
          <p:cNvSpPr>
            <a:spLocks noChangeArrowheads="1"/>
          </p:cNvSpPr>
          <p:nvPr/>
        </p:nvSpPr>
        <p:spPr bwMode="auto">
          <a:xfrm>
            <a:off x="123825" y="2890838"/>
            <a:ext cx="5133975" cy="457200"/>
          </a:xfrm>
          <a:prstGeom prst="roundRect">
            <a:avLst>
              <a:gd name="adj" fmla="val 22917"/>
            </a:avLst>
          </a:prstGeom>
          <a:solidFill>
            <a:srgbClr val="008000"/>
          </a:solidFill>
          <a:ln w="9525">
            <a:solidFill>
              <a:schemeClr val="tx1"/>
            </a:solidFill>
            <a:round/>
            <a:headEnd/>
            <a:tailEnd/>
          </a:ln>
          <a:effectLst>
            <a:outerShdw blurRad="63500" dist="107763" dir="2700000" algn="ctr" rotWithShape="0">
              <a:schemeClr val="bg2">
                <a:alpha val="74998"/>
              </a:schemeClr>
            </a:outerShdw>
          </a:effectLst>
        </p:spPr>
        <p:txBody>
          <a:bodyPr wrap="none" lIns="1062000" rIns="1242000" anchor="ctr"/>
          <a:lstStyle/>
          <a:p>
            <a:pPr>
              <a:defRPr/>
            </a:pPr>
            <a:endParaRPr lang="en-US">
              <a:effectLst>
                <a:outerShdw blurRad="38100" dist="38100" dir="2700000" algn="tl">
                  <a:srgbClr val="000000"/>
                </a:outerShdw>
              </a:effectLst>
            </a:endParaRPr>
          </a:p>
        </p:txBody>
      </p:sp>
      <p:sp>
        <p:nvSpPr>
          <p:cNvPr id="424980" name="Text Box 20"/>
          <p:cNvSpPr txBox="1">
            <a:spLocks noChangeArrowheads="1"/>
          </p:cNvSpPr>
          <p:nvPr/>
        </p:nvSpPr>
        <p:spPr bwMode="auto">
          <a:xfrm>
            <a:off x="273050" y="2781300"/>
            <a:ext cx="4249738" cy="641350"/>
          </a:xfrm>
          <a:prstGeom prst="rect">
            <a:avLst/>
          </a:prstGeom>
          <a:noFill/>
          <a:ln w="9525">
            <a:noFill/>
            <a:miter lim="800000"/>
            <a:headEnd/>
            <a:tailEnd/>
          </a:ln>
          <a:effectLst/>
        </p:spPr>
        <p:txBody>
          <a:bodyPr lIns="72000" rIns="72000">
            <a:spAutoFit/>
          </a:bodyPr>
          <a:lstStyle/>
          <a:p>
            <a:pPr>
              <a:spcBef>
                <a:spcPct val="50000"/>
              </a:spcBef>
              <a:defRPr/>
            </a:pPr>
            <a:r>
              <a:rPr lang="ja-JP" altLang="th-TH" sz="3200">
                <a:effectLst>
                  <a:outerShdw blurRad="38100" dist="38100" dir="2700000" algn="tl">
                    <a:srgbClr val="000000"/>
                  </a:outerShdw>
                </a:effectLst>
                <a:latin typeface="Angsana New" pitchFamily="18" charset="-34"/>
                <a:ea typeface="イワタ中丸ゴシック体(GT)" charset="-128"/>
                <a:cs typeface="Angsana New" pitchFamily="18" charset="-34"/>
              </a:rPr>
              <a:t> </a:t>
            </a:r>
            <a:r>
              <a:rPr lang="en-US" altLang="ja-JP" sz="3200">
                <a:effectLst>
                  <a:outerShdw blurRad="38100" dist="38100" dir="2700000" algn="tl">
                    <a:srgbClr val="000000"/>
                  </a:outerShdw>
                </a:effectLst>
                <a:latin typeface="Angsana New" pitchFamily="18" charset="-34"/>
                <a:ea typeface="イワタ中丸ゴシック体(GT)" charset="-128"/>
                <a:cs typeface="Angsana New" pitchFamily="18" charset="-34"/>
              </a:rPr>
              <a:t>(2) </a:t>
            </a:r>
            <a:r>
              <a:rPr lang="en-US" altLang="ja-JP" sz="2400">
                <a:effectLst>
                  <a:outerShdw blurRad="38100" dist="38100" dir="2700000" algn="tl">
                    <a:srgbClr val="000000"/>
                  </a:outerShdw>
                </a:effectLst>
                <a:latin typeface="Times New Roman" pitchFamily="18" charset="0"/>
                <a:ea typeface="イワタ中丸ゴシック体(GT)" charset="-128"/>
                <a:cs typeface="Angsana New" pitchFamily="18" charset="-34"/>
              </a:rPr>
              <a:t>An ideal leader</a:t>
            </a:r>
            <a:r>
              <a:rPr lang="en-US" altLang="ja-JP" sz="3600">
                <a:effectLst>
                  <a:outerShdw blurRad="38100" dist="38100" dir="2700000" algn="tl">
                    <a:srgbClr val="000000"/>
                  </a:outerShdw>
                </a:effectLst>
                <a:ea typeface="イワタ中丸ゴシック体(GT)" charset="-128"/>
                <a:cs typeface="Angsana New" pitchFamily="18" charset="-34"/>
              </a:rPr>
              <a:t> </a:t>
            </a:r>
          </a:p>
        </p:txBody>
      </p:sp>
      <p:sp>
        <p:nvSpPr>
          <p:cNvPr id="424983" name="Text Box 23"/>
          <p:cNvSpPr txBox="1">
            <a:spLocks noChangeArrowheads="1"/>
          </p:cNvSpPr>
          <p:nvPr/>
        </p:nvSpPr>
        <p:spPr bwMode="auto">
          <a:xfrm>
            <a:off x="382588" y="3332163"/>
            <a:ext cx="8602662" cy="457200"/>
          </a:xfrm>
          <a:prstGeom prst="rect">
            <a:avLst/>
          </a:prstGeom>
          <a:noFill/>
          <a:ln w="3175">
            <a:noFill/>
            <a:miter lim="800000"/>
            <a:headEnd/>
            <a:tailEnd/>
          </a:ln>
          <a:effectLst/>
        </p:spPr>
        <p:txBody>
          <a:bodyPr>
            <a:spAutoFit/>
          </a:bodyPr>
          <a:lstStyle/>
          <a:p>
            <a:pPr>
              <a:lnSpc>
                <a:spcPct val="120000"/>
              </a:lnSpc>
              <a:spcBef>
                <a:spcPct val="50000"/>
              </a:spcBef>
              <a:defRPr/>
            </a:pPr>
            <a:r>
              <a:rPr lang="en-US" altLang="ja-JP" sz="1600">
                <a:effectLst>
                  <a:outerShdw blurRad="38100" dist="38100" dir="2700000" algn="tl">
                    <a:srgbClr val="000000"/>
                  </a:outerShdw>
                </a:effectLst>
                <a:latin typeface="Angsana New" pitchFamily="18" charset="-34"/>
                <a:cs typeface="Angsana New" pitchFamily="18" charset="-34"/>
              </a:rPr>
              <a:t>①</a:t>
            </a:r>
            <a:r>
              <a:rPr lang="en-US" altLang="ja-JP" sz="2000">
                <a:effectLst>
                  <a:outerShdw blurRad="38100" dist="38100" dir="2700000" algn="tl">
                    <a:srgbClr val="000000"/>
                  </a:outerShdw>
                </a:effectLst>
                <a:latin typeface="Angsana New" pitchFamily="18" charset="-34"/>
                <a:cs typeface="Angsana New" pitchFamily="18" charset="-34"/>
              </a:rPr>
              <a:t> </a:t>
            </a:r>
            <a:r>
              <a:rPr lang="en-US" altLang="ja-JP" sz="1600">
                <a:solidFill>
                  <a:schemeClr val="folHlink"/>
                </a:solidFill>
                <a:effectLst>
                  <a:outerShdw blurRad="38100" dist="38100" dir="2700000" algn="tl">
                    <a:srgbClr val="000000"/>
                  </a:outerShdw>
                </a:effectLst>
                <a:latin typeface="Times New Roman" pitchFamily="18" charset="0"/>
                <a:cs typeface="Angsana New" pitchFamily="18" charset="-34"/>
              </a:rPr>
              <a:t>Have a strong belief</a:t>
            </a:r>
            <a:r>
              <a:rPr lang="en-US" altLang="ja-JP" sz="1600">
                <a:effectLst>
                  <a:outerShdw blurRad="38100" dist="38100" dir="2700000" algn="tl">
                    <a:srgbClr val="000000"/>
                  </a:outerShdw>
                </a:effectLst>
                <a:latin typeface="Times New Roman" pitchFamily="18" charset="0"/>
                <a:cs typeface="Angsana New" pitchFamily="18" charset="-34"/>
              </a:rPr>
              <a:t>……………..  The person who has a firm policy is trusted.</a:t>
            </a:r>
            <a:r>
              <a:rPr lang="en-US" altLang="ja-JP" sz="1800">
                <a:effectLst>
                  <a:outerShdw blurRad="38100" dist="38100" dir="2700000" algn="tl">
                    <a:srgbClr val="000000"/>
                  </a:outerShdw>
                </a:effectLst>
                <a:cs typeface="Angsana New" pitchFamily="18" charset="-34"/>
              </a:rPr>
              <a:t> </a:t>
            </a:r>
          </a:p>
        </p:txBody>
      </p:sp>
      <p:sp>
        <p:nvSpPr>
          <p:cNvPr id="424984" name="Text Box 24"/>
          <p:cNvSpPr txBox="1">
            <a:spLocks noChangeArrowheads="1"/>
          </p:cNvSpPr>
          <p:nvPr/>
        </p:nvSpPr>
        <p:spPr bwMode="auto">
          <a:xfrm>
            <a:off x="368300" y="3619500"/>
            <a:ext cx="9537700" cy="457200"/>
          </a:xfrm>
          <a:prstGeom prst="rect">
            <a:avLst/>
          </a:prstGeom>
          <a:noFill/>
          <a:ln w="3175">
            <a:noFill/>
            <a:miter lim="800000"/>
            <a:headEnd/>
            <a:tailEnd/>
          </a:ln>
          <a:effectLst/>
        </p:spPr>
        <p:txBody>
          <a:bodyPr>
            <a:spAutoFit/>
          </a:bodyPr>
          <a:lstStyle/>
          <a:p>
            <a:pPr>
              <a:lnSpc>
                <a:spcPct val="120000"/>
              </a:lnSpc>
              <a:spcBef>
                <a:spcPct val="50000"/>
              </a:spcBef>
              <a:defRPr/>
            </a:pPr>
            <a:r>
              <a:rPr lang="en-US" altLang="ja-JP" sz="1600">
                <a:effectLst>
                  <a:outerShdw blurRad="38100" dist="38100" dir="2700000" algn="tl">
                    <a:srgbClr val="000000"/>
                  </a:outerShdw>
                </a:effectLst>
                <a:latin typeface="Angsana New" pitchFamily="18" charset="-34"/>
                <a:ea typeface="HG丸ｺﾞｼｯｸM-PRO" charset="-128"/>
                <a:cs typeface="Angsana New" pitchFamily="18" charset="-34"/>
              </a:rPr>
              <a:t>② </a:t>
            </a:r>
            <a:r>
              <a:rPr lang="en-US" altLang="ja-JP" sz="2000">
                <a:effectLst>
                  <a:outerShdw blurRad="38100" dist="38100" dir="2700000" algn="tl">
                    <a:srgbClr val="000000"/>
                  </a:outerShdw>
                </a:effectLst>
                <a:latin typeface="Angsana New" pitchFamily="18" charset="-34"/>
                <a:ea typeface="HG丸ｺﾞｼｯｸM-PRO" charset="-128"/>
                <a:cs typeface="Angsana New" pitchFamily="18" charset="-34"/>
              </a:rPr>
              <a:t> </a:t>
            </a:r>
            <a:r>
              <a:rPr lang="en-US" altLang="ja-JP" sz="1600">
                <a:solidFill>
                  <a:schemeClr val="folHlink"/>
                </a:solidFill>
                <a:effectLst>
                  <a:outerShdw blurRad="38100" dist="38100" dir="2700000" algn="tl">
                    <a:srgbClr val="000000"/>
                  </a:outerShdw>
                </a:effectLst>
                <a:latin typeface="Times New Roman" pitchFamily="18" charset="0"/>
                <a:ea typeface="HG丸ｺﾞｼｯｸM-PRO" charset="-128"/>
                <a:cs typeface="Angsana New" pitchFamily="18" charset="-34"/>
              </a:rPr>
              <a:t>Have the passion to carry out the matter</a:t>
            </a:r>
            <a:r>
              <a:rPr lang="en-US" altLang="ja-JP" sz="1600">
                <a:effectLst>
                  <a:outerShdw blurRad="38100" dist="38100" dir="2700000" algn="tl">
                    <a:srgbClr val="000000"/>
                  </a:outerShdw>
                </a:effectLst>
                <a:latin typeface="Times New Roman" pitchFamily="18" charset="0"/>
                <a:ea typeface="HG丸ｺﾞｼｯｸM-PRO" charset="-128"/>
                <a:cs typeface="Angsana New" pitchFamily="18" charset="-34"/>
              </a:rPr>
              <a:t>…The person who works earnestly shines more.</a:t>
            </a:r>
            <a:r>
              <a:rPr lang="en-US" altLang="ja-JP" sz="1800">
                <a:effectLst>
                  <a:outerShdw blurRad="38100" dist="38100" dir="2700000" algn="tl">
                    <a:srgbClr val="000000"/>
                  </a:outerShdw>
                </a:effectLst>
                <a:ea typeface="HG丸ｺﾞｼｯｸM-PRO" charset="-128"/>
                <a:cs typeface="Angsana New" pitchFamily="18" charset="-34"/>
              </a:rPr>
              <a:t> </a:t>
            </a:r>
          </a:p>
        </p:txBody>
      </p:sp>
      <p:sp>
        <p:nvSpPr>
          <p:cNvPr id="424985" name="Text Box 25"/>
          <p:cNvSpPr txBox="1">
            <a:spLocks noChangeArrowheads="1"/>
          </p:cNvSpPr>
          <p:nvPr/>
        </p:nvSpPr>
        <p:spPr bwMode="auto">
          <a:xfrm>
            <a:off x="368300" y="3933825"/>
            <a:ext cx="9537700" cy="679450"/>
          </a:xfrm>
          <a:prstGeom prst="rect">
            <a:avLst/>
          </a:prstGeom>
          <a:noFill/>
          <a:ln w="3175">
            <a:noFill/>
            <a:miter lim="800000"/>
            <a:headEnd/>
            <a:tailEnd/>
          </a:ln>
          <a:effectLst/>
        </p:spPr>
        <p:txBody>
          <a:bodyPr>
            <a:spAutoFit/>
          </a:bodyPr>
          <a:lstStyle/>
          <a:p>
            <a:pPr>
              <a:lnSpc>
                <a:spcPct val="120000"/>
              </a:lnSpc>
              <a:spcBef>
                <a:spcPct val="50000"/>
              </a:spcBef>
              <a:defRPr/>
            </a:pPr>
            <a:r>
              <a:rPr lang="en-US" altLang="ja-JP" sz="1600">
                <a:effectLst>
                  <a:outerShdw blurRad="38100" dist="38100" dir="2700000" algn="tl">
                    <a:srgbClr val="000000"/>
                  </a:outerShdw>
                </a:effectLst>
                <a:latin typeface="Angsana New" pitchFamily="18" charset="-34"/>
                <a:ea typeface="HG丸ｺﾞｼｯｸM-PRO" charset="-128"/>
                <a:cs typeface="Angsana New" pitchFamily="18" charset="-34"/>
              </a:rPr>
              <a:t>③  </a:t>
            </a:r>
            <a:r>
              <a:rPr lang="en-US" altLang="ja-JP" sz="1600">
                <a:solidFill>
                  <a:schemeClr val="folHlink"/>
                </a:solidFill>
                <a:effectLst>
                  <a:outerShdw blurRad="38100" dist="38100" dir="2700000" algn="tl">
                    <a:srgbClr val="000000"/>
                  </a:outerShdw>
                </a:effectLst>
                <a:latin typeface="Times New Roman" pitchFamily="18" charset="0"/>
                <a:ea typeface="HG丸ｺﾞｼｯｸM-PRO" charset="-128"/>
                <a:cs typeface="Angsana New" pitchFamily="18" charset="-34"/>
              </a:rPr>
              <a:t>Have a strong sense of responsibility</a:t>
            </a:r>
            <a:r>
              <a:rPr lang="en-US" altLang="ja-JP" sz="1600">
                <a:effectLst>
                  <a:outerShdw blurRad="38100" dist="38100" dir="2700000" algn="tl">
                    <a:srgbClr val="000000"/>
                  </a:outerShdw>
                </a:effectLst>
                <a:latin typeface="Times New Roman" pitchFamily="18" charset="0"/>
                <a:ea typeface="HG丸ｺﾞｼｯｸM-PRO" charset="-128"/>
                <a:cs typeface="Angsana New" pitchFamily="18" charset="-34"/>
              </a:rPr>
              <a:t>……..The person who has a strong sense of responsibility is respected by subordinates.</a:t>
            </a:r>
          </a:p>
        </p:txBody>
      </p:sp>
      <p:sp>
        <p:nvSpPr>
          <p:cNvPr id="424986" name="Text Box 26"/>
          <p:cNvSpPr txBox="1">
            <a:spLocks noChangeArrowheads="1"/>
          </p:cNvSpPr>
          <p:nvPr/>
        </p:nvSpPr>
        <p:spPr bwMode="auto">
          <a:xfrm>
            <a:off x="355600" y="5013325"/>
            <a:ext cx="9398000" cy="679450"/>
          </a:xfrm>
          <a:prstGeom prst="rect">
            <a:avLst/>
          </a:prstGeom>
          <a:noFill/>
          <a:ln w="3175">
            <a:noFill/>
            <a:miter lim="800000"/>
            <a:headEnd/>
            <a:tailEnd/>
          </a:ln>
          <a:effectLst/>
        </p:spPr>
        <p:txBody>
          <a:bodyPr>
            <a:spAutoFit/>
          </a:bodyPr>
          <a:lstStyle/>
          <a:p>
            <a:pPr>
              <a:lnSpc>
                <a:spcPct val="120000"/>
              </a:lnSpc>
              <a:spcBef>
                <a:spcPct val="50000"/>
              </a:spcBef>
              <a:defRPr/>
            </a:pPr>
            <a:r>
              <a:rPr lang="en-US" altLang="ja-JP" sz="1600">
                <a:effectLst>
                  <a:outerShdw blurRad="38100" dist="38100" dir="2700000" algn="tl">
                    <a:srgbClr val="000000"/>
                  </a:outerShdw>
                </a:effectLst>
                <a:latin typeface="Angsana New" pitchFamily="18" charset="-34"/>
                <a:ea typeface="HG丸ｺﾞｼｯｸM-PRO" charset="-128"/>
                <a:cs typeface="Angsana New" pitchFamily="18" charset="-34"/>
              </a:rPr>
              <a:t>⑤ </a:t>
            </a:r>
            <a:r>
              <a:rPr lang="th-TH" altLang="ja-JP" sz="1600">
                <a:effectLst>
                  <a:outerShdw blurRad="38100" dist="38100" dir="2700000" algn="tl">
                    <a:srgbClr val="000000"/>
                  </a:outerShdw>
                </a:effectLst>
                <a:latin typeface="Angsana New" pitchFamily="18" charset="-34"/>
                <a:ea typeface="HG丸ｺﾞｼｯｸM-PRO" charset="-128"/>
                <a:cs typeface="Angsana New" pitchFamily="18" charset="-34"/>
              </a:rPr>
              <a:t>    </a:t>
            </a:r>
            <a:r>
              <a:rPr lang="en-US" altLang="ja-JP" sz="1600">
                <a:solidFill>
                  <a:schemeClr val="folHlink"/>
                </a:solidFill>
                <a:effectLst>
                  <a:outerShdw blurRad="38100" dist="38100" dir="2700000" algn="tl">
                    <a:srgbClr val="000000"/>
                  </a:outerShdw>
                </a:effectLst>
                <a:latin typeface="Times New Roman" pitchFamily="18" charset="0"/>
                <a:ea typeface="HG丸ｺﾞｼｯｸM-PRO" charset="-128"/>
                <a:cs typeface="Angsana New" pitchFamily="18" charset="-34"/>
              </a:rPr>
              <a:t>Educate specialized knowledge and skills</a:t>
            </a:r>
            <a:r>
              <a:rPr lang="en-US" altLang="ja-JP" sz="1600">
                <a:effectLst>
                  <a:outerShdw blurRad="38100" dist="38100" dir="2700000" algn="tl">
                    <a:srgbClr val="000000"/>
                  </a:outerShdw>
                </a:effectLst>
                <a:latin typeface="Times New Roman" pitchFamily="18" charset="0"/>
                <a:ea typeface="HG丸ｺﾞｼｯｸM-PRO" charset="-128"/>
                <a:cs typeface="Angsana New" pitchFamily="18" charset="-34"/>
              </a:rPr>
              <a:t>……….The person who can work is respected by subordinates.</a:t>
            </a:r>
          </a:p>
        </p:txBody>
      </p:sp>
      <p:sp>
        <p:nvSpPr>
          <p:cNvPr id="424987" name="Text Box 27"/>
          <p:cNvSpPr txBox="1">
            <a:spLocks noChangeArrowheads="1"/>
          </p:cNvSpPr>
          <p:nvPr/>
        </p:nvSpPr>
        <p:spPr bwMode="auto">
          <a:xfrm>
            <a:off x="369888" y="4508500"/>
            <a:ext cx="9361487" cy="336550"/>
          </a:xfrm>
          <a:prstGeom prst="rect">
            <a:avLst/>
          </a:prstGeom>
          <a:noFill/>
          <a:ln w="3175">
            <a:noFill/>
            <a:miter lim="800000"/>
            <a:headEnd/>
            <a:tailEnd/>
          </a:ln>
          <a:effectLst/>
        </p:spPr>
        <p:txBody>
          <a:bodyPr>
            <a:spAutoFit/>
          </a:bodyPr>
          <a:lstStyle/>
          <a:p>
            <a:pPr>
              <a:defRPr/>
            </a:pPr>
            <a:r>
              <a:rPr lang="en-US" altLang="ja-JP" sz="1600">
                <a:effectLst>
                  <a:outerShdw blurRad="38100" dist="38100" dir="2700000" algn="tl">
                    <a:srgbClr val="000000"/>
                  </a:outerShdw>
                </a:effectLst>
                <a:latin typeface="Angsana New" pitchFamily="18" charset="-34"/>
                <a:ea typeface="HG丸ｺﾞｼｯｸM-PRO" charset="-128"/>
                <a:cs typeface="Angsana New" pitchFamily="18" charset="-34"/>
              </a:rPr>
              <a:t>④ </a:t>
            </a:r>
            <a:r>
              <a:rPr lang="th-TH" altLang="ja-JP" sz="1600">
                <a:effectLst>
                  <a:outerShdw blurRad="38100" dist="38100" dir="2700000" algn="tl">
                    <a:srgbClr val="000000"/>
                  </a:outerShdw>
                </a:effectLst>
                <a:latin typeface="Angsana New" pitchFamily="18" charset="-34"/>
                <a:ea typeface="HG丸ｺﾞｼｯｸM-PRO" charset="-128"/>
                <a:cs typeface="Angsana New" pitchFamily="18" charset="-34"/>
              </a:rPr>
              <a:t>  </a:t>
            </a:r>
            <a:r>
              <a:rPr lang="en-US" altLang="ja-JP" sz="1600">
                <a:solidFill>
                  <a:schemeClr val="folHlink"/>
                </a:solidFill>
                <a:effectLst>
                  <a:outerShdw blurRad="38100" dist="38100" dir="2700000" algn="tl">
                    <a:srgbClr val="000000"/>
                  </a:outerShdw>
                </a:effectLst>
                <a:latin typeface="Times New Roman" pitchFamily="18" charset="0"/>
                <a:ea typeface="HG丸ｺﾞｼｯｸM-PRO" charset="-128"/>
                <a:cs typeface="Angsana New" pitchFamily="18" charset="-34"/>
              </a:rPr>
              <a:t>Have keen judgment</a:t>
            </a:r>
            <a:r>
              <a:rPr lang="en-US" altLang="ja-JP" sz="1600">
                <a:effectLst>
                  <a:outerShdw blurRad="38100" dist="38100" dir="2700000" algn="tl">
                    <a:srgbClr val="000000"/>
                  </a:outerShdw>
                </a:effectLst>
                <a:latin typeface="Times New Roman" pitchFamily="18" charset="0"/>
                <a:ea typeface="HG丸ｺﾞｼｯｸM-PRO" charset="-128"/>
                <a:cs typeface="Angsana New" pitchFamily="18" charset="-34"/>
              </a:rPr>
              <a:t>……………The subordinate trusts the person who can make accurate judgments. </a:t>
            </a:r>
          </a:p>
        </p:txBody>
      </p:sp>
      <p:sp>
        <p:nvSpPr>
          <p:cNvPr id="424994" name="Text Box 34"/>
          <p:cNvSpPr txBox="1">
            <a:spLocks noChangeArrowheads="1"/>
          </p:cNvSpPr>
          <p:nvPr/>
        </p:nvSpPr>
        <p:spPr bwMode="auto">
          <a:xfrm>
            <a:off x="342900" y="5589588"/>
            <a:ext cx="9702800" cy="641350"/>
          </a:xfrm>
          <a:prstGeom prst="rect">
            <a:avLst/>
          </a:prstGeom>
          <a:noFill/>
          <a:ln w="3175">
            <a:noFill/>
            <a:miter lim="800000"/>
            <a:headEnd/>
            <a:tailEnd/>
          </a:ln>
          <a:effectLst/>
        </p:spPr>
        <p:txBody>
          <a:bodyPr>
            <a:spAutoFit/>
          </a:bodyPr>
          <a:lstStyle/>
          <a:p>
            <a:pPr>
              <a:defRPr/>
            </a:pPr>
            <a:r>
              <a:rPr lang="en-US" altLang="ja-JP" sz="1600">
                <a:effectLst>
                  <a:outerShdw blurRad="38100" dist="38100" dir="2700000" algn="tl">
                    <a:srgbClr val="000000"/>
                  </a:outerShdw>
                </a:effectLst>
                <a:latin typeface="Angsana New" pitchFamily="18" charset="-34"/>
                <a:ea typeface="HG丸ｺﾞｼｯｸM-PRO" charset="-128"/>
                <a:cs typeface="Angsana New" pitchFamily="18" charset="-34"/>
              </a:rPr>
              <a:t>⑥ </a:t>
            </a:r>
            <a:r>
              <a:rPr lang="th-TH" altLang="ja-JP" sz="1600">
                <a:effectLst>
                  <a:outerShdw blurRad="38100" dist="38100" dir="2700000" algn="tl">
                    <a:srgbClr val="000000"/>
                  </a:outerShdw>
                </a:effectLst>
                <a:latin typeface="Angsana New" pitchFamily="18" charset="-34"/>
                <a:ea typeface="HG丸ｺﾞｼｯｸM-PRO" charset="-128"/>
                <a:cs typeface="Angsana New" pitchFamily="18" charset="-34"/>
              </a:rPr>
              <a:t>    </a:t>
            </a:r>
            <a:r>
              <a:rPr lang="en-US" altLang="ja-JP" sz="1800">
                <a:solidFill>
                  <a:schemeClr val="folHlink"/>
                </a:solidFill>
                <a:effectLst>
                  <a:outerShdw blurRad="38100" dist="38100" dir="2700000" algn="tl">
                    <a:srgbClr val="000000"/>
                  </a:outerShdw>
                </a:effectLst>
                <a:latin typeface="Times New Roman" pitchFamily="18" charset="0"/>
                <a:ea typeface="HG丸ｺﾞｼｯｸM-PRO" charset="-128"/>
                <a:cs typeface="Angsana New" pitchFamily="18" charset="-34"/>
              </a:rPr>
              <a:t>Have bold executive ability</a:t>
            </a:r>
            <a:r>
              <a:rPr lang="en-US" altLang="ja-JP" sz="1800">
                <a:effectLst>
                  <a:outerShdw blurRad="38100" dist="38100" dir="2700000" algn="tl">
                    <a:srgbClr val="000000"/>
                  </a:outerShdw>
                </a:effectLst>
                <a:latin typeface="Times New Roman" pitchFamily="18" charset="0"/>
                <a:ea typeface="HG丸ｺﾞｼｯｸM-PRO" charset="-128"/>
                <a:cs typeface="Angsana New" pitchFamily="18" charset="-34"/>
              </a:rPr>
              <a:t>…….The person who can do as how they talk is trusted by a subordinate </a:t>
            </a:r>
          </a:p>
        </p:txBody>
      </p:sp>
      <p:sp>
        <p:nvSpPr>
          <p:cNvPr id="424995" name="Text Box 35"/>
          <p:cNvSpPr txBox="1">
            <a:spLocks noChangeArrowheads="1"/>
          </p:cNvSpPr>
          <p:nvPr/>
        </p:nvSpPr>
        <p:spPr bwMode="auto">
          <a:xfrm>
            <a:off x="342900" y="6165850"/>
            <a:ext cx="9702800" cy="581025"/>
          </a:xfrm>
          <a:prstGeom prst="rect">
            <a:avLst/>
          </a:prstGeom>
          <a:noFill/>
          <a:ln w="3175">
            <a:noFill/>
            <a:miter lim="800000"/>
            <a:headEnd/>
            <a:tailEnd/>
          </a:ln>
          <a:effectLst/>
        </p:spPr>
        <p:txBody>
          <a:bodyPr>
            <a:spAutoFit/>
          </a:bodyPr>
          <a:lstStyle/>
          <a:p>
            <a:pPr>
              <a:defRPr/>
            </a:pPr>
            <a:r>
              <a:rPr lang="en-US" altLang="ja-JP" sz="1600">
                <a:effectLst>
                  <a:outerShdw blurRad="38100" dist="38100" dir="2700000" algn="tl">
                    <a:srgbClr val="000000"/>
                  </a:outerShdw>
                </a:effectLst>
                <a:latin typeface="Angsana New" pitchFamily="18" charset="-34"/>
                <a:ea typeface="HG丸ｺﾞｼｯｸM-PRO" charset="-128"/>
                <a:cs typeface="Angsana New" pitchFamily="18" charset="-34"/>
              </a:rPr>
              <a:t>⑦     </a:t>
            </a:r>
            <a:r>
              <a:rPr lang="en-US" altLang="ja-JP" sz="1600">
                <a:solidFill>
                  <a:schemeClr val="folHlink"/>
                </a:solidFill>
                <a:effectLst>
                  <a:outerShdw blurRad="38100" dist="38100" dir="2700000" algn="tl">
                    <a:srgbClr val="000000"/>
                  </a:outerShdw>
                </a:effectLst>
                <a:latin typeface="Times New Roman" pitchFamily="18" charset="0"/>
                <a:ea typeface="HG丸ｺﾞｼｯｸM-PRO" charset="-128"/>
                <a:cs typeface="Angsana New" pitchFamily="18" charset="-34"/>
              </a:rPr>
              <a:t>Have a sense of charisma</a:t>
            </a:r>
            <a:r>
              <a:rPr lang="en-US" altLang="ja-JP" sz="1600">
                <a:effectLst>
                  <a:outerShdw blurRad="38100" dist="38100" dir="2700000" algn="tl">
                    <a:srgbClr val="000000"/>
                  </a:outerShdw>
                </a:effectLst>
                <a:latin typeface="Times New Roman" pitchFamily="18" charset="0"/>
                <a:ea typeface="HG丸ｺﾞｼｯｸM-PRO" charset="-128"/>
                <a:cs typeface="Angsana New" pitchFamily="18" charset="-34"/>
              </a:rPr>
              <a:t>………    The person who always listens and has a sense of understanding is  trusted by subordinates</a:t>
            </a:r>
            <a:r>
              <a:rPr lang="en-US" altLang="ja-JP" sz="1600">
                <a:effectLst>
                  <a:outerShdw blurRad="38100" dist="38100" dir="2700000" algn="tl">
                    <a:srgbClr val="000000"/>
                  </a:outerShdw>
                </a:effectLst>
                <a:ea typeface="HG丸ｺﾞｼｯｸM-PRO" charset="-128"/>
                <a:cs typeface="Angsana New" pitchFamily="18" charset="-34"/>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24973"/>
                                        </p:tgtEl>
                                        <p:attrNameLst>
                                          <p:attrName>style.visibility</p:attrName>
                                        </p:attrNameLst>
                                      </p:cBhvr>
                                      <p:to>
                                        <p:strVal val="visible"/>
                                      </p:to>
                                    </p:set>
                                    <p:animEffect transition="in" filter="blinds(horizontal)">
                                      <p:cBhvr>
                                        <p:cTn id="7" dur="500"/>
                                        <p:tgtEl>
                                          <p:spTgt spid="42497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24983"/>
                                        </p:tgtEl>
                                        <p:attrNameLst>
                                          <p:attrName>style.visibility</p:attrName>
                                        </p:attrNameLst>
                                      </p:cBhvr>
                                      <p:to>
                                        <p:strVal val="visible"/>
                                      </p:to>
                                    </p:set>
                                    <p:animEffect transition="in" filter="blinds(horizontal)">
                                      <p:cBhvr>
                                        <p:cTn id="17" dur="500"/>
                                        <p:tgtEl>
                                          <p:spTgt spid="42498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24984"/>
                                        </p:tgtEl>
                                        <p:attrNameLst>
                                          <p:attrName>style.visibility</p:attrName>
                                        </p:attrNameLst>
                                      </p:cBhvr>
                                      <p:to>
                                        <p:strVal val="visible"/>
                                      </p:to>
                                    </p:set>
                                    <p:animEffect transition="in" filter="blinds(horizontal)">
                                      <p:cBhvr>
                                        <p:cTn id="22" dur="500"/>
                                        <p:tgtEl>
                                          <p:spTgt spid="42498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424985"/>
                                        </p:tgtEl>
                                        <p:attrNameLst>
                                          <p:attrName>style.visibility</p:attrName>
                                        </p:attrNameLst>
                                      </p:cBhvr>
                                      <p:to>
                                        <p:strVal val="visible"/>
                                      </p:to>
                                    </p:set>
                                    <p:animEffect transition="in" filter="blinds(horizontal)">
                                      <p:cBhvr>
                                        <p:cTn id="27" dur="500"/>
                                        <p:tgtEl>
                                          <p:spTgt spid="42498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424987"/>
                                        </p:tgtEl>
                                        <p:attrNameLst>
                                          <p:attrName>style.visibility</p:attrName>
                                        </p:attrNameLst>
                                      </p:cBhvr>
                                      <p:to>
                                        <p:strVal val="visible"/>
                                      </p:to>
                                    </p:set>
                                    <p:animEffect transition="in" filter="blinds(horizontal)">
                                      <p:cBhvr>
                                        <p:cTn id="32" dur="500"/>
                                        <p:tgtEl>
                                          <p:spTgt spid="42498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424986"/>
                                        </p:tgtEl>
                                        <p:attrNameLst>
                                          <p:attrName>style.visibility</p:attrName>
                                        </p:attrNameLst>
                                      </p:cBhvr>
                                      <p:to>
                                        <p:strVal val="visible"/>
                                      </p:to>
                                    </p:set>
                                    <p:animEffect transition="in" filter="blinds(horizontal)">
                                      <p:cBhvr>
                                        <p:cTn id="37" dur="500"/>
                                        <p:tgtEl>
                                          <p:spTgt spid="424986"/>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424994"/>
                                        </p:tgtEl>
                                        <p:attrNameLst>
                                          <p:attrName>style.visibility</p:attrName>
                                        </p:attrNameLst>
                                      </p:cBhvr>
                                      <p:to>
                                        <p:strVal val="visible"/>
                                      </p:to>
                                    </p:set>
                                    <p:animEffect transition="in" filter="blinds(horizontal)">
                                      <p:cBhvr>
                                        <p:cTn id="42" dur="500"/>
                                        <p:tgtEl>
                                          <p:spTgt spid="424994"/>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424995"/>
                                        </p:tgtEl>
                                        <p:attrNameLst>
                                          <p:attrName>style.visibility</p:attrName>
                                        </p:attrNameLst>
                                      </p:cBhvr>
                                      <p:to>
                                        <p:strVal val="visible"/>
                                      </p:to>
                                    </p:set>
                                    <p:animEffect transition="in" filter="blinds(horizontal)">
                                      <p:cBhvr>
                                        <p:cTn id="47" dur="500"/>
                                        <p:tgtEl>
                                          <p:spTgt spid="4249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4973" grpId="0" animBg="1"/>
      <p:bldP spid="424983" grpId="0" autoUpdateAnimBg="0"/>
      <p:bldP spid="424984" grpId="0" autoUpdateAnimBg="0"/>
      <p:bldP spid="424985" grpId="0" autoUpdateAnimBg="0"/>
      <p:bldP spid="424986" grpId="0" autoUpdateAnimBg="0"/>
      <p:bldP spid="424987" grpId="0" autoUpdateAnimBg="0"/>
      <p:bldP spid="424994" grpId="0" autoUpdateAnimBg="0"/>
      <p:bldP spid="424995"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9072" name="AutoShape 16"/>
          <p:cNvSpPr>
            <a:spLocks noChangeArrowheads="1"/>
          </p:cNvSpPr>
          <p:nvPr/>
        </p:nvSpPr>
        <p:spPr bwMode="auto">
          <a:xfrm>
            <a:off x="304800" y="1143000"/>
            <a:ext cx="9429750" cy="2667000"/>
          </a:xfrm>
          <a:prstGeom prst="roundRect">
            <a:avLst>
              <a:gd name="adj" fmla="val 4259"/>
            </a:avLst>
          </a:prstGeom>
          <a:solidFill>
            <a:srgbClr val="000080">
              <a:alpha val="50000"/>
            </a:srgbClr>
          </a:solidFill>
          <a:ln w="9525">
            <a:solidFill>
              <a:schemeClr val="tx1"/>
            </a:solidFill>
            <a:round/>
            <a:headEnd/>
            <a:tailEnd/>
          </a:ln>
          <a:effectLst>
            <a:outerShdw blurRad="63500" dist="107763" dir="2700000" algn="ctr" rotWithShape="0">
              <a:schemeClr val="bg2">
                <a:alpha val="74998"/>
              </a:schemeClr>
            </a:outerShdw>
          </a:effectLst>
        </p:spPr>
        <p:txBody>
          <a:bodyPr wrap="none" lIns="1062000" rIns="1242000" anchor="ctr"/>
          <a:lstStyle/>
          <a:p>
            <a:pPr>
              <a:defRPr/>
            </a:pPr>
            <a:endParaRPr lang="en-US">
              <a:effectLst>
                <a:outerShdw blurRad="38100" dist="38100" dir="2700000" algn="tl">
                  <a:srgbClr val="000000"/>
                </a:outerShdw>
              </a:effectLst>
            </a:endParaRPr>
          </a:p>
        </p:txBody>
      </p:sp>
      <p:grpSp>
        <p:nvGrpSpPr>
          <p:cNvPr id="24579" name="Group 29"/>
          <p:cNvGrpSpPr>
            <a:grpSpLocks/>
          </p:cNvGrpSpPr>
          <p:nvPr/>
        </p:nvGrpSpPr>
        <p:grpSpPr bwMode="auto">
          <a:xfrm>
            <a:off x="107950" y="879475"/>
            <a:ext cx="1797050" cy="466725"/>
            <a:chOff x="68" y="432"/>
            <a:chExt cx="1132" cy="294"/>
          </a:xfrm>
        </p:grpSpPr>
        <p:sp>
          <p:nvSpPr>
            <p:cNvPr id="429064" name="AutoShape 8"/>
            <p:cNvSpPr>
              <a:spLocks noChangeArrowheads="1"/>
            </p:cNvSpPr>
            <p:nvPr/>
          </p:nvSpPr>
          <p:spPr bwMode="auto">
            <a:xfrm>
              <a:off x="68" y="438"/>
              <a:ext cx="1132" cy="288"/>
            </a:xfrm>
            <a:prstGeom prst="roundRect">
              <a:avLst>
                <a:gd name="adj" fmla="val 22917"/>
              </a:avLst>
            </a:prstGeom>
            <a:solidFill>
              <a:srgbClr val="008000"/>
            </a:solidFill>
            <a:ln w="9525">
              <a:solidFill>
                <a:schemeClr val="tx1"/>
              </a:solidFill>
              <a:round/>
              <a:headEnd/>
              <a:tailEnd/>
            </a:ln>
            <a:effectLst>
              <a:outerShdw blurRad="63500" dist="107763" dir="2700000" algn="ctr" rotWithShape="0">
                <a:schemeClr val="bg2">
                  <a:alpha val="74998"/>
                </a:schemeClr>
              </a:outerShdw>
            </a:effectLst>
          </p:spPr>
          <p:txBody>
            <a:bodyPr wrap="none" lIns="1062000" rIns="1242000" anchor="ctr"/>
            <a:lstStyle/>
            <a:p>
              <a:pPr>
                <a:defRPr/>
              </a:pPr>
              <a:endParaRPr lang="en-US">
                <a:effectLst>
                  <a:outerShdw blurRad="38100" dist="38100" dir="2700000" algn="tl">
                    <a:srgbClr val="000000"/>
                  </a:outerShdw>
                </a:effectLst>
              </a:endParaRPr>
            </a:p>
          </p:txBody>
        </p:sp>
        <p:sp>
          <p:nvSpPr>
            <p:cNvPr id="429065" name="Text Box 9"/>
            <p:cNvSpPr txBox="1">
              <a:spLocks noChangeArrowheads="1"/>
            </p:cNvSpPr>
            <p:nvPr/>
          </p:nvSpPr>
          <p:spPr bwMode="auto">
            <a:xfrm>
              <a:off x="134" y="432"/>
              <a:ext cx="884" cy="288"/>
            </a:xfrm>
            <a:prstGeom prst="rect">
              <a:avLst/>
            </a:prstGeom>
            <a:noFill/>
            <a:ln w="9525">
              <a:noFill/>
              <a:miter lim="800000"/>
              <a:headEnd/>
              <a:tailEnd/>
            </a:ln>
            <a:effectLst/>
          </p:spPr>
          <p:txBody>
            <a:bodyPr lIns="36000" rIns="36000">
              <a:spAutoFit/>
            </a:bodyPr>
            <a:lstStyle/>
            <a:p>
              <a:pPr algn="ctr">
                <a:spcBef>
                  <a:spcPct val="50000"/>
                </a:spcBef>
                <a:defRPr/>
              </a:pPr>
              <a:r>
                <a:rPr lang="en-US" altLang="ja-JP" sz="2400">
                  <a:effectLst>
                    <a:outerShdw blurRad="38100" dist="38100" dir="2700000" algn="tl">
                      <a:srgbClr val="000000"/>
                    </a:outerShdw>
                  </a:effectLst>
                  <a:latin typeface="Times New Roman" pitchFamily="18" charset="0"/>
                  <a:ea typeface="イワタ中丸ゴシック体(GT)" charset="-128"/>
                  <a:cs typeface="Angsana New" pitchFamily="18" charset="-34"/>
                </a:rPr>
                <a:t>(1) </a:t>
              </a:r>
              <a:r>
                <a:rPr lang="en-US" altLang="ja-JP" sz="1800">
                  <a:effectLst>
                    <a:outerShdw blurRad="38100" dist="38100" dir="2700000" algn="tl">
                      <a:srgbClr val="000000"/>
                    </a:outerShdw>
                  </a:effectLst>
                  <a:latin typeface="Times New Roman" pitchFamily="18" charset="0"/>
                  <a:ea typeface="イワタ中丸ゴシック体(GT)" charset="-128"/>
                  <a:cs typeface="Angsana New" pitchFamily="18" charset="-34"/>
                </a:rPr>
                <a:t>Role</a:t>
              </a:r>
              <a:r>
                <a:rPr lang="en-US" altLang="ja-JP" sz="1800">
                  <a:effectLst>
                    <a:outerShdw blurRad="38100" dist="38100" dir="2700000" algn="tl">
                      <a:srgbClr val="000000"/>
                    </a:outerShdw>
                  </a:effectLst>
                  <a:ea typeface="イワタ中丸ゴシック体(GT)" charset="-128"/>
                  <a:cs typeface="Angsana New" pitchFamily="18" charset="-34"/>
                </a:rPr>
                <a:t> </a:t>
              </a:r>
            </a:p>
          </p:txBody>
        </p:sp>
      </p:grpSp>
      <p:sp>
        <p:nvSpPr>
          <p:cNvPr id="429075" name="AutoShape 19"/>
          <p:cNvSpPr>
            <a:spLocks noChangeArrowheads="1"/>
          </p:cNvSpPr>
          <p:nvPr/>
        </p:nvSpPr>
        <p:spPr bwMode="auto">
          <a:xfrm>
            <a:off x="914400" y="76200"/>
            <a:ext cx="8077200" cy="533400"/>
          </a:xfrm>
          <a:prstGeom prst="roundRect">
            <a:avLst>
              <a:gd name="adj" fmla="val 16667"/>
            </a:avLst>
          </a:prstGeom>
          <a:solidFill>
            <a:srgbClr val="008000"/>
          </a:solidFill>
          <a:ln w="9525">
            <a:solidFill>
              <a:schemeClr val="tx1"/>
            </a:solidFill>
            <a:round/>
            <a:headEnd/>
            <a:tailEnd/>
          </a:ln>
          <a:effectLst>
            <a:outerShdw blurRad="63500" dist="107763" dir="2700000" algn="ctr" rotWithShape="0">
              <a:schemeClr val="bg2">
                <a:alpha val="74998"/>
              </a:schemeClr>
            </a:outerShdw>
          </a:effectLst>
        </p:spPr>
        <p:txBody>
          <a:bodyPr wrap="none" anchor="ctr"/>
          <a:lstStyle/>
          <a:p>
            <a:pPr algn="ctr">
              <a:defRPr/>
            </a:pPr>
            <a:r>
              <a:rPr lang="en-US" altLang="ja-JP" sz="1800">
                <a:effectLst>
                  <a:outerShdw blurRad="38100" dist="38100" dir="2700000" algn="tl">
                    <a:srgbClr val="000000"/>
                  </a:outerShdw>
                </a:effectLst>
                <a:latin typeface="Times New Roman" pitchFamily="18" charset="0"/>
                <a:ea typeface="イワタ中丸ゴシック体(GT)" charset="-128"/>
              </a:rPr>
              <a:t>The role and enforcement items and intention of the group leader.</a:t>
            </a:r>
            <a:r>
              <a:rPr lang="en-US" altLang="ja-JP">
                <a:effectLst>
                  <a:outerShdw blurRad="38100" dist="38100" dir="2700000" algn="tl">
                    <a:srgbClr val="000000"/>
                  </a:outerShdw>
                </a:effectLst>
                <a:ea typeface="イワタ中丸ゴシック体(GT)" charset="-128"/>
              </a:rPr>
              <a:t> </a:t>
            </a:r>
          </a:p>
        </p:txBody>
      </p:sp>
      <p:sp>
        <p:nvSpPr>
          <p:cNvPr id="429077" name="Rectangle 21"/>
          <p:cNvSpPr>
            <a:spLocks noChangeArrowheads="1"/>
          </p:cNvSpPr>
          <p:nvPr/>
        </p:nvSpPr>
        <p:spPr bwMode="auto">
          <a:xfrm>
            <a:off x="415925" y="1557338"/>
            <a:ext cx="9109075" cy="1917700"/>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80000"/>
              </a:spcBef>
            </a:pPr>
            <a:r>
              <a:rPr lang="en-US" altLang="ja-JP" sz="2000">
                <a:effectLst>
                  <a:outerShdw blurRad="38100" dist="38100" dir="2700000" algn="tl">
                    <a:srgbClr val="000000"/>
                  </a:outerShdw>
                </a:effectLst>
                <a:cs typeface="Angsana New" pitchFamily="18" charset="-34"/>
              </a:rPr>
              <a:t>    </a:t>
            </a:r>
            <a:r>
              <a:rPr lang="th-TH" altLang="ja-JP" sz="2400">
                <a:effectLst>
                  <a:outerShdw blurRad="38100" dist="38100" dir="2700000" algn="tl">
                    <a:srgbClr val="000000"/>
                  </a:outerShdw>
                </a:effectLst>
                <a:latin typeface="Times New Roman" panose="02020603050405020304" pitchFamily="18" charset="0"/>
                <a:cs typeface="Angsana New" pitchFamily="18" charset="-34"/>
              </a:rPr>
              <a:t>Roles</a:t>
            </a:r>
            <a:r>
              <a:rPr lang="en-US" altLang="ja-JP" sz="2400">
                <a:effectLst>
                  <a:outerShdw blurRad="38100" dist="38100" dir="2700000" algn="tl">
                    <a:srgbClr val="000000"/>
                  </a:outerShdw>
                </a:effectLst>
                <a:latin typeface="Times New Roman" panose="02020603050405020304" pitchFamily="18" charset="0"/>
                <a:cs typeface="Angsana New" pitchFamily="18" charset="-34"/>
              </a:rPr>
              <a:t> </a:t>
            </a:r>
            <a:r>
              <a:rPr lang="th-TH" altLang="ja-JP" sz="2400">
                <a:effectLst>
                  <a:outerShdw blurRad="38100" dist="38100" dir="2700000" algn="tl">
                    <a:srgbClr val="000000"/>
                  </a:outerShdw>
                </a:effectLst>
                <a:latin typeface="Times New Roman" panose="02020603050405020304" pitchFamily="18" charset="0"/>
                <a:cs typeface="Angsana New" pitchFamily="18" charset="-34"/>
              </a:rPr>
              <a:t>of QC</a:t>
            </a:r>
            <a:r>
              <a:rPr lang="en-US" altLang="ja-JP" sz="2400">
                <a:effectLst>
                  <a:outerShdw blurRad="38100" dist="38100" dir="2700000" algn="tl">
                    <a:srgbClr val="000000"/>
                  </a:outerShdw>
                </a:effectLst>
                <a:latin typeface="Times New Roman" panose="02020603050405020304" pitchFamily="18" charset="0"/>
                <a:cs typeface="Angsana New" pitchFamily="18" charset="-34"/>
              </a:rPr>
              <a:t> </a:t>
            </a:r>
            <a:r>
              <a:rPr lang="th-TH" altLang="ja-JP" sz="2400">
                <a:effectLst>
                  <a:outerShdw blurRad="38100" dist="38100" dir="2700000" algn="tl">
                    <a:srgbClr val="000000"/>
                  </a:outerShdw>
                </a:effectLst>
                <a:latin typeface="Times New Roman" panose="02020603050405020304" pitchFamily="18" charset="0"/>
                <a:cs typeface="Angsana New" pitchFamily="18" charset="-34"/>
              </a:rPr>
              <a:t>circle</a:t>
            </a:r>
            <a:r>
              <a:rPr lang="en-US" altLang="ja-JP" sz="2400">
                <a:effectLst>
                  <a:outerShdw blurRad="38100" dist="38100" dir="2700000" algn="tl">
                    <a:srgbClr val="000000"/>
                  </a:outerShdw>
                </a:effectLst>
                <a:latin typeface="Times New Roman" panose="02020603050405020304" pitchFamily="18" charset="0"/>
                <a:cs typeface="Angsana New" pitchFamily="18" charset="-34"/>
              </a:rPr>
              <a:t> </a:t>
            </a:r>
            <a:r>
              <a:rPr lang="th-TH" altLang="ja-JP" sz="2400">
                <a:effectLst>
                  <a:outerShdw blurRad="38100" dist="38100" dir="2700000" algn="tl">
                    <a:srgbClr val="000000"/>
                  </a:outerShdw>
                </a:effectLst>
                <a:latin typeface="Times New Roman" panose="02020603050405020304" pitchFamily="18" charset="0"/>
                <a:cs typeface="Angsana New" pitchFamily="18" charset="-34"/>
              </a:rPr>
              <a:t>Leaders are </a:t>
            </a:r>
            <a:r>
              <a:rPr lang="th-TH" altLang="ja-JP" sz="2400">
                <a:solidFill>
                  <a:srgbClr val="FFFF00"/>
                </a:solidFill>
                <a:effectLst>
                  <a:outerShdw blurRad="38100" dist="38100" dir="2700000" algn="tl">
                    <a:srgbClr val="000000"/>
                  </a:outerShdw>
                </a:effectLst>
                <a:latin typeface="Times New Roman" panose="02020603050405020304" pitchFamily="18" charset="0"/>
                <a:cs typeface="Angsana New" pitchFamily="18" charset="-34"/>
              </a:rPr>
              <a:t>“describing the future of the circle  and ensuring teamwork towards achieving a target, while helping members improve their capabilities”</a:t>
            </a:r>
            <a:r>
              <a:rPr lang="th-TH" altLang="ja-JP" sz="2400">
                <a:effectLst>
                  <a:outerShdw blurRad="38100" dist="38100" dir="2700000" algn="tl">
                    <a:srgbClr val="000000"/>
                  </a:outerShdw>
                </a:effectLst>
                <a:latin typeface="Times New Roman" panose="02020603050405020304" pitchFamily="18" charset="0"/>
                <a:cs typeface="Angsana New" pitchFamily="18" charset="-34"/>
              </a:rPr>
              <a:t> and making a strong ,stimulating workplace. QC circles are expected to achieve by performing the enforcement items as below.</a:t>
            </a:r>
            <a:r>
              <a:rPr lang="en-US" altLang="ja-JP" sz="2400">
                <a:effectLst>
                  <a:outerShdw blurRad="38100" dist="38100" dir="2700000" algn="tl">
                    <a:srgbClr val="000000"/>
                  </a:outerShdw>
                </a:effectLst>
                <a:latin typeface="Times New Roman" panose="02020603050405020304" pitchFamily="18" charset="0"/>
                <a:cs typeface="Angsana New" pitchFamily="18" charset="-34"/>
              </a:rPr>
              <a:t> </a:t>
            </a:r>
          </a:p>
        </p:txBody>
      </p:sp>
      <p:sp>
        <p:nvSpPr>
          <p:cNvPr id="429082" name="AutoShape 26"/>
          <p:cNvSpPr>
            <a:spLocks noChangeArrowheads="1"/>
          </p:cNvSpPr>
          <p:nvPr/>
        </p:nvSpPr>
        <p:spPr bwMode="auto">
          <a:xfrm>
            <a:off x="381000" y="4419600"/>
            <a:ext cx="9296400" cy="2336800"/>
          </a:xfrm>
          <a:prstGeom prst="roundRect">
            <a:avLst>
              <a:gd name="adj" fmla="val 7384"/>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sp>
        <p:nvSpPr>
          <p:cNvPr id="429083" name="Rectangle 27"/>
          <p:cNvSpPr>
            <a:spLocks noChangeArrowheads="1"/>
          </p:cNvSpPr>
          <p:nvPr/>
        </p:nvSpPr>
        <p:spPr bwMode="auto">
          <a:xfrm>
            <a:off x="488950" y="4814888"/>
            <a:ext cx="8208963" cy="1738312"/>
          </a:xfrm>
          <a:prstGeom prst="rect">
            <a:avLst/>
          </a:prstGeom>
          <a:noFill/>
          <a:ln w="9525">
            <a:noFill/>
            <a:miter lim="800000"/>
            <a:headEnd/>
            <a:tailEnd/>
          </a:ln>
          <a:effectLst/>
        </p:spPr>
        <p:txBody>
          <a:bodyPr>
            <a:spAutoFit/>
          </a:bodyPr>
          <a:lstStyle/>
          <a:p>
            <a:pPr>
              <a:defRPr/>
            </a:pPr>
            <a:r>
              <a:rPr lang="en-US" altLang="ja-JP" sz="2200">
                <a:effectLst>
                  <a:outerShdw blurRad="38100" dist="38100" dir="2700000" algn="tl">
                    <a:srgbClr val="000000"/>
                  </a:outerShdw>
                </a:effectLst>
                <a:latin typeface="Times New Roman" pitchFamily="18" charset="0"/>
                <a:ea typeface="HG丸ｺﾞｼｯｸM-PRO" charset="-128"/>
                <a:cs typeface="Angsana New" pitchFamily="18" charset="-34"/>
              </a:rPr>
              <a:t>① </a:t>
            </a:r>
            <a:r>
              <a:rPr lang="th-TH" altLang="ja-JP" sz="1800">
                <a:effectLst>
                  <a:outerShdw blurRad="38100" dist="38100" dir="2700000" algn="tl">
                    <a:srgbClr val="000000"/>
                  </a:outerShdw>
                </a:effectLst>
                <a:latin typeface="Times New Roman" pitchFamily="18" charset="0"/>
                <a:ea typeface="HG丸ｺﾞｼｯｸM-PRO" charset="-128"/>
                <a:cs typeface="Angsana New" pitchFamily="18" charset="-34"/>
              </a:rPr>
              <a:t>Decide the future of the circle and make the circle member understand.</a:t>
            </a:r>
            <a:r>
              <a:rPr lang="en-US" altLang="ja-JP">
                <a:effectLst>
                  <a:outerShdw blurRad="38100" dist="38100" dir="2700000" algn="tl">
                    <a:srgbClr val="000000"/>
                  </a:outerShdw>
                </a:effectLst>
                <a:latin typeface="Times New Roman" pitchFamily="18" charset="0"/>
                <a:ea typeface="HG丸ｺﾞｼｯｸM-PRO" charset="-128"/>
                <a:cs typeface="Angsana New" pitchFamily="18" charset="-34"/>
              </a:rPr>
              <a:t> </a:t>
            </a:r>
            <a:endParaRPr lang="en-US" altLang="ja-JP" sz="2400">
              <a:effectLst>
                <a:outerShdw blurRad="38100" dist="38100" dir="2700000" algn="tl">
                  <a:srgbClr val="000000"/>
                </a:outerShdw>
              </a:effectLst>
              <a:latin typeface="Times New Roman" pitchFamily="18" charset="0"/>
              <a:ea typeface="HG丸ｺﾞｼｯｸM-PRO" charset="-128"/>
              <a:cs typeface="Angsana New" pitchFamily="18" charset="-34"/>
            </a:endParaRPr>
          </a:p>
          <a:p>
            <a:pPr>
              <a:defRPr/>
            </a:pPr>
            <a:r>
              <a:rPr lang="en-US" altLang="ja-JP" sz="2200">
                <a:effectLst>
                  <a:outerShdw blurRad="38100" dist="38100" dir="2700000" algn="tl">
                    <a:srgbClr val="000000"/>
                  </a:outerShdw>
                </a:effectLst>
                <a:latin typeface="Times New Roman" pitchFamily="18" charset="0"/>
                <a:ea typeface="HG丸ｺﾞｼｯｸM-PRO" charset="-128"/>
                <a:cs typeface="Angsana New" pitchFamily="18" charset="-34"/>
              </a:rPr>
              <a:t>②</a:t>
            </a:r>
            <a:r>
              <a:rPr lang="en-US" altLang="ja-JP" sz="2400">
                <a:effectLst>
                  <a:outerShdw blurRad="38100" dist="38100" dir="2700000" algn="tl">
                    <a:srgbClr val="000000"/>
                  </a:outerShdw>
                </a:effectLst>
                <a:latin typeface="Times New Roman" pitchFamily="18" charset="0"/>
                <a:ea typeface="HG丸ｺﾞｼｯｸM-PRO" charset="-128"/>
                <a:cs typeface="Angsana New" pitchFamily="18" charset="-34"/>
              </a:rPr>
              <a:t> </a:t>
            </a:r>
            <a:r>
              <a:rPr lang="th-TH" altLang="ja-JP" sz="1800">
                <a:effectLst>
                  <a:outerShdw blurRad="38100" dist="38100" dir="2700000" algn="tl">
                    <a:srgbClr val="000000"/>
                  </a:outerShdw>
                </a:effectLst>
                <a:latin typeface="Times New Roman" pitchFamily="18" charset="0"/>
                <a:ea typeface="HG丸ｺﾞｼｯｸM-PRO" charset="-128"/>
                <a:cs typeface="Angsana New" pitchFamily="18" charset="-34"/>
              </a:rPr>
              <a:t>Instruct the theme learder for theme solving</a:t>
            </a:r>
            <a:r>
              <a:rPr lang="en-US" altLang="ja-JP" sz="1800">
                <a:effectLst>
                  <a:outerShdw blurRad="38100" dist="38100" dir="2700000" algn="tl">
                    <a:srgbClr val="000000"/>
                  </a:outerShdw>
                </a:effectLst>
                <a:latin typeface="Times New Roman" pitchFamily="18" charset="0"/>
                <a:ea typeface="HG丸ｺﾞｼｯｸM-PRO" charset="-128"/>
                <a:cs typeface="Angsana New" pitchFamily="18" charset="-34"/>
              </a:rPr>
              <a:t> </a:t>
            </a:r>
            <a:endParaRPr lang="en-US" altLang="ja-JP" sz="1600">
              <a:effectLst>
                <a:outerShdw blurRad="38100" dist="38100" dir="2700000" algn="tl">
                  <a:srgbClr val="000000"/>
                </a:outerShdw>
              </a:effectLst>
              <a:latin typeface="Times New Roman" pitchFamily="18" charset="0"/>
              <a:ea typeface="HG丸ｺﾞｼｯｸM-PRO" charset="-128"/>
              <a:cs typeface="Angsana New" pitchFamily="18" charset="-34"/>
            </a:endParaRPr>
          </a:p>
          <a:p>
            <a:pPr>
              <a:defRPr/>
            </a:pPr>
            <a:r>
              <a:rPr lang="en-US" altLang="ja-JP" sz="2200">
                <a:effectLst>
                  <a:outerShdw blurRad="38100" dist="38100" dir="2700000" algn="tl">
                    <a:srgbClr val="000000"/>
                  </a:outerShdw>
                </a:effectLst>
                <a:latin typeface="Times New Roman" pitchFamily="18" charset="0"/>
                <a:ea typeface="HG丸ｺﾞｼｯｸM-PRO" charset="-128"/>
                <a:cs typeface="Angsana New" pitchFamily="18" charset="-34"/>
              </a:rPr>
              <a:t>③</a:t>
            </a:r>
            <a:r>
              <a:rPr lang="en-US" altLang="ja-JP" sz="2400">
                <a:effectLst>
                  <a:outerShdw blurRad="38100" dist="38100" dir="2700000" algn="tl">
                    <a:srgbClr val="000000"/>
                  </a:outerShdw>
                </a:effectLst>
                <a:latin typeface="Times New Roman" pitchFamily="18" charset="0"/>
                <a:ea typeface="HG丸ｺﾞｼｯｸM-PRO" charset="-128"/>
                <a:cs typeface="Angsana New" pitchFamily="18" charset="-34"/>
              </a:rPr>
              <a:t> </a:t>
            </a:r>
            <a:r>
              <a:rPr lang="th-TH" altLang="ja-JP" sz="1800">
                <a:effectLst>
                  <a:outerShdw blurRad="38100" dist="38100" dir="2700000" algn="tl">
                    <a:srgbClr val="000000"/>
                  </a:outerShdw>
                </a:effectLst>
                <a:latin typeface="Times New Roman" pitchFamily="18" charset="0"/>
                <a:ea typeface="HG丸ｺﾞｼｯｸM-PRO" charset="-128"/>
                <a:cs typeface="Angsana New" pitchFamily="18" charset="-34"/>
              </a:rPr>
              <a:t>Assign the role by considering the development of circle members.</a:t>
            </a:r>
            <a:r>
              <a:rPr lang="en-US" altLang="ja-JP">
                <a:effectLst>
                  <a:outerShdw blurRad="38100" dist="38100" dir="2700000" algn="tl">
                    <a:srgbClr val="000000"/>
                  </a:outerShdw>
                </a:effectLst>
                <a:latin typeface="Times New Roman" pitchFamily="18" charset="0"/>
                <a:ea typeface="HG丸ｺﾞｼｯｸM-PRO" charset="-128"/>
                <a:cs typeface="Angsana New" pitchFamily="18" charset="-34"/>
              </a:rPr>
              <a:t> </a:t>
            </a:r>
            <a:endParaRPr lang="en-US" altLang="ja-JP" sz="2400">
              <a:effectLst>
                <a:outerShdw blurRad="38100" dist="38100" dir="2700000" algn="tl">
                  <a:srgbClr val="000000"/>
                </a:outerShdw>
              </a:effectLst>
              <a:latin typeface="Times New Roman" pitchFamily="18" charset="0"/>
              <a:ea typeface="HG丸ｺﾞｼｯｸM-PRO" charset="-128"/>
              <a:cs typeface="Angsana New" pitchFamily="18" charset="-34"/>
            </a:endParaRPr>
          </a:p>
          <a:p>
            <a:pPr>
              <a:defRPr/>
            </a:pPr>
            <a:r>
              <a:rPr lang="en-US" altLang="ja-JP" sz="2200">
                <a:effectLst>
                  <a:outerShdw blurRad="38100" dist="38100" dir="2700000" algn="tl">
                    <a:srgbClr val="000000"/>
                  </a:outerShdw>
                </a:effectLst>
                <a:latin typeface="Times New Roman" pitchFamily="18" charset="0"/>
                <a:ea typeface="HG丸ｺﾞｼｯｸM-PRO" charset="-128"/>
                <a:cs typeface="Angsana New" pitchFamily="18" charset="-34"/>
              </a:rPr>
              <a:t>④ </a:t>
            </a:r>
            <a:r>
              <a:rPr lang="en-US" altLang="ja-JP" sz="1800">
                <a:effectLst>
                  <a:outerShdw blurRad="38100" dist="38100" dir="2700000" algn="tl">
                    <a:srgbClr val="000000"/>
                  </a:outerShdw>
                </a:effectLst>
                <a:latin typeface="Times New Roman" pitchFamily="18" charset="0"/>
                <a:ea typeface="HG丸ｺﾞｼｯｸM-PRO" charset="-128"/>
                <a:cs typeface="Angsana New" pitchFamily="18" charset="-34"/>
              </a:rPr>
              <a:t>Train members such as QC story, techniques</a:t>
            </a:r>
            <a:r>
              <a:rPr lang="en-US" altLang="ja-JP" sz="1800">
                <a:effectLst>
                  <a:outerShdw blurRad="38100" dist="38100" dir="2700000" algn="tl">
                    <a:srgbClr val="000000"/>
                  </a:outerShdw>
                </a:effectLst>
                <a:ea typeface="HG丸ｺﾞｼｯｸM-PRO" charset="-128"/>
                <a:cs typeface="Angsana New" pitchFamily="18" charset="-34"/>
              </a:rPr>
              <a:t>.</a:t>
            </a:r>
            <a:r>
              <a:rPr lang="en-US" altLang="ja-JP">
                <a:effectLst>
                  <a:outerShdw blurRad="38100" dist="38100" dir="2700000" algn="tl">
                    <a:srgbClr val="000000"/>
                  </a:outerShdw>
                </a:effectLst>
                <a:ea typeface="HG丸ｺﾞｼｯｸM-PRO" charset="-128"/>
                <a:cs typeface="Angsana New" pitchFamily="18" charset="-34"/>
              </a:rPr>
              <a:t> </a:t>
            </a:r>
          </a:p>
        </p:txBody>
      </p:sp>
      <p:grpSp>
        <p:nvGrpSpPr>
          <p:cNvPr id="24584" name="Group 28"/>
          <p:cNvGrpSpPr>
            <a:grpSpLocks/>
          </p:cNvGrpSpPr>
          <p:nvPr/>
        </p:nvGrpSpPr>
        <p:grpSpPr bwMode="auto">
          <a:xfrm>
            <a:off x="-25400" y="4076700"/>
            <a:ext cx="2489200" cy="519113"/>
            <a:chOff x="-16" y="2640"/>
            <a:chExt cx="1568" cy="327"/>
          </a:xfrm>
        </p:grpSpPr>
        <p:sp>
          <p:nvSpPr>
            <p:cNvPr id="429079" name="AutoShape 23"/>
            <p:cNvSpPr>
              <a:spLocks noChangeArrowheads="1"/>
            </p:cNvSpPr>
            <p:nvPr/>
          </p:nvSpPr>
          <p:spPr bwMode="auto">
            <a:xfrm>
              <a:off x="80" y="2640"/>
              <a:ext cx="1408" cy="288"/>
            </a:xfrm>
            <a:prstGeom prst="roundRect">
              <a:avLst>
                <a:gd name="adj" fmla="val 22917"/>
              </a:avLst>
            </a:prstGeom>
            <a:solidFill>
              <a:srgbClr val="008000"/>
            </a:solidFill>
            <a:ln w="9525">
              <a:solidFill>
                <a:schemeClr val="tx1"/>
              </a:solidFill>
              <a:round/>
              <a:headEnd/>
              <a:tailEnd/>
            </a:ln>
            <a:effectLst>
              <a:outerShdw blurRad="63500" dist="107763" dir="2700000" algn="ctr" rotWithShape="0">
                <a:schemeClr val="bg2">
                  <a:alpha val="74998"/>
                </a:schemeClr>
              </a:outerShdw>
            </a:effectLst>
          </p:spPr>
          <p:txBody>
            <a:bodyPr wrap="none" lIns="1062000" rIns="1242000" anchor="ctr"/>
            <a:lstStyle/>
            <a:p>
              <a:pPr>
                <a:defRPr/>
              </a:pPr>
              <a:endParaRPr lang="en-US">
                <a:effectLst>
                  <a:outerShdw blurRad="38100" dist="38100" dir="2700000" algn="tl">
                    <a:srgbClr val="000000"/>
                  </a:outerShdw>
                </a:effectLst>
              </a:endParaRPr>
            </a:p>
          </p:txBody>
        </p:sp>
        <p:sp>
          <p:nvSpPr>
            <p:cNvPr id="429080" name="Text Box 24"/>
            <p:cNvSpPr txBox="1">
              <a:spLocks noChangeArrowheads="1"/>
            </p:cNvSpPr>
            <p:nvPr/>
          </p:nvSpPr>
          <p:spPr bwMode="auto">
            <a:xfrm>
              <a:off x="-16" y="2640"/>
              <a:ext cx="1568" cy="327"/>
            </a:xfrm>
            <a:prstGeom prst="rect">
              <a:avLst/>
            </a:prstGeom>
            <a:noFill/>
            <a:ln w="9525">
              <a:noFill/>
              <a:miter lim="800000"/>
              <a:headEnd/>
              <a:tailEnd/>
            </a:ln>
            <a:effectLst/>
          </p:spPr>
          <p:txBody>
            <a:bodyPr lIns="36000" rIns="36000">
              <a:spAutoFit/>
            </a:bodyPr>
            <a:lstStyle/>
            <a:p>
              <a:pPr algn="ctr">
                <a:spcBef>
                  <a:spcPct val="50000"/>
                </a:spcBef>
                <a:defRPr/>
              </a:pPr>
              <a:r>
                <a:rPr lang="en-US" altLang="ja-JP">
                  <a:effectLst>
                    <a:outerShdw blurRad="38100" dist="38100" dir="2700000" algn="tl">
                      <a:srgbClr val="000000"/>
                    </a:outerShdw>
                  </a:effectLst>
                  <a:latin typeface="Angsana New" pitchFamily="18" charset="-34"/>
                  <a:ea typeface="イワタ中丸ゴシック体(GT)" charset="-128"/>
                  <a:cs typeface="Angsana New" pitchFamily="18" charset="-34"/>
                </a:rPr>
                <a:t>(2)</a:t>
              </a:r>
              <a:r>
                <a:rPr lang="en-US" altLang="ja-JP" sz="2400">
                  <a:effectLst>
                    <a:outerShdw blurRad="38100" dist="38100" dir="2700000" algn="tl">
                      <a:srgbClr val="000000"/>
                    </a:outerShdw>
                  </a:effectLst>
                  <a:latin typeface="Angsana New" pitchFamily="18" charset="-34"/>
                  <a:ea typeface="イワタ中丸ゴシック体(GT)" charset="-128"/>
                  <a:cs typeface="Angsana New" pitchFamily="18" charset="-34"/>
                </a:rPr>
                <a:t> </a:t>
              </a:r>
              <a:r>
                <a:rPr lang="en-US" altLang="ja-JP" sz="1600">
                  <a:effectLst>
                    <a:outerShdw blurRad="38100" dist="38100" dir="2700000" algn="tl">
                      <a:srgbClr val="000000"/>
                    </a:outerShdw>
                  </a:effectLst>
                  <a:latin typeface="Times New Roman" pitchFamily="18" charset="0"/>
                  <a:ea typeface="イワタ中丸ゴシック体(GT)" charset="-128"/>
                  <a:cs typeface="Angsana New" pitchFamily="18" charset="-34"/>
                </a:rPr>
                <a:t>Enforcement items</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29077"/>
                                        </p:tgtEl>
                                        <p:attrNameLst>
                                          <p:attrName>style.visibility</p:attrName>
                                        </p:attrNameLst>
                                      </p:cBhvr>
                                      <p:to>
                                        <p:strVal val="visible"/>
                                      </p:to>
                                    </p:set>
                                    <p:animEffect transition="in" filter="blinds(horizontal)">
                                      <p:cBhvr>
                                        <p:cTn id="7" dur="500"/>
                                        <p:tgtEl>
                                          <p:spTgt spid="42907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29083"/>
                                        </p:tgtEl>
                                        <p:attrNameLst>
                                          <p:attrName>style.visibility</p:attrName>
                                        </p:attrNameLst>
                                      </p:cBhvr>
                                      <p:to>
                                        <p:strVal val="visible"/>
                                      </p:to>
                                    </p:set>
                                    <p:animEffect transition="in" filter="blinds(horizontal)">
                                      <p:cBhvr>
                                        <p:cTn id="12" dur="500"/>
                                        <p:tgtEl>
                                          <p:spTgt spid="4290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9077" grpId="0" autoUpdateAnimBg="0"/>
      <p:bldP spid="429083"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4114" name="AutoShape 2"/>
          <p:cNvSpPr>
            <a:spLocks noChangeArrowheads="1"/>
          </p:cNvSpPr>
          <p:nvPr/>
        </p:nvSpPr>
        <p:spPr bwMode="auto">
          <a:xfrm>
            <a:off x="344488" y="1196975"/>
            <a:ext cx="9429750" cy="5562600"/>
          </a:xfrm>
          <a:prstGeom prst="roundRect">
            <a:avLst>
              <a:gd name="adj" fmla="val 4259"/>
            </a:avLst>
          </a:prstGeom>
          <a:solidFill>
            <a:srgbClr val="000080">
              <a:alpha val="50000"/>
            </a:srgbClr>
          </a:solidFill>
          <a:ln w="9525">
            <a:solidFill>
              <a:schemeClr val="tx1"/>
            </a:solidFill>
            <a:round/>
            <a:headEnd/>
            <a:tailEnd/>
          </a:ln>
          <a:effectLst>
            <a:outerShdw blurRad="63500" dist="107763" dir="2700000" algn="ctr" rotWithShape="0">
              <a:schemeClr val="bg2">
                <a:alpha val="74998"/>
              </a:schemeClr>
            </a:outerShdw>
          </a:effectLst>
        </p:spPr>
        <p:txBody>
          <a:bodyPr wrap="none" lIns="1062000" rIns="1242000" anchor="ctr"/>
          <a:lstStyle/>
          <a:p>
            <a:pPr>
              <a:defRPr/>
            </a:pPr>
            <a:endParaRPr lang="en-US">
              <a:effectLst>
                <a:outerShdw blurRad="38100" dist="38100" dir="2700000" algn="tl">
                  <a:srgbClr val="000000"/>
                </a:outerShdw>
              </a:effectLst>
            </a:endParaRPr>
          </a:p>
        </p:txBody>
      </p:sp>
      <p:grpSp>
        <p:nvGrpSpPr>
          <p:cNvPr id="1029" name="Group 18"/>
          <p:cNvGrpSpPr>
            <a:grpSpLocks/>
          </p:cNvGrpSpPr>
          <p:nvPr/>
        </p:nvGrpSpPr>
        <p:grpSpPr bwMode="auto">
          <a:xfrm>
            <a:off x="22225" y="762000"/>
            <a:ext cx="2338388" cy="466725"/>
            <a:chOff x="14" y="480"/>
            <a:chExt cx="1330" cy="294"/>
          </a:xfrm>
        </p:grpSpPr>
        <p:sp>
          <p:nvSpPr>
            <p:cNvPr id="474117" name="AutoShape 5"/>
            <p:cNvSpPr>
              <a:spLocks noChangeArrowheads="1"/>
            </p:cNvSpPr>
            <p:nvPr/>
          </p:nvSpPr>
          <p:spPr bwMode="auto">
            <a:xfrm>
              <a:off x="68" y="486"/>
              <a:ext cx="1276" cy="288"/>
            </a:xfrm>
            <a:prstGeom prst="roundRect">
              <a:avLst>
                <a:gd name="adj" fmla="val 22917"/>
              </a:avLst>
            </a:prstGeom>
            <a:solidFill>
              <a:srgbClr val="008000"/>
            </a:solidFill>
            <a:ln w="9525">
              <a:solidFill>
                <a:schemeClr val="tx1"/>
              </a:solidFill>
              <a:round/>
              <a:headEnd/>
              <a:tailEnd/>
            </a:ln>
            <a:effectLst>
              <a:outerShdw blurRad="63500" dist="107763" dir="2700000" algn="ctr" rotWithShape="0">
                <a:schemeClr val="bg2">
                  <a:alpha val="74998"/>
                </a:schemeClr>
              </a:outerShdw>
            </a:effectLst>
          </p:spPr>
          <p:txBody>
            <a:bodyPr wrap="none" lIns="1062000" rIns="1242000" anchor="ctr"/>
            <a:lstStyle/>
            <a:p>
              <a:pPr>
                <a:defRPr/>
              </a:pPr>
              <a:endParaRPr lang="en-US">
                <a:effectLst>
                  <a:outerShdw blurRad="38100" dist="38100" dir="2700000" algn="tl">
                    <a:srgbClr val="000000"/>
                  </a:outerShdw>
                </a:effectLst>
              </a:endParaRPr>
            </a:p>
          </p:txBody>
        </p:sp>
        <p:sp>
          <p:nvSpPr>
            <p:cNvPr id="474118" name="Text Box 6"/>
            <p:cNvSpPr txBox="1">
              <a:spLocks noChangeArrowheads="1"/>
            </p:cNvSpPr>
            <p:nvPr/>
          </p:nvSpPr>
          <p:spPr bwMode="auto">
            <a:xfrm>
              <a:off x="14" y="480"/>
              <a:ext cx="1282" cy="288"/>
            </a:xfrm>
            <a:prstGeom prst="rect">
              <a:avLst/>
            </a:prstGeom>
            <a:noFill/>
            <a:ln w="9525">
              <a:noFill/>
              <a:miter lim="800000"/>
              <a:headEnd/>
              <a:tailEnd/>
            </a:ln>
            <a:effectLst/>
          </p:spPr>
          <p:txBody>
            <a:bodyPr lIns="36000" rIns="36000">
              <a:spAutoFit/>
            </a:bodyPr>
            <a:lstStyle/>
            <a:p>
              <a:pPr algn="ctr">
                <a:spcBef>
                  <a:spcPct val="50000"/>
                </a:spcBef>
                <a:defRPr/>
              </a:pPr>
              <a:r>
                <a:rPr lang="en-US" altLang="ja-JP" sz="2400">
                  <a:effectLst>
                    <a:outerShdw blurRad="38100" dist="38100" dir="2700000" algn="tl">
                      <a:srgbClr val="000000"/>
                    </a:outerShdw>
                  </a:effectLst>
                  <a:latin typeface="Times New Roman" pitchFamily="18" charset="0"/>
                  <a:ea typeface="イワタ中丸ゴシック体(GT)" charset="-128"/>
                  <a:cs typeface="Angsana New" pitchFamily="18" charset="-34"/>
                </a:rPr>
                <a:t>(3) </a:t>
              </a:r>
              <a:r>
                <a:rPr lang="en-US" altLang="ja-JP" sz="2000">
                  <a:effectLst>
                    <a:outerShdw blurRad="38100" dist="38100" dir="2700000" algn="tl">
                      <a:srgbClr val="000000"/>
                    </a:outerShdw>
                  </a:effectLst>
                  <a:latin typeface="Times New Roman" pitchFamily="18" charset="0"/>
                  <a:ea typeface="イワタ中丸ゴシック体(GT)" charset="-128"/>
                  <a:cs typeface="Angsana New" pitchFamily="18" charset="-34"/>
                </a:rPr>
                <a:t>Intention</a:t>
              </a:r>
              <a:r>
                <a:rPr lang="en-US" altLang="ja-JP" sz="2000">
                  <a:effectLst>
                    <a:outerShdw blurRad="38100" dist="38100" dir="2700000" algn="tl">
                      <a:srgbClr val="000000"/>
                    </a:outerShdw>
                  </a:effectLst>
                  <a:ea typeface="イワタ中丸ゴシック体(GT)" charset="-128"/>
                  <a:cs typeface="Angsana New" pitchFamily="18" charset="-34"/>
                </a:rPr>
                <a:t> </a:t>
              </a:r>
            </a:p>
          </p:txBody>
        </p:sp>
      </p:grpSp>
      <p:sp>
        <p:nvSpPr>
          <p:cNvPr id="474119" name="AutoShape 7"/>
          <p:cNvSpPr>
            <a:spLocks noChangeArrowheads="1"/>
          </p:cNvSpPr>
          <p:nvPr/>
        </p:nvSpPr>
        <p:spPr bwMode="auto">
          <a:xfrm>
            <a:off x="849313" y="115888"/>
            <a:ext cx="8077200" cy="533400"/>
          </a:xfrm>
          <a:prstGeom prst="roundRect">
            <a:avLst>
              <a:gd name="adj" fmla="val 16667"/>
            </a:avLst>
          </a:prstGeom>
          <a:solidFill>
            <a:srgbClr val="008000"/>
          </a:solidFill>
          <a:ln w="9525">
            <a:solidFill>
              <a:schemeClr val="tx1"/>
            </a:solidFill>
            <a:round/>
            <a:headEnd/>
            <a:tailEnd/>
          </a:ln>
          <a:effectLst>
            <a:outerShdw blurRad="63500" dist="107763" dir="2700000" algn="ctr" rotWithShape="0">
              <a:schemeClr val="bg2">
                <a:alpha val="74998"/>
              </a:schemeClr>
            </a:outerShdw>
          </a:effectLst>
        </p:spPr>
        <p:txBody>
          <a:bodyPr wrap="none" anchor="ctr"/>
          <a:lstStyle/>
          <a:p>
            <a:pPr algn="ctr">
              <a:defRPr/>
            </a:pPr>
            <a:r>
              <a:rPr lang="en-US" altLang="ja-JP" sz="2000">
                <a:effectLst>
                  <a:outerShdw blurRad="38100" dist="38100" dir="2700000" algn="tl">
                    <a:srgbClr val="000000"/>
                  </a:outerShdw>
                </a:effectLst>
                <a:latin typeface="Times New Roman" pitchFamily="18" charset="0"/>
                <a:ea typeface="イワタ中丸ゴシック体(GT)" charset="-128"/>
              </a:rPr>
              <a:t>The role and enforcement items and intention of the group leader</a:t>
            </a:r>
            <a:r>
              <a:rPr lang="en-US" altLang="ja-JP" sz="2000">
                <a:effectLst>
                  <a:outerShdw blurRad="38100" dist="38100" dir="2700000" algn="tl">
                    <a:srgbClr val="000000"/>
                  </a:outerShdw>
                </a:effectLst>
                <a:ea typeface="イワタ中丸ゴシック体(GT)" charset="-128"/>
              </a:rPr>
              <a:t> </a:t>
            </a:r>
          </a:p>
        </p:txBody>
      </p:sp>
      <p:sp>
        <p:nvSpPr>
          <p:cNvPr id="474127" name="Text Box 15"/>
          <p:cNvSpPr txBox="1">
            <a:spLocks noChangeArrowheads="1"/>
          </p:cNvSpPr>
          <p:nvPr/>
        </p:nvSpPr>
        <p:spPr bwMode="auto">
          <a:xfrm>
            <a:off x="152400" y="1492250"/>
            <a:ext cx="9753600" cy="5151438"/>
          </a:xfrm>
          <a:prstGeom prst="rect">
            <a:avLst/>
          </a:prstGeom>
          <a:noFill/>
          <a:ln w="9525">
            <a:noFill/>
            <a:miter lim="800000"/>
            <a:headEnd/>
            <a:tailEnd/>
          </a:ln>
          <a:effectLst/>
        </p:spPr>
        <p:txBody>
          <a:bodyPr lIns="360000" rIns="360000">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2200">
                <a:effectLst>
                  <a:outerShdw blurRad="38100" dist="38100" dir="2700000" algn="tl">
                    <a:srgbClr val="000000"/>
                  </a:outerShdw>
                </a:effectLst>
                <a:latin typeface="Times New Roman" panose="02020603050405020304" pitchFamily="18" charset="0"/>
                <a:ea typeface="HG丸ｺﾞｼｯｸM-PRO" pitchFamily="50" charset="-128"/>
                <a:cs typeface="Angsana New" pitchFamily="18" charset="-34"/>
              </a:rPr>
              <a:t>①  </a:t>
            </a:r>
            <a:r>
              <a:rPr lang="en-US" altLang="ja-JP" sz="1800">
                <a:effectLst>
                  <a:outerShdw blurRad="38100" dist="38100" dir="2700000" algn="tl">
                    <a:srgbClr val="000000"/>
                  </a:outerShdw>
                </a:effectLst>
                <a:latin typeface="Times New Roman" panose="02020603050405020304" pitchFamily="18" charset="0"/>
                <a:ea typeface="HG丸ｺﾞｼｯｸM-PRO" pitchFamily="50" charset="-128"/>
                <a:cs typeface="Angsana New" pitchFamily="18" charset="-34"/>
              </a:rPr>
              <a:t>Show leadership and work wholeheartedly on everything.</a:t>
            </a:r>
            <a:r>
              <a:rPr lang="en-US" altLang="ja-JP">
                <a:effectLst>
                  <a:outerShdw blurRad="38100" dist="38100" dir="2700000" algn="tl">
                    <a:srgbClr val="000000"/>
                  </a:outerShdw>
                </a:effectLst>
                <a:latin typeface="Times New Roman" panose="02020603050405020304" pitchFamily="18" charset="0"/>
                <a:ea typeface="HG丸ｺﾞｼｯｸM-PRO" pitchFamily="50" charset="-128"/>
                <a:cs typeface="Angsana New" pitchFamily="18" charset="-34"/>
              </a:rPr>
              <a:t> </a:t>
            </a:r>
            <a:br>
              <a:rPr lang="en-US" altLang="ja-JP">
                <a:effectLst>
                  <a:outerShdw blurRad="38100" dist="38100" dir="2700000" algn="tl">
                    <a:srgbClr val="000000"/>
                  </a:outerShdw>
                </a:effectLst>
                <a:latin typeface="Times New Roman" panose="02020603050405020304" pitchFamily="18" charset="0"/>
                <a:ea typeface="HG丸ｺﾞｼｯｸM-PRO" pitchFamily="50" charset="-128"/>
                <a:cs typeface="Angsana New" pitchFamily="18" charset="-34"/>
              </a:rPr>
            </a:br>
            <a:r>
              <a:rPr lang="en-US" altLang="ja-JP" sz="2200">
                <a:effectLst>
                  <a:outerShdw blurRad="38100" dist="38100" dir="2700000" algn="tl">
                    <a:srgbClr val="000000"/>
                  </a:outerShdw>
                </a:effectLst>
                <a:latin typeface="Times New Roman" panose="02020603050405020304" pitchFamily="18" charset="0"/>
                <a:ea typeface="HG丸ｺﾞｼｯｸM-PRO" pitchFamily="50" charset="-128"/>
                <a:cs typeface="Angsana New" pitchFamily="18" charset="-34"/>
              </a:rPr>
              <a:t>②</a:t>
            </a:r>
            <a:r>
              <a:rPr lang="en-US" altLang="ja-JP" sz="2400">
                <a:effectLst>
                  <a:outerShdw blurRad="38100" dist="38100" dir="2700000" algn="tl">
                    <a:srgbClr val="000000"/>
                  </a:outerShdw>
                </a:effectLst>
                <a:latin typeface="Times New Roman" panose="02020603050405020304" pitchFamily="18" charset="0"/>
                <a:ea typeface="HG丸ｺﾞｼｯｸM-PRO" pitchFamily="50" charset="-128"/>
                <a:cs typeface="Angsana New" pitchFamily="18" charset="-34"/>
              </a:rPr>
              <a:t> </a:t>
            </a:r>
            <a:r>
              <a:rPr lang="en-US" altLang="ja-JP" sz="1800">
                <a:effectLst>
                  <a:outerShdw blurRad="38100" dist="38100" dir="2700000" algn="tl">
                    <a:srgbClr val="000000"/>
                  </a:outerShdw>
                </a:effectLst>
                <a:latin typeface="Times New Roman" panose="02020603050405020304" pitchFamily="18" charset="0"/>
                <a:ea typeface="HG丸ｺﾞｼｯｸM-PRO" pitchFamily="50" charset="-128"/>
                <a:cs typeface="Angsana New" pitchFamily="18" charset="-34"/>
              </a:rPr>
              <a:t>Try to think from members’ point of view to avoid one-way communication.</a:t>
            </a:r>
            <a:r>
              <a:rPr lang="th-TH" altLang="ja-JP">
                <a:effectLst>
                  <a:outerShdw blurRad="38100" dist="38100" dir="2700000" algn="tl">
                    <a:srgbClr val="000000"/>
                  </a:outerShdw>
                </a:effectLst>
                <a:latin typeface="Times New Roman" panose="02020603050405020304" pitchFamily="18" charset="0"/>
                <a:ea typeface="HG丸ｺﾞｼｯｸM-PRO" pitchFamily="50" charset="-128"/>
                <a:cs typeface="Angsana New" pitchFamily="18" charset="-34"/>
              </a:rPr>
              <a:t> </a:t>
            </a:r>
            <a:endParaRPr lang="en-US" altLang="ja-JP" sz="2400">
              <a:effectLst>
                <a:outerShdw blurRad="38100" dist="38100" dir="2700000" algn="tl">
                  <a:srgbClr val="000000"/>
                </a:outerShdw>
              </a:effectLst>
              <a:latin typeface="Times New Roman" panose="02020603050405020304" pitchFamily="18" charset="0"/>
              <a:ea typeface="HG丸ｺﾞｼｯｸM-PRO" pitchFamily="50" charset="-128"/>
              <a:cs typeface="Angsana New" pitchFamily="18" charset="-34"/>
            </a:endParaRPr>
          </a:p>
          <a:p>
            <a:pPr eaLnBrk="1" hangingPunct="1"/>
            <a:r>
              <a:rPr lang="en-US" altLang="ja-JP" sz="2200">
                <a:effectLst>
                  <a:outerShdw blurRad="38100" dist="38100" dir="2700000" algn="tl">
                    <a:srgbClr val="000000"/>
                  </a:outerShdw>
                </a:effectLst>
                <a:latin typeface="Times New Roman" panose="02020603050405020304" pitchFamily="18" charset="0"/>
                <a:ea typeface="HG丸ｺﾞｼｯｸM-PRO" pitchFamily="50" charset="-128"/>
                <a:cs typeface="Angsana New" pitchFamily="18" charset="-34"/>
              </a:rPr>
              <a:t>③</a:t>
            </a:r>
            <a:r>
              <a:rPr lang="en-US" altLang="ja-JP" sz="2400">
                <a:effectLst>
                  <a:outerShdw blurRad="38100" dist="38100" dir="2700000" algn="tl">
                    <a:srgbClr val="000000"/>
                  </a:outerShdw>
                </a:effectLst>
                <a:latin typeface="Times New Roman" panose="02020603050405020304" pitchFamily="18" charset="0"/>
                <a:ea typeface="HG丸ｺﾞｼｯｸM-PRO" pitchFamily="50" charset="-128"/>
                <a:cs typeface="Angsana New" pitchFamily="18" charset="-34"/>
              </a:rPr>
              <a:t> </a:t>
            </a:r>
            <a:r>
              <a:rPr lang="en-US" altLang="ja-JP" sz="1800">
                <a:effectLst>
                  <a:outerShdw blurRad="38100" dist="38100" dir="2700000" algn="tl">
                    <a:srgbClr val="000000"/>
                  </a:outerShdw>
                </a:effectLst>
                <a:latin typeface="Times New Roman" panose="02020603050405020304" pitchFamily="18" charset="0"/>
                <a:ea typeface="HG丸ｺﾞｼｯｸM-PRO" pitchFamily="50" charset="-128"/>
                <a:cs typeface="Angsana New" pitchFamily="18" charset="-34"/>
              </a:rPr>
              <a:t>Grasp capability and personality of each member and </a:t>
            </a:r>
            <a:br>
              <a:rPr lang="en-US" altLang="ja-JP" sz="1800">
                <a:effectLst>
                  <a:outerShdw blurRad="38100" dist="38100" dir="2700000" algn="tl">
                    <a:srgbClr val="000000"/>
                  </a:outerShdw>
                </a:effectLst>
                <a:latin typeface="Times New Roman" panose="02020603050405020304" pitchFamily="18" charset="0"/>
                <a:ea typeface="HG丸ｺﾞｼｯｸM-PRO" pitchFamily="50" charset="-128"/>
                <a:cs typeface="Angsana New" pitchFamily="18" charset="-34"/>
              </a:rPr>
            </a:br>
            <a:r>
              <a:rPr lang="en-US" altLang="ja-JP" sz="1800">
                <a:effectLst>
                  <a:outerShdw blurRad="38100" dist="38100" dir="2700000" algn="tl">
                    <a:srgbClr val="000000"/>
                  </a:outerShdw>
                </a:effectLst>
                <a:latin typeface="Times New Roman" panose="02020603050405020304" pitchFamily="18" charset="0"/>
                <a:ea typeface="HG丸ｺﾞｼｯｸM-PRO" pitchFamily="50" charset="-128"/>
                <a:cs typeface="Angsana New" pitchFamily="18" charset="-34"/>
              </a:rPr>
              <a:t>      bring out the good points.</a:t>
            </a:r>
            <a:r>
              <a:rPr lang="en-US" altLang="ja-JP">
                <a:effectLst>
                  <a:outerShdw blurRad="38100" dist="38100" dir="2700000" algn="tl">
                    <a:srgbClr val="000000"/>
                  </a:outerShdw>
                </a:effectLst>
                <a:latin typeface="Times New Roman" panose="02020603050405020304" pitchFamily="18" charset="0"/>
                <a:ea typeface="HG丸ｺﾞｼｯｸM-PRO" pitchFamily="50" charset="-128"/>
                <a:cs typeface="Angsana New" pitchFamily="18" charset="-34"/>
              </a:rPr>
              <a:t> </a:t>
            </a:r>
            <a:endParaRPr lang="en-US" altLang="ja-JP" sz="2400">
              <a:effectLst>
                <a:outerShdw blurRad="38100" dist="38100" dir="2700000" algn="tl">
                  <a:srgbClr val="000000"/>
                </a:outerShdw>
              </a:effectLst>
              <a:latin typeface="Times New Roman" panose="02020603050405020304" pitchFamily="18" charset="0"/>
              <a:ea typeface="HG丸ｺﾞｼｯｸM-PRO" pitchFamily="50" charset="-128"/>
              <a:cs typeface="Angsana New" pitchFamily="18" charset="-34"/>
            </a:endParaRPr>
          </a:p>
          <a:p>
            <a:pPr eaLnBrk="1" hangingPunct="1"/>
            <a:r>
              <a:rPr lang="en-US" altLang="ja-JP" sz="2200">
                <a:effectLst>
                  <a:outerShdw blurRad="38100" dist="38100" dir="2700000" algn="tl">
                    <a:srgbClr val="000000"/>
                  </a:outerShdw>
                </a:effectLst>
                <a:latin typeface="Times New Roman" panose="02020603050405020304" pitchFamily="18" charset="0"/>
                <a:ea typeface="HG丸ｺﾞｼｯｸM-PRO" pitchFamily="50" charset="-128"/>
                <a:cs typeface="Angsana New" pitchFamily="18" charset="-34"/>
              </a:rPr>
              <a:t>④ </a:t>
            </a:r>
            <a:r>
              <a:rPr lang="en-US" altLang="ja-JP" sz="1800">
                <a:effectLst>
                  <a:outerShdw blurRad="38100" dist="38100" dir="2700000" algn="tl">
                    <a:srgbClr val="000000"/>
                  </a:outerShdw>
                </a:effectLst>
                <a:latin typeface="Times New Roman" panose="02020603050405020304" pitchFamily="18" charset="0"/>
                <a:ea typeface="HG丸ｺﾞｼｯｸM-PRO" pitchFamily="50" charset="-128"/>
                <a:cs typeface="Angsana New" pitchFamily="18" charset="-34"/>
              </a:rPr>
              <a:t>Trust and motivate members</a:t>
            </a:r>
            <a:r>
              <a:rPr lang="en-US" altLang="ja-JP">
                <a:effectLst>
                  <a:outerShdw blurRad="38100" dist="38100" dir="2700000" algn="tl">
                    <a:srgbClr val="000000"/>
                  </a:outerShdw>
                </a:effectLst>
                <a:latin typeface="Times New Roman" panose="02020603050405020304" pitchFamily="18" charset="0"/>
                <a:ea typeface="HG丸ｺﾞｼｯｸM-PRO" pitchFamily="50" charset="-128"/>
                <a:cs typeface="Angsana New" pitchFamily="18" charset="-34"/>
              </a:rPr>
              <a:t> </a:t>
            </a:r>
            <a:br>
              <a:rPr lang="en-US" altLang="ja-JP">
                <a:effectLst>
                  <a:outerShdw blurRad="38100" dist="38100" dir="2700000" algn="tl">
                    <a:srgbClr val="000000"/>
                  </a:outerShdw>
                </a:effectLst>
                <a:latin typeface="Times New Roman" panose="02020603050405020304" pitchFamily="18" charset="0"/>
                <a:ea typeface="HG丸ｺﾞｼｯｸM-PRO" pitchFamily="50" charset="-128"/>
                <a:cs typeface="Angsana New" pitchFamily="18" charset="-34"/>
              </a:rPr>
            </a:br>
            <a:r>
              <a:rPr lang="en-US" altLang="ja-JP" sz="2200">
                <a:effectLst>
                  <a:outerShdw blurRad="38100" dist="38100" dir="2700000" algn="tl">
                    <a:srgbClr val="000000"/>
                  </a:outerShdw>
                </a:effectLst>
                <a:latin typeface="Times New Roman" panose="02020603050405020304" pitchFamily="18" charset="0"/>
                <a:ea typeface="HG丸ｺﾞｼｯｸM-PRO" pitchFamily="50" charset="-128"/>
                <a:cs typeface="Angsana New" pitchFamily="18" charset="-34"/>
              </a:rPr>
              <a:t>⑤</a:t>
            </a:r>
            <a:r>
              <a:rPr lang="en-US" altLang="ja-JP" sz="2400">
                <a:effectLst>
                  <a:outerShdw blurRad="38100" dist="38100" dir="2700000" algn="tl">
                    <a:srgbClr val="000000"/>
                  </a:outerShdw>
                </a:effectLst>
                <a:latin typeface="Times New Roman" panose="02020603050405020304" pitchFamily="18" charset="0"/>
                <a:ea typeface="HG丸ｺﾞｼｯｸM-PRO" pitchFamily="50" charset="-128"/>
                <a:cs typeface="Angsana New" pitchFamily="18" charset="-34"/>
              </a:rPr>
              <a:t> </a:t>
            </a:r>
            <a:r>
              <a:rPr lang="en-US" altLang="ja-JP" sz="1800">
                <a:effectLst>
                  <a:outerShdw blurRad="38100" dist="38100" dir="2700000" algn="tl">
                    <a:srgbClr val="000000"/>
                  </a:outerShdw>
                </a:effectLst>
                <a:latin typeface="Times New Roman" panose="02020603050405020304" pitchFamily="18" charset="0"/>
                <a:ea typeface="HG丸ｺﾞｼｯｸM-PRO" pitchFamily="50" charset="-128"/>
                <a:cs typeface="Angsana New" pitchFamily="18" charset="-34"/>
              </a:rPr>
              <a:t>Praise members in front of others, </a:t>
            </a:r>
            <a:br>
              <a:rPr lang="en-US" altLang="ja-JP" sz="1800">
                <a:effectLst>
                  <a:outerShdw blurRad="38100" dist="38100" dir="2700000" algn="tl">
                    <a:srgbClr val="000000"/>
                  </a:outerShdw>
                </a:effectLst>
                <a:latin typeface="Times New Roman" panose="02020603050405020304" pitchFamily="18" charset="0"/>
                <a:ea typeface="HG丸ｺﾞｼｯｸM-PRO" pitchFamily="50" charset="-128"/>
                <a:cs typeface="Angsana New" pitchFamily="18" charset="-34"/>
              </a:rPr>
            </a:br>
            <a:r>
              <a:rPr lang="en-US" altLang="ja-JP" sz="1800">
                <a:effectLst>
                  <a:outerShdw blurRad="38100" dist="38100" dir="2700000" algn="tl">
                    <a:srgbClr val="000000"/>
                  </a:outerShdw>
                </a:effectLst>
                <a:latin typeface="Times New Roman" panose="02020603050405020304" pitchFamily="18" charset="0"/>
                <a:ea typeface="HG丸ｺﾞｼｯｸM-PRO" pitchFamily="50" charset="-128"/>
                <a:cs typeface="Angsana New" pitchFamily="18" charset="-34"/>
              </a:rPr>
              <a:t>      but be considerable enough when giving instruction.</a:t>
            </a:r>
            <a:r>
              <a:rPr lang="en-US" altLang="ja-JP">
                <a:effectLst>
                  <a:outerShdw blurRad="38100" dist="38100" dir="2700000" algn="tl">
                    <a:srgbClr val="000000"/>
                  </a:outerShdw>
                </a:effectLst>
                <a:latin typeface="Times New Roman" panose="02020603050405020304" pitchFamily="18" charset="0"/>
                <a:ea typeface="HG丸ｺﾞｼｯｸM-PRO" pitchFamily="50" charset="-128"/>
                <a:cs typeface="Angsana New" pitchFamily="18" charset="-34"/>
              </a:rPr>
              <a:t> </a:t>
            </a:r>
            <a:endParaRPr lang="en-US" altLang="ja-JP" sz="2400">
              <a:effectLst>
                <a:outerShdw blurRad="38100" dist="38100" dir="2700000" algn="tl">
                  <a:srgbClr val="000000"/>
                </a:outerShdw>
              </a:effectLst>
              <a:latin typeface="Times New Roman" panose="02020603050405020304" pitchFamily="18" charset="0"/>
              <a:ea typeface="HG丸ｺﾞｼｯｸM-PRO" pitchFamily="50" charset="-128"/>
              <a:cs typeface="Angsana New" pitchFamily="18" charset="-34"/>
            </a:endParaRPr>
          </a:p>
          <a:p>
            <a:pPr eaLnBrk="1" hangingPunct="1"/>
            <a:r>
              <a:rPr lang="en-US" altLang="ja-JP" sz="2200">
                <a:effectLst>
                  <a:outerShdw blurRad="38100" dist="38100" dir="2700000" algn="tl">
                    <a:srgbClr val="000000"/>
                  </a:outerShdw>
                </a:effectLst>
                <a:latin typeface="Times New Roman" panose="02020603050405020304" pitchFamily="18" charset="0"/>
                <a:ea typeface="HG丸ｺﾞｼｯｸM-PRO" pitchFamily="50" charset="-128"/>
                <a:cs typeface="Angsana New" pitchFamily="18" charset="-34"/>
              </a:rPr>
              <a:t>⑥</a:t>
            </a:r>
            <a:r>
              <a:rPr lang="en-US" altLang="ja-JP" sz="2400">
                <a:effectLst>
                  <a:outerShdw blurRad="38100" dist="38100" dir="2700000" algn="tl">
                    <a:srgbClr val="000000"/>
                  </a:outerShdw>
                </a:effectLst>
                <a:latin typeface="Times New Roman" panose="02020603050405020304" pitchFamily="18" charset="0"/>
                <a:ea typeface="HG丸ｺﾞｼｯｸM-PRO" pitchFamily="50" charset="-128"/>
                <a:cs typeface="Angsana New" pitchFamily="18" charset="-34"/>
              </a:rPr>
              <a:t> </a:t>
            </a:r>
            <a:r>
              <a:rPr lang="en-US" altLang="ja-JP" sz="1800">
                <a:effectLst>
                  <a:outerShdw blurRad="38100" dist="38100" dir="2700000" algn="tl">
                    <a:srgbClr val="000000"/>
                  </a:outerShdw>
                </a:effectLst>
                <a:latin typeface="Times New Roman" panose="02020603050405020304" pitchFamily="18" charset="0"/>
                <a:ea typeface="HG丸ｺﾞｼｯｸM-PRO" pitchFamily="50" charset="-128"/>
                <a:cs typeface="Angsana New" pitchFamily="18" charset="-34"/>
              </a:rPr>
              <a:t>Always give greatest consideration to members’ relationship.</a:t>
            </a:r>
            <a:r>
              <a:rPr lang="en-US" altLang="ja-JP">
                <a:effectLst>
                  <a:outerShdw blurRad="38100" dist="38100" dir="2700000" algn="tl">
                    <a:srgbClr val="000000"/>
                  </a:outerShdw>
                </a:effectLst>
                <a:latin typeface="Times New Roman" panose="02020603050405020304" pitchFamily="18" charset="0"/>
                <a:ea typeface="HG丸ｺﾞｼｯｸM-PRO" pitchFamily="50" charset="-128"/>
                <a:cs typeface="Angsana New" pitchFamily="18" charset="-34"/>
              </a:rPr>
              <a:t> </a:t>
            </a:r>
          </a:p>
          <a:p>
            <a:pPr eaLnBrk="1" hangingPunct="1"/>
            <a:r>
              <a:rPr lang="en-US" altLang="ja-JP" sz="2200">
                <a:effectLst>
                  <a:outerShdw blurRad="38100" dist="38100" dir="2700000" algn="tl">
                    <a:srgbClr val="000000"/>
                  </a:outerShdw>
                </a:effectLst>
                <a:latin typeface="Times New Roman" panose="02020603050405020304" pitchFamily="18" charset="0"/>
                <a:ea typeface="HG丸ｺﾞｼｯｸM-PRO" pitchFamily="50" charset="-128"/>
                <a:cs typeface="Angsana New" pitchFamily="18" charset="-34"/>
              </a:rPr>
              <a:t>⑦</a:t>
            </a:r>
            <a:r>
              <a:rPr lang="en-US" altLang="ja-JP" sz="2400">
                <a:effectLst>
                  <a:outerShdw blurRad="38100" dist="38100" dir="2700000" algn="tl">
                    <a:srgbClr val="000000"/>
                  </a:outerShdw>
                </a:effectLst>
                <a:latin typeface="Times New Roman" panose="02020603050405020304" pitchFamily="18" charset="0"/>
                <a:ea typeface="HG丸ｺﾞｼｯｸM-PRO" pitchFamily="50" charset="-128"/>
                <a:cs typeface="Angsana New" pitchFamily="18" charset="-34"/>
              </a:rPr>
              <a:t> </a:t>
            </a:r>
            <a:r>
              <a:rPr lang="en-US" altLang="ja-JP" sz="1800">
                <a:effectLst>
                  <a:outerShdw blurRad="38100" dist="38100" dir="2700000" algn="tl">
                    <a:srgbClr val="000000"/>
                  </a:outerShdw>
                </a:effectLst>
                <a:latin typeface="Times New Roman" panose="02020603050405020304" pitchFamily="18" charset="0"/>
                <a:ea typeface="HG丸ｺﾞｼｯｸM-PRO" pitchFamily="50" charset="-128"/>
                <a:cs typeface="Angsana New" pitchFamily="18" charset="-34"/>
              </a:rPr>
              <a:t>Assign target and problems with clearly and also support members to </a:t>
            </a:r>
          </a:p>
          <a:p>
            <a:pPr eaLnBrk="1" hangingPunct="1"/>
            <a:r>
              <a:rPr lang="en-US" altLang="ja-JP" sz="1800">
                <a:effectLst>
                  <a:outerShdw blurRad="38100" dist="38100" dir="2700000" algn="tl">
                    <a:srgbClr val="000000"/>
                  </a:outerShdw>
                </a:effectLst>
                <a:latin typeface="Times New Roman" panose="02020603050405020304" pitchFamily="18" charset="0"/>
                <a:ea typeface="HG丸ｺﾞｼｯｸM-PRO" pitchFamily="50" charset="-128"/>
                <a:cs typeface="Angsana New" pitchFamily="18" charset="-34"/>
              </a:rPr>
              <a:t>achieve or solve them</a:t>
            </a:r>
            <a:endParaRPr lang="en-US" altLang="ja-JP">
              <a:effectLst>
                <a:outerShdw blurRad="38100" dist="38100" dir="2700000" algn="tl">
                  <a:srgbClr val="000000"/>
                </a:outerShdw>
              </a:effectLst>
              <a:latin typeface="Times New Roman" panose="02020603050405020304" pitchFamily="18" charset="0"/>
              <a:ea typeface="HG丸ｺﾞｼｯｸM-PRO" pitchFamily="50" charset="-128"/>
              <a:cs typeface="Angsana New" pitchFamily="18" charset="-34"/>
            </a:endParaRPr>
          </a:p>
          <a:p>
            <a:pPr eaLnBrk="1" hangingPunct="1"/>
            <a:r>
              <a:rPr lang="en-US" altLang="ja-JP" sz="2200">
                <a:effectLst>
                  <a:outerShdw blurRad="38100" dist="38100" dir="2700000" algn="tl">
                    <a:srgbClr val="000000"/>
                  </a:outerShdw>
                </a:effectLst>
                <a:latin typeface="Times New Roman" panose="02020603050405020304" pitchFamily="18" charset="0"/>
                <a:ea typeface="HG丸ｺﾞｼｯｸM-PRO" pitchFamily="50" charset="-128"/>
                <a:cs typeface="Angsana New" pitchFamily="18" charset="-34"/>
              </a:rPr>
              <a:t>⑧ </a:t>
            </a:r>
            <a:r>
              <a:rPr lang="en-US" altLang="ja-JP" sz="1800">
                <a:effectLst>
                  <a:outerShdw blurRad="38100" dist="38100" dir="2700000" algn="tl">
                    <a:srgbClr val="000000"/>
                  </a:outerShdw>
                </a:effectLst>
                <a:latin typeface="Times New Roman" panose="02020603050405020304" pitchFamily="18" charset="0"/>
                <a:ea typeface="HG丸ｺﾞｼｯｸM-PRO" pitchFamily="50" charset="-128"/>
                <a:cs typeface="Angsana New" pitchFamily="18" charset="-34"/>
              </a:rPr>
              <a:t>Always </a:t>
            </a:r>
            <a:r>
              <a:rPr lang="en-US" altLang="ja-JP" sz="2000">
                <a:effectLst>
                  <a:outerShdw blurRad="38100" dist="38100" dir="2700000" algn="tl">
                    <a:srgbClr val="000000"/>
                  </a:outerShdw>
                </a:effectLst>
                <a:latin typeface="Times New Roman" panose="02020603050405020304" pitchFamily="18" charset="0"/>
                <a:ea typeface="HG丸ｺﾞｼｯｸM-PRO" pitchFamily="50" charset="-128"/>
                <a:cs typeface="Angsana New" pitchFamily="18" charset="-34"/>
              </a:rPr>
              <a:t>s</a:t>
            </a:r>
            <a:r>
              <a:rPr lang="en-US" altLang="ja-JP" sz="1800">
                <a:effectLst>
                  <a:outerShdw blurRad="38100" dist="38100" dir="2700000" algn="tl">
                    <a:srgbClr val="000000"/>
                  </a:outerShdw>
                </a:effectLst>
                <a:latin typeface="Times New Roman" panose="02020603050405020304" pitchFamily="18" charset="0"/>
                <a:ea typeface="HG丸ｺﾞｼｯｸM-PRO" pitchFamily="50" charset="-128"/>
                <a:cs typeface="Angsana New" pitchFamily="18" charset="-34"/>
              </a:rPr>
              <a:t>tudy and improve knowledge for self development. </a:t>
            </a:r>
            <a:endParaRPr lang="en-US" altLang="ja-JP" sz="1600">
              <a:effectLst>
                <a:outerShdw blurRad="38100" dist="38100" dir="2700000" algn="tl">
                  <a:srgbClr val="000000"/>
                </a:outerShdw>
              </a:effectLst>
              <a:latin typeface="Times New Roman" panose="02020603050405020304" pitchFamily="18" charset="0"/>
              <a:ea typeface="HG丸ｺﾞｼｯｸM-PRO" pitchFamily="50" charset="-128"/>
              <a:cs typeface="Angsana New" pitchFamily="18" charset="-34"/>
            </a:endParaRPr>
          </a:p>
          <a:p>
            <a:pPr eaLnBrk="1" hangingPunct="1"/>
            <a:r>
              <a:rPr lang="en-US" altLang="ja-JP" sz="2200">
                <a:effectLst>
                  <a:outerShdw blurRad="38100" dist="38100" dir="2700000" algn="tl">
                    <a:srgbClr val="000000"/>
                  </a:outerShdw>
                </a:effectLst>
                <a:latin typeface="Times New Roman" panose="02020603050405020304" pitchFamily="18" charset="0"/>
                <a:ea typeface="HG丸ｺﾞｼｯｸM-PRO" pitchFamily="50" charset="-128"/>
                <a:cs typeface="Angsana New" pitchFamily="18" charset="-34"/>
              </a:rPr>
              <a:t>⑨</a:t>
            </a:r>
            <a:r>
              <a:rPr lang="en-US" altLang="ja-JP" sz="2400">
                <a:effectLst>
                  <a:outerShdw blurRad="38100" dist="38100" dir="2700000" algn="tl">
                    <a:srgbClr val="000000"/>
                  </a:outerShdw>
                </a:effectLst>
                <a:latin typeface="Times New Roman" panose="02020603050405020304" pitchFamily="18" charset="0"/>
                <a:ea typeface="HG丸ｺﾞｼｯｸM-PRO" pitchFamily="50" charset="-128"/>
                <a:cs typeface="Angsana New" pitchFamily="18" charset="-34"/>
              </a:rPr>
              <a:t> </a:t>
            </a:r>
            <a:r>
              <a:rPr lang="en-US" altLang="ja-JP" sz="1800">
                <a:effectLst>
                  <a:outerShdw blurRad="38100" dist="38100" dir="2700000" algn="tl">
                    <a:srgbClr val="000000"/>
                  </a:outerShdw>
                </a:effectLst>
                <a:latin typeface="Times New Roman" panose="02020603050405020304" pitchFamily="18" charset="0"/>
                <a:ea typeface="HG丸ｺﾞｼｯｸM-PRO" pitchFamily="50" charset="-128"/>
                <a:cs typeface="Angsana New" pitchFamily="18" charset="-34"/>
              </a:rPr>
              <a:t>Carry through what you once started to achieve the target</a:t>
            </a:r>
            <a:endParaRPr lang="en-US" altLang="ja-JP">
              <a:effectLst>
                <a:outerShdw blurRad="38100" dist="38100" dir="2700000" algn="tl">
                  <a:srgbClr val="000000"/>
                </a:outerShdw>
              </a:effectLst>
              <a:latin typeface="Times New Roman" panose="02020603050405020304" pitchFamily="18" charset="0"/>
              <a:ea typeface="HG丸ｺﾞｼｯｸM-PRO" pitchFamily="50" charset="-128"/>
              <a:cs typeface="Angsana New" pitchFamily="18" charset="-34"/>
            </a:endParaRPr>
          </a:p>
          <a:p>
            <a:pPr eaLnBrk="1" hangingPunct="1"/>
            <a:r>
              <a:rPr lang="en-US" altLang="ja-JP" sz="2200">
                <a:effectLst>
                  <a:outerShdw blurRad="38100" dist="38100" dir="2700000" algn="tl">
                    <a:srgbClr val="000000"/>
                  </a:outerShdw>
                </a:effectLst>
                <a:latin typeface="Times New Roman" panose="02020603050405020304" pitchFamily="18" charset="0"/>
                <a:ea typeface="HG丸ｺﾞｼｯｸM-PRO" pitchFamily="50" charset="-128"/>
                <a:cs typeface="Angsana New" pitchFamily="18" charset="-34"/>
              </a:rPr>
              <a:t>⑩</a:t>
            </a:r>
            <a:r>
              <a:rPr lang="en-US" altLang="ja-JP" sz="2400">
                <a:effectLst>
                  <a:outerShdw blurRad="38100" dist="38100" dir="2700000" algn="tl">
                    <a:srgbClr val="000000"/>
                  </a:outerShdw>
                </a:effectLst>
                <a:latin typeface="Times New Roman" panose="02020603050405020304" pitchFamily="18" charset="0"/>
                <a:ea typeface="HG丸ｺﾞｼｯｸM-PRO" pitchFamily="50" charset="-128"/>
                <a:cs typeface="Angsana New" pitchFamily="18" charset="-34"/>
              </a:rPr>
              <a:t> </a:t>
            </a:r>
            <a:r>
              <a:rPr lang="en-US" altLang="ja-JP" sz="1800">
                <a:effectLst>
                  <a:outerShdw blurRad="38100" dist="38100" dir="2700000" algn="tl">
                    <a:srgbClr val="000000"/>
                  </a:outerShdw>
                </a:effectLst>
                <a:latin typeface="Times New Roman" panose="02020603050405020304" pitchFamily="18" charset="0"/>
                <a:ea typeface="HG丸ｺﾞｼｯｸM-PRO" pitchFamily="50" charset="-128"/>
                <a:cs typeface="Angsana New" pitchFamily="18" charset="-34"/>
              </a:rPr>
              <a:t>Completely rotate the circle of PDCA.</a:t>
            </a:r>
            <a:r>
              <a:rPr lang="en-US" altLang="ja-JP">
                <a:effectLst>
                  <a:outerShdw blurRad="38100" dist="38100" dir="2700000" algn="tl">
                    <a:srgbClr val="000000"/>
                  </a:outerShdw>
                </a:effectLst>
                <a:latin typeface="Times New Roman" panose="02020603050405020304" pitchFamily="18" charset="0"/>
                <a:ea typeface="HG丸ｺﾞｼｯｸM-PRO" pitchFamily="50" charset="-128"/>
                <a:cs typeface="Angsana New" pitchFamily="18" charset="-34"/>
              </a:rPr>
              <a:t> </a:t>
            </a:r>
          </a:p>
        </p:txBody>
      </p:sp>
      <p:graphicFrame>
        <p:nvGraphicFramePr>
          <p:cNvPr id="1026" name="Object 2"/>
          <p:cNvGraphicFramePr>
            <a:graphicFrameLocks noChangeAspect="1"/>
          </p:cNvGraphicFramePr>
          <p:nvPr/>
        </p:nvGraphicFramePr>
        <p:xfrm>
          <a:off x="7620000" y="2590800"/>
          <a:ext cx="2057400" cy="1371600"/>
        </p:xfrm>
        <a:graphic>
          <a:graphicData uri="http://schemas.openxmlformats.org/presentationml/2006/ole">
            <mc:AlternateContent xmlns:mc="http://schemas.openxmlformats.org/markup-compatibility/2006">
              <mc:Choice xmlns:v="urn:schemas-microsoft-com:vml" Requires="v">
                <p:oleObj name="ﾋﾞｯﾄﾏｯﾌﾟ ｲﾒｰｼﾞ" r:id="rId3" imgW="4048426" imgH="2114754" progId="Paint.Picture">
                  <p:embed/>
                </p:oleObj>
              </mc:Choice>
              <mc:Fallback>
                <p:oleObj name="ﾋﾞｯﾄﾏｯﾌﾟ ｲﾒｰｼﾞ" r:id="rId3" imgW="4048426" imgH="2114754" progId="Paint.Picture">
                  <p:embed/>
                  <p:pic>
                    <p:nvPicPr>
                      <p:cNvPr id="0" name="Object 2"/>
                      <p:cNvPicPr>
                        <a:picLocks noChangeAspect="1" noChangeArrowheads="1"/>
                      </p:cNvPicPr>
                      <p:nvPr/>
                    </p:nvPicPr>
                    <p:blipFill>
                      <a:blip r:embed="rId4">
                        <a:lum bright="12000" contrast="18000"/>
                        <a:extLst>
                          <a:ext uri="{28A0092B-C50C-407E-A947-70E740481C1C}">
                            <a14:useLocalDpi xmlns:a14="http://schemas.microsoft.com/office/drawing/2010/main" val="0"/>
                          </a:ext>
                        </a:extLst>
                      </a:blip>
                      <a:srcRect/>
                      <a:stretch>
                        <a:fillRect/>
                      </a:stretch>
                    </p:blipFill>
                    <p:spPr bwMode="auto">
                      <a:xfrm>
                        <a:off x="7620000" y="2590800"/>
                        <a:ext cx="20574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7" name="Object 3"/>
          <p:cNvGraphicFramePr>
            <a:graphicFrameLocks noChangeAspect="1"/>
          </p:cNvGraphicFramePr>
          <p:nvPr/>
        </p:nvGraphicFramePr>
        <p:xfrm>
          <a:off x="7689850" y="4724400"/>
          <a:ext cx="1984375" cy="1830388"/>
        </p:xfrm>
        <a:graphic>
          <a:graphicData uri="http://schemas.openxmlformats.org/presentationml/2006/ole">
            <mc:AlternateContent xmlns:mc="http://schemas.openxmlformats.org/markup-compatibility/2006">
              <mc:Choice xmlns:v="urn:schemas-microsoft-com:vml" Requires="v">
                <p:oleObj name="ﾋﾞｯﾄﾏｯﾌﾟ ｲﾒｰｼﾞ" r:id="rId5" imgW="3333693" imgH="2228525" progId="Paint.Picture">
                  <p:embed/>
                </p:oleObj>
              </mc:Choice>
              <mc:Fallback>
                <p:oleObj name="ﾋﾞｯﾄﾏｯﾌﾟ ｲﾒｰｼﾞ" r:id="rId5" imgW="3333693" imgH="2228525" progId="Paint.Picture">
                  <p:embed/>
                  <p:pic>
                    <p:nvPicPr>
                      <p:cNvPr id="0" name="Object 3"/>
                      <p:cNvPicPr>
                        <a:picLocks noChangeAspect="1" noChangeArrowheads="1"/>
                      </p:cNvPicPr>
                      <p:nvPr/>
                    </p:nvPicPr>
                    <p:blipFill>
                      <a:blip r:embed="rId6">
                        <a:lum bright="12000" contrast="18000"/>
                        <a:extLst>
                          <a:ext uri="{28A0092B-C50C-407E-A947-70E740481C1C}">
                            <a14:useLocalDpi xmlns:a14="http://schemas.microsoft.com/office/drawing/2010/main" val="0"/>
                          </a:ext>
                        </a:extLst>
                      </a:blip>
                      <a:srcRect/>
                      <a:stretch>
                        <a:fillRect/>
                      </a:stretch>
                    </p:blipFill>
                    <p:spPr bwMode="auto">
                      <a:xfrm>
                        <a:off x="7689850" y="4724400"/>
                        <a:ext cx="1984375" cy="1830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8211" name="AutoShape 3"/>
          <p:cNvSpPr>
            <a:spLocks noChangeArrowheads="1"/>
          </p:cNvSpPr>
          <p:nvPr/>
        </p:nvSpPr>
        <p:spPr bwMode="auto">
          <a:xfrm>
            <a:off x="1219200" y="76200"/>
            <a:ext cx="7391400" cy="533400"/>
          </a:xfrm>
          <a:prstGeom prst="roundRect">
            <a:avLst>
              <a:gd name="adj" fmla="val 16667"/>
            </a:avLst>
          </a:prstGeom>
          <a:solidFill>
            <a:srgbClr val="008000"/>
          </a:solidFill>
          <a:ln w="9525">
            <a:solidFill>
              <a:schemeClr val="tx1"/>
            </a:solidFill>
            <a:round/>
            <a:headEnd/>
            <a:tailEnd/>
          </a:ln>
          <a:effectLst>
            <a:outerShdw blurRad="63500" dist="107763" dir="2700000" algn="ctr" rotWithShape="0">
              <a:schemeClr val="bg2">
                <a:alpha val="74998"/>
              </a:schemeClr>
            </a:outerShdw>
          </a:effectLst>
        </p:spPr>
        <p:txBody>
          <a:bodyPr wrap="none" anchor="ctr"/>
          <a:lstStyle/>
          <a:p>
            <a:pPr algn="ctr">
              <a:defRPr/>
            </a:pPr>
            <a:r>
              <a:rPr lang="en-US" altLang="ja-JP" sz="2400">
                <a:effectLst>
                  <a:outerShdw blurRad="38100" dist="38100" dir="2700000" algn="tl">
                    <a:srgbClr val="000000"/>
                  </a:outerShdw>
                </a:effectLst>
                <a:latin typeface="Times New Roman" pitchFamily="18" charset="0"/>
                <a:ea typeface="イワタ中丸ゴシック体(GT)" charset="-128"/>
              </a:rPr>
              <a:t>Basic steps of QC story and problem solving steps</a:t>
            </a:r>
            <a:r>
              <a:rPr lang="en-US" altLang="ja-JP" sz="2400">
                <a:effectLst>
                  <a:outerShdw blurRad="38100" dist="38100" dir="2700000" algn="tl">
                    <a:srgbClr val="000000"/>
                  </a:outerShdw>
                </a:effectLst>
                <a:ea typeface="イワタ中丸ゴシック体(GT)" charset="-128"/>
              </a:rPr>
              <a:t>.</a:t>
            </a:r>
            <a:r>
              <a:rPr lang="en-US" altLang="ja-JP">
                <a:effectLst>
                  <a:outerShdw blurRad="38100" dist="38100" dir="2700000" algn="tl">
                    <a:srgbClr val="000000"/>
                  </a:outerShdw>
                </a:effectLst>
                <a:ea typeface="イワタ中丸ゴシック体(GT)" charset="-128"/>
              </a:rPr>
              <a:t> </a:t>
            </a:r>
          </a:p>
        </p:txBody>
      </p:sp>
      <p:sp>
        <p:nvSpPr>
          <p:cNvPr id="478282" name="AutoShape 74"/>
          <p:cNvSpPr>
            <a:spLocks noChangeArrowheads="1"/>
          </p:cNvSpPr>
          <p:nvPr/>
        </p:nvSpPr>
        <p:spPr bwMode="auto">
          <a:xfrm>
            <a:off x="200025" y="981075"/>
            <a:ext cx="9577388" cy="5472113"/>
          </a:xfrm>
          <a:prstGeom prst="roundRect">
            <a:avLst>
              <a:gd name="adj" fmla="val 4523"/>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sp>
        <p:nvSpPr>
          <p:cNvPr id="478284" name="Rectangle 76"/>
          <p:cNvSpPr>
            <a:spLocks noChangeArrowheads="1"/>
          </p:cNvSpPr>
          <p:nvPr/>
        </p:nvSpPr>
        <p:spPr bwMode="auto">
          <a:xfrm>
            <a:off x="849313" y="2781300"/>
            <a:ext cx="4175125" cy="2663825"/>
          </a:xfrm>
          <a:prstGeom prst="rect">
            <a:avLst/>
          </a:prstGeom>
          <a:noFill/>
          <a:ln w="44450">
            <a:solidFill>
              <a:srgbClr val="FF00FF"/>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defRPr/>
            </a:pPr>
            <a:endParaRPr lang="en-US">
              <a:effectLst>
                <a:outerShdw blurRad="38100" dist="38100" dir="2700000" algn="tl">
                  <a:srgbClr val="000000"/>
                </a:outerShdw>
              </a:effectLst>
            </a:endParaRPr>
          </a:p>
        </p:txBody>
      </p:sp>
      <p:sp>
        <p:nvSpPr>
          <p:cNvPr id="478285" name="Line 77"/>
          <p:cNvSpPr>
            <a:spLocks noChangeShapeType="1"/>
          </p:cNvSpPr>
          <p:nvPr/>
        </p:nvSpPr>
        <p:spPr bwMode="auto">
          <a:xfrm flipV="1">
            <a:off x="5313363" y="4149725"/>
            <a:ext cx="736600" cy="6350"/>
          </a:xfrm>
          <a:prstGeom prst="line">
            <a:avLst/>
          </a:prstGeom>
          <a:noFill/>
          <a:ln w="31750">
            <a:solidFill>
              <a:srgbClr val="FF00FF"/>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ms-MY"/>
          </a:p>
        </p:txBody>
      </p:sp>
      <p:grpSp>
        <p:nvGrpSpPr>
          <p:cNvPr id="26630" name="Group 72"/>
          <p:cNvGrpSpPr>
            <a:grpSpLocks/>
          </p:cNvGrpSpPr>
          <p:nvPr/>
        </p:nvGrpSpPr>
        <p:grpSpPr bwMode="auto">
          <a:xfrm>
            <a:off x="22225" y="749300"/>
            <a:ext cx="4702175" cy="519113"/>
            <a:chOff x="14" y="480"/>
            <a:chExt cx="2962" cy="327"/>
          </a:xfrm>
        </p:grpSpPr>
        <p:sp>
          <p:nvSpPr>
            <p:cNvPr id="478278" name="AutoShape 70"/>
            <p:cNvSpPr>
              <a:spLocks noChangeArrowheads="1"/>
            </p:cNvSpPr>
            <p:nvPr/>
          </p:nvSpPr>
          <p:spPr bwMode="auto">
            <a:xfrm>
              <a:off x="68" y="486"/>
              <a:ext cx="2908" cy="288"/>
            </a:xfrm>
            <a:prstGeom prst="roundRect">
              <a:avLst>
                <a:gd name="adj" fmla="val 22917"/>
              </a:avLst>
            </a:prstGeom>
            <a:solidFill>
              <a:srgbClr val="008000"/>
            </a:solidFill>
            <a:ln w="9525">
              <a:solidFill>
                <a:schemeClr val="tx1"/>
              </a:solidFill>
              <a:round/>
              <a:headEnd/>
              <a:tailEnd/>
            </a:ln>
            <a:effectLst>
              <a:outerShdw blurRad="63500" dist="107763" dir="2700000" algn="ctr" rotWithShape="0">
                <a:schemeClr val="bg2">
                  <a:alpha val="74998"/>
                </a:schemeClr>
              </a:outerShdw>
            </a:effectLst>
          </p:spPr>
          <p:txBody>
            <a:bodyPr wrap="none" lIns="1062000" rIns="1242000" anchor="ctr"/>
            <a:lstStyle/>
            <a:p>
              <a:pPr>
                <a:defRPr/>
              </a:pPr>
              <a:endParaRPr lang="en-US">
                <a:effectLst>
                  <a:outerShdw blurRad="38100" dist="38100" dir="2700000" algn="tl">
                    <a:srgbClr val="000000"/>
                  </a:outerShdw>
                </a:effectLst>
              </a:endParaRPr>
            </a:p>
          </p:txBody>
        </p:sp>
        <p:sp>
          <p:nvSpPr>
            <p:cNvPr id="478279" name="Text Box 71"/>
            <p:cNvSpPr txBox="1">
              <a:spLocks noChangeArrowheads="1"/>
            </p:cNvSpPr>
            <p:nvPr/>
          </p:nvSpPr>
          <p:spPr bwMode="auto">
            <a:xfrm>
              <a:off x="14" y="480"/>
              <a:ext cx="2866" cy="327"/>
            </a:xfrm>
            <a:prstGeom prst="rect">
              <a:avLst/>
            </a:prstGeom>
            <a:noFill/>
            <a:ln w="9525">
              <a:noFill/>
              <a:miter lim="800000"/>
              <a:headEnd/>
              <a:tailEnd/>
            </a:ln>
            <a:effectLst/>
          </p:spPr>
          <p:txBody>
            <a:bodyPr lIns="36000" rIns="36000">
              <a:spAutoFit/>
            </a:bodyPr>
            <a:lstStyle/>
            <a:p>
              <a:pPr algn="ctr">
                <a:spcBef>
                  <a:spcPct val="50000"/>
                </a:spcBef>
                <a:defRPr/>
              </a:pPr>
              <a:r>
                <a:rPr lang="en-US" altLang="ja-JP">
                  <a:effectLst>
                    <a:outerShdw blurRad="38100" dist="38100" dir="2700000" algn="tl">
                      <a:srgbClr val="000000"/>
                    </a:outerShdw>
                  </a:effectLst>
                  <a:latin typeface="Times New Roman" pitchFamily="18" charset="0"/>
                  <a:ea typeface="イワタ中丸ゴシック体(GT)" charset="-128"/>
                  <a:cs typeface="Angsana New" pitchFamily="18" charset="-34"/>
                </a:rPr>
                <a:t>(1) </a:t>
              </a:r>
              <a:r>
                <a:rPr lang="en-US" altLang="ja-JP" sz="1800">
                  <a:effectLst>
                    <a:outerShdw blurRad="38100" dist="38100" dir="2700000" algn="tl">
                      <a:srgbClr val="000000"/>
                    </a:outerShdw>
                  </a:effectLst>
                  <a:latin typeface="Times New Roman" pitchFamily="18" charset="0"/>
                  <a:ea typeface="イワタ中丸ゴシック体(GT)" charset="-128"/>
                  <a:cs typeface="Angsana New" pitchFamily="18" charset="-34"/>
                </a:rPr>
                <a:t>Basic step of QC story</a:t>
              </a:r>
              <a:r>
                <a:rPr lang="en-US" altLang="ja-JP">
                  <a:effectLst>
                    <a:outerShdw blurRad="38100" dist="38100" dir="2700000" algn="tl">
                      <a:srgbClr val="000000"/>
                    </a:outerShdw>
                  </a:effectLst>
                  <a:ea typeface="イワタ中丸ゴシック体(GT)" charset="-128"/>
                  <a:cs typeface="Angsana New" pitchFamily="18" charset="-34"/>
                </a:rPr>
                <a:t> </a:t>
              </a:r>
            </a:p>
          </p:txBody>
        </p:sp>
      </p:grpSp>
      <p:sp>
        <p:nvSpPr>
          <p:cNvPr id="478298" name="Text Box 90"/>
          <p:cNvSpPr txBox="1">
            <a:spLocks noChangeArrowheads="1"/>
          </p:cNvSpPr>
          <p:nvPr/>
        </p:nvSpPr>
        <p:spPr bwMode="auto">
          <a:xfrm>
            <a:off x="560388" y="5445125"/>
            <a:ext cx="9072562" cy="581025"/>
          </a:xfrm>
          <a:prstGeom prst="rect">
            <a:avLst/>
          </a:prstGeom>
          <a:noFill/>
          <a:ln w="9525">
            <a:noFill/>
            <a:miter lim="800000"/>
            <a:headEnd/>
            <a:tailEnd/>
          </a:ln>
          <a:effectLst/>
        </p:spPr>
        <p:txBody>
          <a:bodyPr lIns="0" rIns="0">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600">
                <a:solidFill>
                  <a:srgbClr val="FFFF00"/>
                </a:solidFill>
                <a:effectLst>
                  <a:outerShdw blurRad="38100" dist="38100" dir="2700000" algn="tl">
                    <a:srgbClr val="000000"/>
                  </a:outerShdw>
                </a:effectLst>
                <a:latin typeface="Times New Roman" panose="02020603050405020304" pitchFamily="18" charset="0"/>
                <a:ea typeface="HG丸ｺﾞｼｯｸM-PRO" pitchFamily="50" charset="-128"/>
                <a:cs typeface="Angsana New" pitchFamily="18" charset="-34"/>
              </a:rPr>
              <a:t>⑪</a:t>
            </a:r>
            <a:r>
              <a:rPr lang="en-US" altLang="ja-JP" sz="1600">
                <a:solidFill>
                  <a:schemeClr val="folHlink"/>
                </a:solidFill>
                <a:effectLst>
                  <a:outerShdw blurRad="38100" dist="38100" dir="2700000" algn="tl">
                    <a:srgbClr val="000000"/>
                  </a:outerShdw>
                </a:effectLst>
                <a:latin typeface="Times New Roman" panose="02020603050405020304" pitchFamily="18" charset="0"/>
                <a:ea typeface="HG丸ｺﾞｼｯｸM-PRO" pitchFamily="50" charset="-128"/>
                <a:cs typeface="Angsana New" pitchFamily="18" charset="-34"/>
              </a:rPr>
              <a:t>  Reflection and future plan</a:t>
            </a:r>
            <a:r>
              <a:rPr lang="th-TH" altLang="ja-JP" sz="1600">
                <a:solidFill>
                  <a:schemeClr val="folHlink"/>
                </a:solidFill>
                <a:effectLst>
                  <a:outerShdw blurRad="38100" dist="38100" dir="2700000" algn="tl">
                    <a:srgbClr val="000000"/>
                  </a:outerShdw>
                </a:effectLst>
                <a:latin typeface="Times New Roman" panose="02020603050405020304" pitchFamily="18" charset="0"/>
                <a:ea typeface="HG丸ｺﾞｼｯｸM-PRO" pitchFamily="50" charset="-128"/>
                <a:cs typeface="Angsana New" pitchFamily="18" charset="-34"/>
              </a:rPr>
              <a:t> </a:t>
            </a:r>
            <a:r>
              <a:rPr lang="th-TH" altLang="ja-JP" sz="1600">
                <a:effectLst>
                  <a:outerShdw blurRad="38100" dist="38100" dir="2700000" algn="tl">
                    <a:srgbClr val="000000"/>
                  </a:outerShdw>
                </a:effectLst>
                <a:latin typeface="Times New Roman" panose="02020603050405020304" pitchFamily="18" charset="0"/>
                <a:ea typeface="HG丸ｺﾞｼｯｸM-PRO" pitchFamily="50" charset="-128"/>
                <a:cs typeface="Angsana New" pitchFamily="18" charset="-34"/>
              </a:rPr>
              <a:t>.............</a:t>
            </a:r>
            <a:r>
              <a:rPr lang="en-US" altLang="ja-JP" sz="1600">
                <a:effectLst>
                  <a:outerShdw blurRad="38100" dist="38100" dir="2700000" algn="tl">
                    <a:srgbClr val="000000"/>
                  </a:outerShdw>
                </a:effectLst>
                <a:latin typeface="Times New Roman" panose="02020603050405020304" pitchFamily="18" charset="0"/>
                <a:ea typeface="HG丸ｺﾞｼｯｸM-PRO" pitchFamily="50" charset="-128"/>
                <a:cs typeface="Angsana New" pitchFamily="18" charset="-34"/>
              </a:rPr>
              <a:t>.............</a:t>
            </a:r>
            <a:r>
              <a:rPr lang="ja-JP" altLang="th-TH" sz="1600">
                <a:effectLst>
                  <a:outerShdw blurRad="38100" dist="38100" dir="2700000" algn="tl">
                    <a:srgbClr val="000000"/>
                  </a:outerShdw>
                </a:effectLst>
                <a:latin typeface="Times New Roman" panose="02020603050405020304" pitchFamily="18" charset="0"/>
                <a:ea typeface="HG丸ｺﾞｼｯｸM-PRO" pitchFamily="50" charset="-128"/>
                <a:cs typeface="Angsana New" pitchFamily="18" charset="-34"/>
              </a:rPr>
              <a:t>            </a:t>
            </a:r>
            <a:r>
              <a:rPr lang="th-TH" altLang="ja-JP" sz="1600">
                <a:effectLst>
                  <a:outerShdw blurRad="38100" dist="38100" dir="2700000" algn="tl">
                    <a:srgbClr val="000000"/>
                  </a:outerShdw>
                </a:effectLst>
                <a:latin typeface="Times New Roman" panose="02020603050405020304" pitchFamily="18" charset="0"/>
                <a:ea typeface="HG丸ｺﾞｼｯｸM-PRO" pitchFamily="50" charset="-128"/>
                <a:cs typeface="Angsana New" pitchFamily="18" charset="-34"/>
              </a:rPr>
              <a:t>Reflect the finished activiy but there still </a:t>
            </a:r>
          </a:p>
          <a:p>
            <a:pPr eaLnBrk="1" hangingPunct="1"/>
            <a:r>
              <a:rPr lang="th-TH" altLang="ja-JP" sz="1600">
                <a:effectLst>
                  <a:outerShdw blurRad="38100" dist="38100" dir="2700000" algn="tl">
                    <a:srgbClr val="000000"/>
                  </a:outerShdw>
                </a:effectLst>
                <a:latin typeface="Times New Roman" panose="02020603050405020304" pitchFamily="18" charset="0"/>
                <a:ea typeface="HG丸ｺﾞｼｯｸM-PRO" pitchFamily="50" charset="-128"/>
                <a:cs typeface="Angsana New" pitchFamily="18" charset="-34"/>
              </a:rPr>
              <a:t>                                                                                          remains a problem for activity in the future.</a:t>
            </a:r>
            <a:endParaRPr lang="en-US" altLang="ja-JP" sz="1600">
              <a:effectLst>
                <a:outerShdw blurRad="38100" dist="38100" dir="2700000" algn="tl">
                  <a:srgbClr val="000000"/>
                </a:outerShdw>
              </a:effectLst>
              <a:latin typeface="Times New Roman" panose="02020603050405020304" pitchFamily="18" charset="0"/>
              <a:ea typeface="HG丸ｺﾞｼｯｸM-PRO" pitchFamily="50" charset="-128"/>
              <a:cs typeface="Angsana New" pitchFamily="18" charset="-34"/>
            </a:endParaRPr>
          </a:p>
        </p:txBody>
      </p:sp>
      <p:sp>
        <p:nvSpPr>
          <p:cNvPr id="478299" name="Text Box 91"/>
          <p:cNvSpPr txBox="1">
            <a:spLocks noChangeArrowheads="1"/>
          </p:cNvSpPr>
          <p:nvPr/>
        </p:nvSpPr>
        <p:spPr bwMode="auto">
          <a:xfrm>
            <a:off x="560388" y="1557338"/>
            <a:ext cx="6769100" cy="336550"/>
          </a:xfrm>
          <a:prstGeom prst="rect">
            <a:avLst/>
          </a:prstGeom>
          <a:noFill/>
          <a:ln w="9525">
            <a:noFill/>
            <a:miter lim="800000"/>
            <a:headEnd/>
            <a:tailEnd/>
          </a:ln>
          <a:effectLst/>
        </p:spPr>
        <p:txBody>
          <a:bodyPr lIns="0" rIns="0">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en-US" altLang="ja-JP" sz="1600">
                <a:solidFill>
                  <a:srgbClr val="FFFF00"/>
                </a:solidFill>
                <a:effectLst>
                  <a:outerShdw blurRad="38100" dist="38100" dir="2700000" algn="tl">
                    <a:srgbClr val="000000"/>
                  </a:outerShdw>
                </a:effectLst>
                <a:latin typeface="Times New Roman" panose="02020603050405020304" pitchFamily="18" charset="0"/>
                <a:cs typeface="Angsana New" pitchFamily="18" charset="-34"/>
              </a:rPr>
              <a:t>① </a:t>
            </a:r>
            <a:r>
              <a:rPr lang="en-US" altLang="ja-JP" sz="1600">
                <a:solidFill>
                  <a:schemeClr val="folHlink"/>
                </a:solidFill>
                <a:effectLst>
                  <a:outerShdw blurRad="38100" dist="38100" dir="2700000" algn="tl">
                    <a:srgbClr val="000000"/>
                  </a:outerShdw>
                </a:effectLst>
                <a:latin typeface="Times New Roman" panose="02020603050405020304" pitchFamily="18" charset="0"/>
                <a:cs typeface="Angsana New" pitchFamily="18" charset="-34"/>
              </a:rPr>
              <a:t>Introduction</a:t>
            </a:r>
            <a:r>
              <a:rPr lang="th-TH" altLang="ja-JP" sz="1600">
                <a:effectLst>
                  <a:outerShdw blurRad="38100" dist="38100" dir="2700000" algn="tl">
                    <a:srgbClr val="000000"/>
                  </a:outerShdw>
                </a:effectLst>
                <a:latin typeface="Times New Roman" panose="02020603050405020304" pitchFamily="18" charset="0"/>
                <a:cs typeface="Angsana New" pitchFamily="18" charset="-34"/>
              </a:rPr>
              <a:t>.................... </a:t>
            </a:r>
            <a:r>
              <a:rPr lang="en-US" altLang="ja-JP" sz="1600">
                <a:effectLst>
                  <a:outerShdw blurRad="38100" dist="38100" dir="2700000" algn="tl">
                    <a:srgbClr val="000000"/>
                  </a:outerShdw>
                </a:effectLst>
                <a:latin typeface="Times New Roman" panose="02020603050405020304" pitchFamily="18" charset="0"/>
                <a:cs typeface="Angsana New" pitchFamily="18" charset="-34"/>
              </a:rPr>
              <a:t>such as introduction of the company </a:t>
            </a:r>
            <a:endParaRPr lang="th-TH" altLang="ms-MY" sz="1600">
              <a:effectLst>
                <a:outerShdw blurRad="38100" dist="38100" dir="2700000" algn="tl">
                  <a:srgbClr val="000000"/>
                </a:outerShdw>
              </a:effectLst>
              <a:latin typeface="Times New Roman" panose="02020603050405020304" pitchFamily="18" charset="0"/>
              <a:cs typeface="Angsana New" pitchFamily="18" charset="-34"/>
            </a:endParaRPr>
          </a:p>
        </p:txBody>
      </p:sp>
      <p:sp>
        <p:nvSpPr>
          <p:cNvPr id="478300" name="Text Box 92"/>
          <p:cNvSpPr txBox="1">
            <a:spLocks noChangeArrowheads="1"/>
          </p:cNvSpPr>
          <p:nvPr/>
        </p:nvSpPr>
        <p:spPr bwMode="auto">
          <a:xfrm>
            <a:off x="560388" y="1916113"/>
            <a:ext cx="7272337" cy="336550"/>
          </a:xfrm>
          <a:prstGeom prst="rect">
            <a:avLst/>
          </a:prstGeom>
          <a:noFill/>
          <a:ln w="9525">
            <a:noFill/>
            <a:miter lim="800000"/>
            <a:headEnd/>
            <a:tailEnd/>
          </a:ln>
          <a:effectLst/>
        </p:spPr>
        <p:txBody>
          <a:bodyPr lIns="0" rIns="0">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en-US" altLang="ja-JP" sz="1600">
                <a:solidFill>
                  <a:srgbClr val="FFFF00"/>
                </a:solidFill>
                <a:effectLst>
                  <a:outerShdw blurRad="38100" dist="38100" dir="2700000" algn="tl">
                    <a:srgbClr val="000000"/>
                  </a:outerShdw>
                </a:effectLst>
                <a:latin typeface="Times New Roman" panose="02020603050405020304" pitchFamily="18" charset="0"/>
                <a:cs typeface="Angsana New" pitchFamily="18" charset="-34"/>
              </a:rPr>
              <a:t>② </a:t>
            </a:r>
            <a:r>
              <a:rPr lang="en-US" altLang="ja-JP" sz="1600">
                <a:solidFill>
                  <a:schemeClr val="folHlink"/>
                </a:solidFill>
                <a:effectLst>
                  <a:outerShdw blurRad="38100" dist="38100" dir="2700000" algn="tl">
                    <a:srgbClr val="000000"/>
                  </a:outerShdw>
                </a:effectLst>
                <a:latin typeface="Times New Roman" panose="02020603050405020304" pitchFamily="18" charset="0"/>
                <a:cs typeface="Angsana New" pitchFamily="18" charset="-34"/>
              </a:rPr>
              <a:t>QC circle overview</a:t>
            </a:r>
            <a:r>
              <a:rPr lang="th-TH" altLang="ja-JP" sz="1600">
                <a:effectLst>
                  <a:outerShdw blurRad="38100" dist="38100" dir="2700000" algn="tl">
                    <a:srgbClr val="000000"/>
                  </a:outerShdw>
                </a:effectLst>
                <a:latin typeface="Times New Roman" panose="02020603050405020304" pitchFamily="18" charset="0"/>
                <a:cs typeface="Angsana New" pitchFamily="18" charset="-34"/>
              </a:rPr>
              <a:t>.................</a:t>
            </a:r>
            <a:r>
              <a:rPr lang="en-US" altLang="ja-JP" sz="1600">
                <a:effectLst>
                  <a:outerShdw blurRad="38100" dist="38100" dir="2700000" algn="tl">
                    <a:srgbClr val="000000"/>
                  </a:outerShdw>
                </a:effectLst>
                <a:latin typeface="Times New Roman" panose="02020603050405020304" pitchFamily="18" charset="0"/>
                <a:cs typeface="Angsana New" pitchFamily="18" charset="-34"/>
              </a:rPr>
              <a:t>such as introduction of circle members </a:t>
            </a:r>
          </a:p>
        </p:txBody>
      </p:sp>
      <p:sp>
        <p:nvSpPr>
          <p:cNvPr id="478301" name="Text Box 93"/>
          <p:cNvSpPr txBox="1">
            <a:spLocks noChangeArrowheads="1"/>
          </p:cNvSpPr>
          <p:nvPr/>
        </p:nvSpPr>
        <p:spPr bwMode="auto">
          <a:xfrm>
            <a:off x="560388" y="2276475"/>
            <a:ext cx="7127875" cy="336550"/>
          </a:xfrm>
          <a:prstGeom prst="rect">
            <a:avLst/>
          </a:prstGeom>
          <a:noFill/>
          <a:ln w="9525">
            <a:noFill/>
            <a:miter lim="800000"/>
            <a:headEnd/>
            <a:tailEnd/>
          </a:ln>
          <a:effectLst/>
        </p:spPr>
        <p:txBody>
          <a:bodyPr lIns="0" rIns="0">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en-US" altLang="ja-JP" sz="1600">
                <a:solidFill>
                  <a:srgbClr val="FFFF00"/>
                </a:solidFill>
                <a:effectLst>
                  <a:outerShdw blurRad="38100" dist="38100" dir="2700000" algn="tl">
                    <a:srgbClr val="000000"/>
                  </a:outerShdw>
                </a:effectLst>
                <a:latin typeface="Times New Roman" panose="02020603050405020304" pitchFamily="18" charset="0"/>
                <a:cs typeface="Angsana New" pitchFamily="18" charset="-34"/>
              </a:rPr>
              <a:t>③ </a:t>
            </a:r>
            <a:r>
              <a:rPr lang="en-US" altLang="ja-JP" sz="1600">
                <a:solidFill>
                  <a:schemeClr val="folHlink"/>
                </a:solidFill>
                <a:effectLst>
                  <a:outerShdw blurRad="38100" dist="38100" dir="2700000" algn="tl">
                    <a:srgbClr val="000000"/>
                  </a:outerShdw>
                </a:effectLst>
                <a:latin typeface="Times New Roman" panose="02020603050405020304" pitchFamily="18" charset="0"/>
              </a:rPr>
              <a:t>Process </a:t>
            </a:r>
            <a:r>
              <a:rPr lang="th-TH" altLang="ja-JP" sz="1600">
                <a:solidFill>
                  <a:schemeClr val="folHlink"/>
                </a:solidFill>
                <a:effectLst>
                  <a:outerShdw blurRad="38100" dist="38100" dir="2700000" algn="tl">
                    <a:srgbClr val="000000"/>
                  </a:outerShdw>
                </a:effectLst>
                <a:latin typeface="Times New Roman" panose="02020603050405020304" pitchFamily="18" charset="0"/>
              </a:rPr>
              <a:t> </a:t>
            </a:r>
            <a:r>
              <a:rPr lang="en-US" altLang="ja-JP" sz="1600">
                <a:solidFill>
                  <a:schemeClr val="folHlink"/>
                </a:solidFill>
                <a:effectLst>
                  <a:outerShdw blurRad="38100" dist="38100" dir="2700000" algn="tl">
                    <a:srgbClr val="000000"/>
                  </a:outerShdw>
                </a:effectLst>
                <a:latin typeface="Times New Roman" panose="02020603050405020304" pitchFamily="18" charset="0"/>
              </a:rPr>
              <a:t>overview</a:t>
            </a:r>
            <a:r>
              <a:rPr lang="th-TH" altLang="ja-JP" sz="1600">
                <a:latin typeface="Times New Roman" panose="02020603050405020304" pitchFamily="18" charset="0"/>
              </a:rPr>
              <a:t>...............</a:t>
            </a:r>
            <a:r>
              <a:rPr lang="en-US" altLang="ja-JP" sz="1600">
                <a:latin typeface="Times New Roman" panose="02020603050405020304" pitchFamily="18" charset="0"/>
              </a:rPr>
              <a:t>overview process related to the theme</a:t>
            </a:r>
            <a:r>
              <a:rPr lang="en-US" altLang="ja-JP" sz="1600">
                <a:effectLst>
                  <a:outerShdw blurRad="38100" dist="38100" dir="2700000" algn="tl">
                    <a:srgbClr val="000000"/>
                  </a:outerShdw>
                </a:effectLst>
                <a:latin typeface="Times New Roman" panose="02020603050405020304" pitchFamily="18" charset="0"/>
              </a:rPr>
              <a:t> </a:t>
            </a:r>
          </a:p>
        </p:txBody>
      </p:sp>
      <p:sp>
        <p:nvSpPr>
          <p:cNvPr id="478302" name="Text Box 94"/>
          <p:cNvSpPr txBox="1">
            <a:spLocks noChangeArrowheads="1"/>
          </p:cNvSpPr>
          <p:nvPr/>
        </p:nvSpPr>
        <p:spPr bwMode="auto">
          <a:xfrm>
            <a:off x="488950" y="2708275"/>
            <a:ext cx="4392613" cy="336550"/>
          </a:xfrm>
          <a:prstGeom prst="rect">
            <a:avLst/>
          </a:prstGeom>
          <a:noFill/>
          <a:ln w="9525">
            <a:noFill/>
            <a:miter lim="800000"/>
            <a:headEnd/>
            <a:tailEnd/>
          </a:ln>
          <a:effectLst/>
        </p:spPr>
        <p:txBody>
          <a:bodyPr lIns="0" rIns="1242000">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en-US" altLang="ja-JP" sz="1600">
                <a:solidFill>
                  <a:srgbClr val="FFFF00"/>
                </a:solidFill>
                <a:latin typeface="Times New Roman" panose="02020603050405020304" pitchFamily="18" charset="0"/>
                <a:cs typeface="Angsana New" pitchFamily="18" charset="-34"/>
              </a:rPr>
              <a:t> </a:t>
            </a:r>
            <a:r>
              <a:rPr lang="en-US" altLang="ja-JP" sz="1600">
                <a:solidFill>
                  <a:srgbClr val="FFFF00"/>
                </a:solidFill>
                <a:effectLst>
                  <a:outerShdw blurRad="38100" dist="38100" dir="2700000" algn="tl">
                    <a:srgbClr val="000000"/>
                  </a:outerShdw>
                </a:effectLst>
                <a:latin typeface="Times New Roman" panose="02020603050405020304" pitchFamily="18" charset="0"/>
                <a:cs typeface="Angsana New" pitchFamily="18" charset="-34"/>
              </a:rPr>
              <a:t>④  </a:t>
            </a:r>
            <a:r>
              <a:rPr lang="en-US" altLang="ja-JP" sz="1600">
                <a:solidFill>
                  <a:schemeClr val="folHlink"/>
                </a:solidFill>
                <a:effectLst>
                  <a:outerShdw blurRad="38100" dist="38100" dir="2700000" algn="tl">
                    <a:srgbClr val="000000"/>
                  </a:outerShdw>
                </a:effectLst>
                <a:latin typeface="Times New Roman" panose="02020603050405020304" pitchFamily="18" charset="0"/>
              </a:rPr>
              <a:t>Select a theme</a:t>
            </a:r>
            <a:r>
              <a:rPr lang="en-US" altLang="ja-JP" sz="1600">
                <a:effectLst>
                  <a:outerShdw blurRad="38100" dist="38100" dir="2700000" algn="tl">
                    <a:srgbClr val="000000"/>
                  </a:outerShdw>
                </a:effectLst>
                <a:latin typeface="Times New Roman" panose="02020603050405020304" pitchFamily="18" charset="0"/>
              </a:rPr>
              <a:t> </a:t>
            </a:r>
          </a:p>
        </p:txBody>
      </p:sp>
      <p:sp>
        <p:nvSpPr>
          <p:cNvPr id="478303" name="Text Box 95"/>
          <p:cNvSpPr txBox="1">
            <a:spLocks noChangeArrowheads="1"/>
          </p:cNvSpPr>
          <p:nvPr/>
        </p:nvSpPr>
        <p:spPr bwMode="auto">
          <a:xfrm>
            <a:off x="273050" y="1236663"/>
            <a:ext cx="3663950" cy="396875"/>
          </a:xfrm>
          <a:prstGeom prst="rect">
            <a:avLst/>
          </a:prstGeom>
          <a:noFill/>
          <a:ln w="9525">
            <a:noFill/>
            <a:miter lim="800000"/>
            <a:headEnd/>
            <a:tailEnd/>
          </a:ln>
          <a:effectLst/>
        </p:spPr>
        <p:txBody>
          <a:bodyPr lIns="0" rIns="1242000">
            <a:spAutoFit/>
          </a:bodyPr>
          <a:lstStyle/>
          <a:p>
            <a:pPr>
              <a:spcBef>
                <a:spcPct val="50000"/>
              </a:spcBef>
              <a:defRPr/>
            </a:pPr>
            <a:r>
              <a:rPr lang="en-US" altLang="ja-JP" sz="2000">
                <a:effectLst>
                  <a:outerShdw blurRad="38100" dist="38100" dir="2700000" algn="tl">
                    <a:srgbClr val="000000"/>
                  </a:outerShdw>
                </a:effectLst>
              </a:rPr>
              <a:t>Step</a:t>
            </a:r>
            <a:endParaRPr lang="th-TH" sz="2000">
              <a:effectLst>
                <a:outerShdw blurRad="38100" dist="38100" dir="2700000" algn="tl">
                  <a:srgbClr val="000000"/>
                </a:outerShdw>
              </a:effectLst>
            </a:endParaRPr>
          </a:p>
        </p:txBody>
      </p:sp>
      <p:sp>
        <p:nvSpPr>
          <p:cNvPr id="478304" name="Text Box 96"/>
          <p:cNvSpPr txBox="1">
            <a:spLocks noChangeArrowheads="1"/>
          </p:cNvSpPr>
          <p:nvPr/>
        </p:nvSpPr>
        <p:spPr bwMode="auto">
          <a:xfrm>
            <a:off x="488950" y="3068638"/>
            <a:ext cx="5832475" cy="336550"/>
          </a:xfrm>
          <a:prstGeom prst="rect">
            <a:avLst/>
          </a:prstGeom>
          <a:noFill/>
          <a:ln w="9525">
            <a:noFill/>
            <a:miter lim="800000"/>
            <a:headEnd/>
            <a:tailEnd/>
          </a:ln>
          <a:effectLst/>
        </p:spPr>
        <p:txBody>
          <a:bodyPr lIns="0" rIns="1242000">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en-US" altLang="ja-JP" sz="1600">
                <a:solidFill>
                  <a:srgbClr val="FFFF00"/>
                </a:solidFill>
                <a:latin typeface="Times New Roman" panose="02020603050405020304" pitchFamily="18" charset="0"/>
                <a:cs typeface="Angsana New" pitchFamily="18" charset="-34"/>
              </a:rPr>
              <a:t> </a:t>
            </a:r>
            <a:r>
              <a:rPr lang="en-US" altLang="ja-JP" sz="1600">
                <a:solidFill>
                  <a:srgbClr val="FFFF00"/>
                </a:solidFill>
                <a:effectLst>
                  <a:outerShdw blurRad="38100" dist="38100" dir="2700000" algn="tl">
                    <a:srgbClr val="000000"/>
                  </a:outerShdw>
                </a:effectLst>
                <a:latin typeface="Times New Roman" panose="02020603050405020304" pitchFamily="18" charset="0"/>
                <a:cs typeface="Angsana New" pitchFamily="18" charset="-34"/>
              </a:rPr>
              <a:t>⑤  </a:t>
            </a:r>
            <a:r>
              <a:rPr lang="en-US" altLang="ja-JP" sz="1600">
                <a:solidFill>
                  <a:schemeClr val="folHlink"/>
                </a:solidFill>
                <a:effectLst>
                  <a:outerShdw blurRad="38100" dist="38100" dir="2700000" algn="tl">
                    <a:srgbClr val="000000"/>
                  </a:outerShdw>
                </a:effectLst>
                <a:latin typeface="Times New Roman" panose="02020603050405020304" pitchFamily="18" charset="0"/>
              </a:rPr>
              <a:t>Identify the current situation and target setting</a:t>
            </a:r>
            <a:endParaRPr lang="en-US" altLang="ja-JP" sz="1600">
              <a:effectLst>
                <a:outerShdw blurRad="38100" dist="38100" dir="2700000" algn="tl">
                  <a:srgbClr val="000000"/>
                </a:outerShdw>
              </a:effectLst>
              <a:latin typeface="Times New Roman" panose="02020603050405020304" pitchFamily="18" charset="0"/>
            </a:endParaRPr>
          </a:p>
        </p:txBody>
      </p:sp>
      <p:sp>
        <p:nvSpPr>
          <p:cNvPr id="478305" name="Text Box 97"/>
          <p:cNvSpPr txBox="1">
            <a:spLocks noChangeArrowheads="1"/>
          </p:cNvSpPr>
          <p:nvPr/>
        </p:nvSpPr>
        <p:spPr bwMode="auto">
          <a:xfrm>
            <a:off x="488950" y="3500438"/>
            <a:ext cx="4103688" cy="336550"/>
          </a:xfrm>
          <a:prstGeom prst="rect">
            <a:avLst/>
          </a:prstGeom>
          <a:noFill/>
          <a:ln w="9525">
            <a:noFill/>
            <a:miter lim="800000"/>
            <a:headEnd/>
            <a:tailEnd/>
          </a:ln>
          <a:effectLst/>
        </p:spPr>
        <p:txBody>
          <a:bodyPr lIns="0" rIns="1242000">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en-US" altLang="ja-JP" sz="1600">
                <a:solidFill>
                  <a:srgbClr val="FFFF00"/>
                </a:solidFill>
                <a:latin typeface="Times New Roman" panose="02020603050405020304" pitchFamily="18" charset="0"/>
                <a:cs typeface="Angsana New" pitchFamily="18" charset="-34"/>
              </a:rPr>
              <a:t> </a:t>
            </a:r>
            <a:r>
              <a:rPr lang="en-US" altLang="ja-JP" sz="1600">
                <a:solidFill>
                  <a:srgbClr val="FFFF00"/>
                </a:solidFill>
                <a:effectLst>
                  <a:outerShdw blurRad="38100" dist="38100" dir="2700000" algn="tl">
                    <a:srgbClr val="000000"/>
                  </a:outerShdw>
                </a:effectLst>
                <a:latin typeface="Times New Roman" panose="02020603050405020304" pitchFamily="18" charset="0"/>
                <a:cs typeface="Angsana New" pitchFamily="18" charset="-34"/>
              </a:rPr>
              <a:t>⑥  </a:t>
            </a:r>
            <a:r>
              <a:rPr lang="en-US" altLang="ja-JP" sz="1600">
                <a:solidFill>
                  <a:schemeClr val="folHlink"/>
                </a:solidFill>
                <a:effectLst>
                  <a:outerShdw blurRad="38100" dist="38100" dir="2700000" algn="tl">
                    <a:srgbClr val="000000"/>
                  </a:outerShdw>
                </a:effectLst>
                <a:latin typeface="Times New Roman" panose="02020603050405020304" pitchFamily="18" charset="0"/>
              </a:rPr>
              <a:t>Activity plan</a:t>
            </a:r>
            <a:r>
              <a:rPr lang="en-US" altLang="ja-JP" sz="1600">
                <a:effectLst>
                  <a:outerShdw blurRad="38100" dist="38100" dir="2700000" algn="tl">
                    <a:srgbClr val="000000"/>
                  </a:outerShdw>
                </a:effectLst>
                <a:latin typeface="Times New Roman" panose="02020603050405020304" pitchFamily="18" charset="0"/>
              </a:rPr>
              <a:t> </a:t>
            </a:r>
          </a:p>
        </p:txBody>
      </p:sp>
      <p:sp>
        <p:nvSpPr>
          <p:cNvPr id="478306" name="Text Box 98"/>
          <p:cNvSpPr txBox="1">
            <a:spLocks noChangeArrowheads="1"/>
          </p:cNvSpPr>
          <p:nvPr/>
        </p:nvSpPr>
        <p:spPr bwMode="auto">
          <a:xfrm>
            <a:off x="488950" y="3933825"/>
            <a:ext cx="4105275" cy="336550"/>
          </a:xfrm>
          <a:prstGeom prst="rect">
            <a:avLst/>
          </a:prstGeom>
          <a:noFill/>
          <a:ln w="9525">
            <a:noFill/>
            <a:miter lim="800000"/>
            <a:headEnd/>
            <a:tailEnd/>
          </a:ln>
          <a:effectLst/>
        </p:spPr>
        <p:txBody>
          <a:bodyPr lIns="0" rIns="1242000">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en-US" altLang="ja-JP" sz="1600">
                <a:solidFill>
                  <a:srgbClr val="FFFF00"/>
                </a:solidFill>
                <a:latin typeface="Times New Roman" panose="02020603050405020304" pitchFamily="18" charset="0"/>
                <a:cs typeface="Angsana New" pitchFamily="18" charset="-34"/>
              </a:rPr>
              <a:t> </a:t>
            </a:r>
            <a:r>
              <a:rPr lang="en-US" altLang="ja-JP" sz="1600">
                <a:solidFill>
                  <a:srgbClr val="FFFF00"/>
                </a:solidFill>
                <a:effectLst>
                  <a:outerShdw blurRad="38100" dist="38100" dir="2700000" algn="tl">
                    <a:srgbClr val="000000"/>
                  </a:outerShdw>
                </a:effectLst>
                <a:latin typeface="Times New Roman" panose="02020603050405020304" pitchFamily="18" charset="0"/>
                <a:cs typeface="Angsana New" pitchFamily="18" charset="-34"/>
              </a:rPr>
              <a:t>⑦  </a:t>
            </a:r>
            <a:r>
              <a:rPr lang="en-US" altLang="ja-JP" sz="1600">
                <a:solidFill>
                  <a:schemeClr val="folHlink"/>
                </a:solidFill>
                <a:effectLst>
                  <a:outerShdw blurRad="38100" dist="38100" dir="2700000" algn="tl">
                    <a:srgbClr val="000000"/>
                  </a:outerShdw>
                </a:effectLst>
                <a:latin typeface="Times New Roman" panose="02020603050405020304" pitchFamily="18" charset="0"/>
              </a:rPr>
              <a:t>Cause analysis </a:t>
            </a:r>
          </a:p>
        </p:txBody>
      </p:sp>
      <p:sp>
        <p:nvSpPr>
          <p:cNvPr id="478307" name="Text Box 99"/>
          <p:cNvSpPr txBox="1">
            <a:spLocks noChangeArrowheads="1"/>
          </p:cNvSpPr>
          <p:nvPr/>
        </p:nvSpPr>
        <p:spPr bwMode="auto">
          <a:xfrm>
            <a:off x="488950" y="4292600"/>
            <a:ext cx="6192838" cy="336550"/>
          </a:xfrm>
          <a:prstGeom prst="rect">
            <a:avLst/>
          </a:prstGeom>
          <a:noFill/>
          <a:ln w="9525">
            <a:noFill/>
            <a:miter lim="800000"/>
            <a:headEnd/>
            <a:tailEnd/>
          </a:ln>
          <a:effectLst/>
        </p:spPr>
        <p:txBody>
          <a:bodyPr lIns="0" rIns="1242000">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en-US" altLang="ja-JP" sz="1600">
                <a:solidFill>
                  <a:srgbClr val="FFFF00"/>
                </a:solidFill>
                <a:latin typeface="Times New Roman" panose="02020603050405020304" pitchFamily="18" charset="0"/>
                <a:cs typeface="Angsana New" pitchFamily="18" charset="-34"/>
              </a:rPr>
              <a:t> </a:t>
            </a:r>
            <a:r>
              <a:rPr lang="en-US" altLang="ja-JP" sz="1600">
                <a:solidFill>
                  <a:srgbClr val="FFFF00"/>
                </a:solidFill>
                <a:effectLst>
                  <a:outerShdw blurRad="38100" dist="38100" dir="2700000" algn="tl">
                    <a:srgbClr val="000000"/>
                  </a:outerShdw>
                </a:effectLst>
                <a:latin typeface="Times New Roman" panose="02020603050405020304" pitchFamily="18" charset="0"/>
                <a:cs typeface="Angsana New" pitchFamily="18" charset="-34"/>
              </a:rPr>
              <a:t>⑧  </a:t>
            </a:r>
            <a:r>
              <a:rPr lang="en-US" altLang="ja-JP" sz="1600">
                <a:solidFill>
                  <a:schemeClr val="folHlink"/>
                </a:solidFill>
                <a:effectLst>
                  <a:outerShdw blurRad="38100" dist="38100" dir="2700000" algn="tl">
                    <a:srgbClr val="000000"/>
                  </a:outerShdw>
                </a:effectLst>
                <a:latin typeface="Times New Roman" panose="02020603050405020304" pitchFamily="18" charset="0"/>
              </a:rPr>
              <a:t>Countermeasure planning and implementation</a:t>
            </a:r>
            <a:endParaRPr lang="en-US" altLang="ja-JP" sz="1600">
              <a:effectLst>
                <a:outerShdw blurRad="38100" dist="38100" dir="2700000" algn="tl">
                  <a:srgbClr val="000000"/>
                </a:outerShdw>
              </a:effectLst>
              <a:latin typeface="Times New Roman" panose="02020603050405020304" pitchFamily="18" charset="0"/>
            </a:endParaRPr>
          </a:p>
        </p:txBody>
      </p:sp>
      <p:sp>
        <p:nvSpPr>
          <p:cNvPr id="478308" name="Text Box 100"/>
          <p:cNvSpPr txBox="1">
            <a:spLocks noChangeArrowheads="1"/>
          </p:cNvSpPr>
          <p:nvPr/>
        </p:nvSpPr>
        <p:spPr bwMode="auto">
          <a:xfrm>
            <a:off x="488950" y="4652963"/>
            <a:ext cx="5949950" cy="336550"/>
          </a:xfrm>
          <a:prstGeom prst="rect">
            <a:avLst/>
          </a:prstGeom>
          <a:noFill/>
          <a:ln w="9525">
            <a:noFill/>
            <a:miter lim="800000"/>
            <a:headEnd/>
            <a:tailEnd/>
          </a:ln>
          <a:effectLst/>
        </p:spPr>
        <p:txBody>
          <a:bodyPr lIns="0" rIns="1242000">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en-US" altLang="ja-JP" sz="1600">
                <a:solidFill>
                  <a:srgbClr val="FFFF00"/>
                </a:solidFill>
                <a:latin typeface="Times New Roman" panose="02020603050405020304" pitchFamily="18" charset="0"/>
                <a:cs typeface="Angsana New" pitchFamily="18" charset="-34"/>
              </a:rPr>
              <a:t> </a:t>
            </a:r>
            <a:r>
              <a:rPr lang="en-US" altLang="ja-JP" sz="1600">
                <a:solidFill>
                  <a:srgbClr val="FFFF00"/>
                </a:solidFill>
                <a:effectLst>
                  <a:outerShdw blurRad="38100" dist="38100" dir="2700000" algn="tl">
                    <a:srgbClr val="000000"/>
                  </a:outerShdw>
                </a:effectLst>
                <a:latin typeface="Times New Roman" panose="02020603050405020304" pitchFamily="18" charset="0"/>
                <a:cs typeface="Angsana New" pitchFamily="18" charset="-34"/>
              </a:rPr>
              <a:t>⑨  </a:t>
            </a:r>
            <a:r>
              <a:rPr lang="en-US" altLang="ja-JP" sz="1600">
                <a:solidFill>
                  <a:schemeClr val="folHlink"/>
                </a:solidFill>
                <a:effectLst>
                  <a:outerShdw blurRad="38100" dist="38100" dir="2700000" algn="tl">
                    <a:srgbClr val="000000"/>
                  </a:outerShdw>
                </a:effectLst>
                <a:latin typeface="Times New Roman" panose="02020603050405020304" pitchFamily="18" charset="0"/>
              </a:rPr>
              <a:t>Checking results</a:t>
            </a:r>
            <a:endParaRPr lang="en-US" altLang="ja-JP" sz="1600">
              <a:effectLst>
                <a:outerShdw blurRad="38100" dist="38100" dir="2700000" algn="tl">
                  <a:srgbClr val="000000"/>
                </a:outerShdw>
              </a:effectLst>
              <a:latin typeface="Times New Roman" panose="02020603050405020304" pitchFamily="18" charset="0"/>
            </a:endParaRPr>
          </a:p>
        </p:txBody>
      </p:sp>
      <p:sp>
        <p:nvSpPr>
          <p:cNvPr id="478309" name="Text Box 101"/>
          <p:cNvSpPr txBox="1">
            <a:spLocks noChangeArrowheads="1"/>
          </p:cNvSpPr>
          <p:nvPr/>
        </p:nvSpPr>
        <p:spPr bwMode="auto">
          <a:xfrm>
            <a:off x="560388" y="5013325"/>
            <a:ext cx="5948362" cy="336550"/>
          </a:xfrm>
          <a:prstGeom prst="rect">
            <a:avLst/>
          </a:prstGeom>
          <a:noFill/>
          <a:ln w="9525">
            <a:noFill/>
            <a:miter lim="800000"/>
            <a:headEnd/>
            <a:tailEnd/>
          </a:ln>
          <a:effectLst/>
        </p:spPr>
        <p:txBody>
          <a:bodyPr lIns="0" rIns="1242000">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en-US" altLang="ja-JP" sz="1600">
                <a:solidFill>
                  <a:srgbClr val="FFFF00"/>
                </a:solidFill>
                <a:effectLst>
                  <a:outerShdw blurRad="38100" dist="38100" dir="2700000" algn="tl">
                    <a:srgbClr val="000000"/>
                  </a:outerShdw>
                </a:effectLst>
                <a:latin typeface="Times New Roman" panose="02020603050405020304" pitchFamily="18" charset="0"/>
                <a:cs typeface="Angsana New" pitchFamily="18" charset="-34"/>
              </a:rPr>
              <a:t>⑩  </a:t>
            </a:r>
            <a:r>
              <a:rPr lang="en-US" altLang="ja-JP" sz="1600">
                <a:solidFill>
                  <a:schemeClr val="folHlink"/>
                </a:solidFill>
                <a:effectLst>
                  <a:outerShdw blurRad="38100" dist="38100" dir="2700000" algn="tl">
                    <a:srgbClr val="000000"/>
                  </a:outerShdw>
                </a:effectLst>
                <a:latin typeface="Times New Roman" panose="02020603050405020304" pitchFamily="18" charset="0"/>
              </a:rPr>
              <a:t>Standardize and establish control</a:t>
            </a:r>
          </a:p>
        </p:txBody>
      </p:sp>
      <p:sp>
        <p:nvSpPr>
          <p:cNvPr id="478310" name="Text Box 102"/>
          <p:cNvSpPr txBox="1">
            <a:spLocks noChangeArrowheads="1"/>
          </p:cNvSpPr>
          <p:nvPr/>
        </p:nvSpPr>
        <p:spPr bwMode="auto">
          <a:xfrm>
            <a:off x="2562225" y="6461125"/>
            <a:ext cx="6410325" cy="396875"/>
          </a:xfrm>
          <a:prstGeom prst="rect">
            <a:avLst/>
          </a:prstGeom>
          <a:noFill/>
          <a:ln w="9525">
            <a:noFill/>
            <a:miter lim="800000"/>
            <a:headEnd/>
            <a:tailEnd/>
          </a:ln>
          <a:effectLst/>
        </p:spPr>
        <p:txBody>
          <a:bodyPr lIns="0" rIns="0">
            <a:spAutoFit/>
          </a:bodyPr>
          <a:lstStyle/>
          <a:p>
            <a:pPr>
              <a:defRPr/>
            </a:pPr>
            <a:endParaRPr lang="en-US" sz="2000">
              <a:effectLst>
                <a:outerShdw blurRad="38100" dist="38100" dir="2700000" algn="tl">
                  <a:srgbClr val="000000"/>
                </a:outerShdw>
              </a:effectLst>
              <a:latin typeface="Angsana New" pitchFamily="18" charset="-34"/>
              <a:cs typeface="Angsana New" pitchFamily="18" charset="-34"/>
            </a:endParaRPr>
          </a:p>
        </p:txBody>
      </p:sp>
      <p:sp>
        <p:nvSpPr>
          <p:cNvPr id="478312" name="Text Box 104"/>
          <p:cNvSpPr txBox="1">
            <a:spLocks noChangeArrowheads="1"/>
          </p:cNvSpPr>
          <p:nvPr/>
        </p:nvSpPr>
        <p:spPr bwMode="auto">
          <a:xfrm>
            <a:off x="6321425" y="3716338"/>
            <a:ext cx="3168650" cy="822325"/>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en-US" altLang="ja-JP" sz="2400">
                <a:effectLst>
                  <a:outerShdw blurRad="38100" dist="38100" dir="2700000" algn="tl">
                    <a:srgbClr val="000000"/>
                  </a:outerShdw>
                </a:effectLst>
                <a:latin typeface="Times New Roman" panose="02020603050405020304" pitchFamily="18" charset="0"/>
                <a:ea typeface="イワタ中丸ゴシック体(GT)" charset="-128"/>
              </a:rPr>
              <a:t>Refer to (2) problem solving step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650" name="Group 14"/>
          <p:cNvGrpSpPr>
            <a:grpSpLocks/>
          </p:cNvGrpSpPr>
          <p:nvPr/>
        </p:nvGrpSpPr>
        <p:grpSpPr bwMode="auto">
          <a:xfrm>
            <a:off x="22225" y="749300"/>
            <a:ext cx="3330575" cy="519113"/>
            <a:chOff x="14" y="480"/>
            <a:chExt cx="2962" cy="327"/>
          </a:xfrm>
        </p:grpSpPr>
        <p:sp>
          <p:nvSpPr>
            <p:cNvPr id="480271" name="AutoShape 15"/>
            <p:cNvSpPr>
              <a:spLocks noChangeArrowheads="1"/>
            </p:cNvSpPr>
            <p:nvPr/>
          </p:nvSpPr>
          <p:spPr bwMode="auto">
            <a:xfrm>
              <a:off x="68" y="486"/>
              <a:ext cx="2908" cy="288"/>
            </a:xfrm>
            <a:prstGeom prst="roundRect">
              <a:avLst>
                <a:gd name="adj" fmla="val 22917"/>
              </a:avLst>
            </a:prstGeom>
            <a:solidFill>
              <a:srgbClr val="008000"/>
            </a:solidFill>
            <a:ln w="9525">
              <a:solidFill>
                <a:schemeClr val="tx1"/>
              </a:solidFill>
              <a:round/>
              <a:headEnd/>
              <a:tailEnd/>
            </a:ln>
            <a:effectLst>
              <a:outerShdw blurRad="63500" dist="107763" dir="2700000" algn="ctr" rotWithShape="0">
                <a:schemeClr val="bg2">
                  <a:alpha val="74998"/>
                </a:schemeClr>
              </a:outerShdw>
            </a:effectLst>
          </p:spPr>
          <p:txBody>
            <a:bodyPr wrap="none" lIns="1062000" rIns="1242000" anchor="ctr"/>
            <a:lstStyle/>
            <a:p>
              <a:pPr>
                <a:defRPr/>
              </a:pPr>
              <a:endParaRPr lang="en-US">
                <a:effectLst>
                  <a:outerShdw blurRad="38100" dist="38100" dir="2700000" algn="tl">
                    <a:srgbClr val="000000"/>
                  </a:outerShdw>
                </a:effectLst>
              </a:endParaRPr>
            </a:p>
          </p:txBody>
        </p:sp>
        <p:sp>
          <p:nvSpPr>
            <p:cNvPr id="480272" name="Text Box 16"/>
            <p:cNvSpPr txBox="1">
              <a:spLocks noChangeArrowheads="1"/>
            </p:cNvSpPr>
            <p:nvPr/>
          </p:nvSpPr>
          <p:spPr bwMode="auto">
            <a:xfrm>
              <a:off x="14" y="480"/>
              <a:ext cx="2866" cy="327"/>
            </a:xfrm>
            <a:prstGeom prst="rect">
              <a:avLst/>
            </a:prstGeom>
            <a:noFill/>
            <a:ln w="9525">
              <a:noFill/>
              <a:miter lim="800000"/>
              <a:headEnd/>
              <a:tailEnd/>
            </a:ln>
            <a:effectLst/>
          </p:spPr>
          <p:txBody>
            <a:bodyPr lIns="36000" rIns="36000">
              <a:spAutoFit/>
            </a:bodyPr>
            <a:lstStyle/>
            <a:p>
              <a:pPr algn="ctr">
                <a:spcBef>
                  <a:spcPct val="50000"/>
                </a:spcBef>
                <a:defRPr/>
              </a:pPr>
              <a:r>
                <a:rPr lang="en-US" altLang="ja-JP" sz="2400">
                  <a:effectLst>
                    <a:outerShdw blurRad="38100" dist="38100" dir="2700000" algn="tl">
                      <a:srgbClr val="000000"/>
                    </a:outerShdw>
                  </a:effectLst>
                  <a:latin typeface="Times New Roman" pitchFamily="18" charset="0"/>
                  <a:ea typeface="イワタ中丸ゴシック体(GT)" charset="-128"/>
                  <a:cs typeface="Angsana New" pitchFamily="18" charset="-34"/>
                </a:rPr>
                <a:t>(2)</a:t>
              </a:r>
              <a:r>
                <a:rPr lang="en-US" altLang="ja-JP">
                  <a:effectLst>
                    <a:outerShdw blurRad="38100" dist="38100" dir="2700000" algn="tl">
                      <a:srgbClr val="000000"/>
                    </a:outerShdw>
                  </a:effectLst>
                  <a:latin typeface="Times New Roman" pitchFamily="18" charset="0"/>
                  <a:ea typeface="イワタ中丸ゴシック体(GT)" charset="-128"/>
                  <a:cs typeface="Angsana New" pitchFamily="18" charset="-34"/>
                </a:rPr>
                <a:t> </a:t>
              </a:r>
              <a:r>
                <a:rPr lang="en-US" altLang="ja-JP" sz="1800">
                  <a:effectLst>
                    <a:outerShdw blurRad="38100" dist="38100" dir="2700000" algn="tl">
                      <a:srgbClr val="000000"/>
                    </a:outerShdw>
                  </a:effectLst>
                  <a:latin typeface="Times New Roman" pitchFamily="18" charset="0"/>
                  <a:ea typeface="イワタ中丸ゴシック体(GT)" charset="-128"/>
                  <a:cs typeface="Angsana New" pitchFamily="18" charset="-34"/>
                </a:rPr>
                <a:t>Problem solving step</a:t>
              </a:r>
              <a:r>
                <a:rPr lang="en-US" altLang="ja-JP">
                  <a:effectLst>
                    <a:outerShdw blurRad="38100" dist="38100" dir="2700000" algn="tl">
                      <a:srgbClr val="000000"/>
                    </a:outerShdw>
                  </a:effectLst>
                  <a:ea typeface="イワタ中丸ゴシック体(GT)" charset="-128"/>
                  <a:cs typeface="Angsana New" pitchFamily="18" charset="-34"/>
                </a:rPr>
                <a:t> </a:t>
              </a:r>
            </a:p>
          </p:txBody>
        </p:sp>
      </p:grpSp>
      <p:sp>
        <p:nvSpPr>
          <p:cNvPr id="480274" name="AutoShape 18"/>
          <p:cNvSpPr>
            <a:spLocks noChangeArrowheads="1"/>
          </p:cNvSpPr>
          <p:nvPr/>
        </p:nvSpPr>
        <p:spPr bwMode="auto">
          <a:xfrm>
            <a:off x="228600" y="1651000"/>
            <a:ext cx="9525000" cy="2235200"/>
          </a:xfrm>
          <a:prstGeom prst="roundRect">
            <a:avLst>
              <a:gd name="adj" fmla="val 5282"/>
            </a:avLst>
          </a:prstGeom>
          <a:noFill/>
          <a:ln w="9525">
            <a:solidFill>
              <a:schemeClr val="tx1"/>
            </a:solidFill>
            <a:round/>
            <a:headEnd/>
            <a:tailEnd/>
          </a:ln>
          <a:effectLst/>
        </p:spPr>
        <p:txBody>
          <a:bodyPr wrap="none" anchor="ctr"/>
          <a:lstStyle/>
          <a:p>
            <a:pPr algn="ctr">
              <a:defRPr/>
            </a:pPr>
            <a:endParaRPr lang="th-TH" sz="2400">
              <a:effectLst>
                <a:outerShdw blurRad="38100" dist="38100" dir="2700000" algn="tl">
                  <a:srgbClr val="000000"/>
                </a:outerShdw>
              </a:effectLst>
            </a:endParaRPr>
          </a:p>
        </p:txBody>
      </p:sp>
      <p:sp>
        <p:nvSpPr>
          <p:cNvPr id="480275" name="Text Box 19"/>
          <p:cNvSpPr txBox="1">
            <a:spLocks noChangeArrowheads="1"/>
          </p:cNvSpPr>
          <p:nvPr/>
        </p:nvSpPr>
        <p:spPr bwMode="auto">
          <a:xfrm>
            <a:off x="381000" y="1371600"/>
            <a:ext cx="4953000" cy="436563"/>
          </a:xfrm>
          <a:prstGeom prst="rect">
            <a:avLst/>
          </a:prstGeom>
          <a:solidFill>
            <a:srgbClr val="CC0099"/>
          </a:solidFill>
          <a:ln w="9525">
            <a:solidFill>
              <a:schemeClr val="tx1"/>
            </a:solidFill>
            <a:miter lim="800000"/>
            <a:headEnd/>
            <a:tailEnd/>
          </a:ln>
          <a:effectLst>
            <a:outerShdw blurRad="63500" dist="107763" dir="2700000" algn="ctr" rotWithShape="0">
              <a:schemeClr val="bg2">
                <a:alpha val="74998"/>
              </a:schemeClr>
            </a:outerShdw>
          </a:effectLst>
        </p:spPr>
        <p:txBody>
          <a:bodyPr>
            <a:spAutoFit/>
          </a:bodyPr>
          <a:lstStyle/>
          <a:p>
            <a:pPr>
              <a:lnSpc>
                <a:spcPct val="110000"/>
              </a:lnSpc>
              <a:spcBef>
                <a:spcPct val="50000"/>
              </a:spcBef>
              <a:defRPr/>
            </a:pPr>
            <a:r>
              <a:rPr lang="en-US" altLang="ja-JP" sz="2000">
                <a:effectLst>
                  <a:outerShdw blurRad="38100" dist="38100" dir="2700000" algn="tl">
                    <a:srgbClr val="000000"/>
                  </a:outerShdw>
                </a:effectLst>
                <a:latin typeface="Times New Roman" pitchFamily="18" charset="0"/>
                <a:ea typeface="イワタ中丸ゴシック体(GT)" charset="-128"/>
              </a:rPr>
              <a:t>Step 1. Select a theme</a:t>
            </a:r>
          </a:p>
        </p:txBody>
      </p:sp>
      <p:sp>
        <p:nvSpPr>
          <p:cNvPr id="480276" name="Text Box 20"/>
          <p:cNvSpPr txBox="1">
            <a:spLocks noChangeArrowheads="1"/>
          </p:cNvSpPr>
          <p:nvPr/>
        </p:nvSpPr>
        <p:spPr bwMode="auto">
          <a:xfrm>
            <a:off x="228600" y="2003425"/>
            <a:ext cx="9525000" cy="1006475"/>
          </a:xfrm>
          <a:prstGeom prst="rect">
            <a:avLst/>
          </a:prstGeom>
          <a:noFill/>
          <a:ln w="9525">
            <a:noFill/>
            <a:miter lim="800000"/>
            <a:headEnd/>
            <a:tailEnd/>
          </a:ln>
          <a:effectLst/>
        </p:spPr>
        <p:txBody>
          <a:bodyPr>
            <a:spAutoFit/>
          </a:bodyPr>
          <a:lstStyle/>
          <a:p>
            <a:pPr>
              <a:defRPr/>
            </a:pPr>
            <a:r>
              <a:rPr lang="en-US" altLang="ja-JP" sz="2000">
                <a:effectLst>
                  <a:outerShdw blurRad="38100" dist="38100" dir="2700000" algn="tl">
                    <a:srgbClr val="000000"/>
                  </a:outerShdw>
                </a:effectLst>
                <a:latin typeface="Times New Roman" pitchFamily="18" charset="0"/>
                <a:sym typeface="Wingdings" pitchFamily="2" charset="2"/>
              </a:rPr>
              <a:t></a:t>
            </a:r>
            <a:r>
              <a:rPr lang="th-TH" altLang="ja-JP" sz="2000">
                <a:effectLst>
                  <a:outerShdw blurRad="38100" dist="38100" dir="2700000" algn="tl">
                    <a:srgbClr val="000000"/>
                  </a:outerShdw>
                </a:effectLst>
                <a:latin typeface="Times New Roman" pitchFamily="18" charset="0"/>
                <a:sym typeface="Wingdings" pitchFamily="2" charset="2"/>
              </a:rPr>
              <a:t> </a:t>
            </a:r>
            <a:r>
              <a:rPr lang="en-US" altLang="ja-JP" sz="2000">
                <a:effectLst>
                  <a:outerShdw blurRad="38100" dist="38100" dir="2700000" algn="tl">
                    <a:srgbClr val="000000"/>
                  </a:outerShdw>
                </a:effectLst>
                <a:latin typeface="Times New Roman" pitchFamily="18" charset="0"/>
                <a:sym typeface="Wingdings" pitchFamily="2" charset="2"/>
              </a:rPr>
              <a:t>Clarify the workplace problem based on the superior’s policy, circle’s policy</a:t>
            </a:r>
            <a:r>
              <a:rPr lang="th-TH" altLang="ja-JP" sz="2000">
                <a:effectLst>
                  <a:outerShdw blurRad="38100" dist="38100" dir="2700000" algn="tl">
                    <a:srgbClr val="000000"/>
                  </a:outerShdw>
                </a:effectLst>
                <a:latin typeface="Times New Roman" pitchFamily="18" charset="0"/>
                <a:sym typeface="Wingdings" pitchFamily="2" charset="2"/>
              </a:rPr>
              <a:t> </a:t>
            </a:r>
            <a:endParaRPr lang="en-US" altLang="ja-JP" sz="2000">
              <a:effectLst>
                <a:outerShdw blurRad="38100" dist="38100" dir="2700000" algn="tl">
                  <a:srgbClr val="000000"/>
                </a:outerShdw>
              </a:effectLst>
              <a:latin typeface="Times New Roman" pitchFamily="18" charset="0"/>
              <a:sym typeface="Wingdings" pitchFamily="2" charset="2"/>
            </a:endParaRPr>
          </a:p>
          <a:p>
            <a:pPr>
              <a:defRPr/>
            </a:pPr>
            <a:r>
              <a:rPr lang="en-US" altLang="ja-JP" sz="2000">
                <a:effectLst>
                  <a:outerShdw blurRad="38100" dist="38100" dir="2700000" algn="tl">
                    <a:srgbClr val="000000"/>
                  </a:outerShdw>
                </a:effectLst>
                <a:latin typeface="Times New Roman" pitchFamily="18" charset="0"/>
                <a:sym typeface="Wingdings" pitchFamily="2" charset="2"/>
              </a:rPr>
              <a:t></a:t>
            </a:r>
            <a:r>
              <a:rPr lang="th-TH" altLang="ja-JP" sz="2000">
                <a:effectLst>
                  <a:outerShdw blurRad="38100" dist="38100" dir="2700000" algn="tl">
                    <a:srgbClr val="000000"/>
                  </a:outerShdw>
                </a:effectLst>
                <a:latin typeface="Times New Roman" pitchFamily="18" charset="0"/>
                <a:sym typeface="Wingdings" pitchFamily="2" charset="2"/>
              </a:rPr>
              <a:t> </a:t>
            </a:r>
            <a:r>
              <a:rPr lang="en-US" altLang="ja-JP" sz="2000">
                <a:effectLst>
                  <a:outerShdw blurRad="38100" dist="38100" dir="2700000" algn="tl">
                    <a:srgbClr val="000000"/>
                  </a:outerShdw>
                </a:effectLst>
                <a:latin typeface="Times New Roman" pitchFamily="18" charset="0"/>
                <a:sym typeface="Wingdings" pitchFamily="2" charset="2"/>
              </a:rPr>
              <a:t>Prioritize clarified problems and narrow down.</a:t>
            </a:r>
          </a:p>
          <a:p>
            <a:pPr>
              <a:defRPr/>
            </a:pPr>
            <a:r>
              <a:rPr lang="en-US" altLang="ja-JP" sz="2000">
                <a:effectLst>
                  <a:outerShdw blurRad="38100" dist="38100" dir="2700000" algn="tl">
                    <a:srgbClr val="000000"/>
                  </a:outerShdw>
                </a:effectLst>
                <a:latin typeface="Times New Roman" pitchFamily="18" charset="0"/>
                <a:sym typeface="Wingdings" pitchFamily="2" charset="2"/>
              </a:rPr>
              <a:t></a:t>
            </a:r>
            <a:r>
              <a:rPr lang="th-TH" altLang="ja-JP" sz="2000">
                <a:effectLst>
                  <a:outerShdw blurRad="38100" dist="38100" dir="2700000" algn="tl">
                    <a:srgbClr val="000000"/>
                  </a:outerShdw>
                </a:effectLst>
                <a:latin typeface="Times New Roman" pitchFamily="18" charset="0"/>
                <a:sym typeface="Wingdings" pitchFamily="2" charset="2"/>
              </a:rPr>
              <a:t> </a:t>
            </a:r>
            <a:r>
              <a:rPr lang="en-US" altLang="ja-JP" sz="2000">
                <a:effectLst>
                  <a:outerShdw blurRad="38100" dist="38100" dir="2700000" algn="tl">
                    <a:srgbClr val="000000"/>
                  </a:outerShdw>
                </a:effectLst>
                <a:latin typeface="Times New Roman" pitchFamily="18" charset="0"/>
                <a:sym typeface="Wingdings" pitchFamily="2" charset="2"/>
              </a:rPr>
              <a:t>Quantitatively express covered themes as specifically as possible.</a:t>
            </a:r>
          </a:p>
        </p:txBody>
      </p:sp>
      <p:sp>
        <p:nvSpPr>
          <p:cNvPr id="480277" name="Text Box 21" descr="20%"/>
          <p:cNvSpPr txBox="1">
            <a:spLocks noChangeArrowheads="1"/>
          </p:cNvSpPr>
          <p:nvPr/>
        </p:nvSpPr>
        <p:spPr bwMode="auto">
          <a:xfrm>
            <a:off x="596900" y="3357563"/>
            <a:ext cx="8763000" cy="406400"/>
          </a:xfrm>
          <a:prstGeom prst="rect">
            <a:avLst/>
          </a:prstGeom>
          <a:pattFill prst="pct20">
            <a:fgClr>
              <a:schemeClr val="accent1"/>
            </a:fgClr>
            <a:bgClr>
              <a:schemeClr val="bg1"/>
            </a:bgClr>
          </a:pattFill>
          <a:ln w="9525">
            <a:solidFill>
              <a:schemeClr val="tx1"/>
            </a:solidFill>
            <a:miter lim="800000"/>
            <a:headEnd/>
            <a:tailEnd/>
          </a:ln>
          <a:effectLst/>
        </p:spPr>
        <p:txBody>
          <a:bodyPr>
            <a:spAutoFit/>
          </a:bodyPr>
          <a:lstStyle/>
          <a:p>
            <a:pPr algn="ctr">
              <a:spcBef>
                <a:spcPct val="50000"/>
              </a:spcBef>
              <a:defRPr/>
            </a:pPr>
            <a:r>
              <a:rPr lang="en-US" altLang="ja-JP" sz="2000">
                <a:solidFill>
                  <a:schemeClr val="folHlink"/>
                </a:solidFill>
                <a:effectLst>
                  <a:outerShdw blurRad="38100" dist="38100" dir="2700000" algn="tl">
                    <a:srgbClr val="000000"/>
                  </a:outerShdw>
                </a:effectLst>
                <a:latin typeface="Times New Roman" pitchFamily="18" charset="0"/>
                <a:ea typeface="イワタ中丸ゴシック体(GT)" charset="-128"/>
              </a:rPr>
              <a:t>Commonly used tool : Stratification, Graph, Pareto Diagram, Histogram</a:t>
            </a:r>
            <a:r>
              <a:rPr lang="en-US" altLang="ja-JP" sz="2000">
                <a:solidFill>
                  <a:schemeClr val="folHlink"/>
                </a:solidFill>
                <a:effectLst>
                  <a:outerShdw blurRad="38100" dist="38100" dir="2700000" algn="tl">
                    <a:srgbClr val="000000"/>
                  </a:outerShdw>
                </a:effectLst>
                <a:ea typeface="イワタ中丸ゴシック体(GT)" charset="-128"/>
              </a:rPr>
              <a:t> </a:t>
            </a:r>
          </a:p>
        </p:txBody>
      </p:sp>
      <p:sp>
        <p:nvSpPr>
          <p:cNvPr id="480279" name="AutoShape 23"/>
          <p:cNvSpPr>
            <a:spLocks noChangeArrowheads="1"/>
          </p:cNvSpPr>
          <p:nvPr/>
        </p:nvSpPr>
        <p:spPr bwMode="auto">
          <a:xfrm>
            <a:off x="228600" y="4495800"/>
            <a:ext cx="9448800" cy="2298700"/>
          </a:xfrm>
          <a:prstGeom prst="roundRect">
            <a:avLst>
              <a:gd name="adj" fmla="val 5282"/>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sp>
        <p:nvSpPr>
          <p:cNvPr id="480280" name="Text Box 24"/>
          <p:cNvSpPr txBox="1">
            <a:spLocks noChangeArrowheads="1"/>
          </p:cNvSpPr>
          <p:nvPr/>
        </p:nvSpPr>
        <p:spPr bwMode="auto">
          <a:xfrm>
            <a:off x="381000" y="4221163"/>
            <a:ext cx="5757863" cy="436562"/>
          </a:xfrm>
          <a:prstGeom prst="rect">
            <a:avLst/>
          </a:prstGeom>
          <a:solidFill>
            <a:srgbClr val="CC0099"/>
          </a:solidFill>
          <a:ln w="9525">
            <a:solidFill>
              <a:schemeClr val="tx1"/>
            </a:solidFill>
            <a:miter lim="800000"/>
            <a:headEnd/>
            <a:tailEnd/>
          </a:ln>
          <a:effectLst>
            <a:outerShdw blurRad="63500" dist="107763" dir="2700000" algn="ctr" rotWithShape="0">
              <a:schemeClr val="bg2">
                <a:alpha val="74998"/>
              </a:schemeClr>
            </a:outerShdw>
          </a:effectLst>
        </p:spPr>
        <p:txBody>
          <a:bodyPr>
            <a:spAutoFit/>
          </a:bodyPr>
          <a:lstStyle/>
          <a:p>
            <a:pPr>
              <a:lnSpc>
                <a:spcPct val="110000"/>
              </a:lnSpc>
              <a:spcBef>
                <a:spcPct val="50000"/>
              </a:spcBef>
              <a:defRPr/>
            </a:pPr>
            <a:r>
              <a:rPr lang="en-US" altLang="ja-JP" sz="2000">
                <a:effectLst>
                  <a:outerShdw blurRad="38100" dist="38100" dir="2700000" algn="tl">
                    <a:srgbClr val="000000"/>
                  </a:outerShdw>
                </a:effectLst>
                <a:latin typeface="Times New Roman" pitchFamily="18" charset="0"/>
                <a:ea typeface="イワタ中丸ゴシック体(GT)" charset="-128"/>
              </a:rPr>
              <a:t>Step 2. Current situation and target setting</a:t>
            </a:r>
          </a:p>
        </p:txBody>
      </p:sp>
      <p:sp>
        <p:nvSpPr>
          <p:cNvPr id="480281" name="Text Box 25"/>
          <p:cNvSpPr txBox="1">
            <a:spLocks noChangeArrowheads="1"/>
          </p:cNvSpPr>
          <p:nvPr/>
        </p:nvSpPr>
        <p:spPr bwMode="auto">
          <a:xfrm>
            <a:off x="228600" y="4941888"/>
            <a:ext cx="9448800" cy="1006475"/>
          </a:xfrm>
          <a:prstGeom prst="rect">
            <a:avLst/>
          </a:prstGeom>
          <a:noFill/>
          <a:ln w="9525">
            <a:noFill/>
            <a:miter lim="800000"/>
            <a:headEnd/>
            <a:tailEnd/>
          </a:ln>
          <a:effectLst/>
        </p:spPr>
        <p:txBody>
          <a:bodyPr>
            <a:spAutoFit/>
          </a:bodyPr>
          <a:lstStyle/>
          <a:p>
            <a:pPr>
              <a:defRPr/>
            </a:pPr>
            <a:r>
              <a:rPr lang="en-US" altLang="ja-JP" sz="2000">
                <a:effectLst>
                  <a:outerShdw blurRad="38100" dist="38100" dir="2700000" algn="tl">
                    <a:srgbClr val="000000"/>
                  </a:outerShdw>
                </a:effectLst>
                <a:latin typeface="Times New Roman" pitchFamily="18" charset="0"/>
                <a:sym typeface="Wingdings" pitchFamily="2" charset="2"/>
              </a:rPr>
              <a:t> Gather the facts on covered themes.</a:t>
            </a:r>
          </a:p>
          <a:p>
            <a:pPr>
              <a:defRPr/>
            </a:pPr>
            <a:r>
              <a:rPr lang="en-US" altLang="ja-JP" sz="2000">
                <a:effectLst>
                  <a:outerShdw blurRad="38100" dist="38100" dir="2700000" algn="tl">
                    <a:srgbClr val="000000"/>
                  </a:outerShdw>
                </a:effectLst>
                <a:latin typeface="Times New Roman" pitchFamily="18" charset="0"/>
                <a:sym typeface="Wingdings" pitchFamily="2" charset="2"/>
              </a:rPr>
              <a:t> Check the facts from various angles (stratify).</a:t>
            </a:r>
          </a:p>
          <a:p>
            <a:pPr>
              <a:defRPr/>
            </a:pPr>
            <a:r>
              <a:rPr lang="en-US" altLang="ja-JP" sz="2000">
                <a:effectLst>
                  <a:outerShdw blurRad="38100" dist="38100" dir="2700000" algn="tl">
                    <a:srgbClr val="000000"/>
                  </a:outerShdw>
                </a:effectLst>
                <a:latin typeface="Times New Roman" pitchFamily="18" charset="0"/>
                <a:sym typeface="Wingdings" pitchFamily="2" charset="2"/>
              </a:rPr>
              <a:t></a:t>
            </a:r>
            <a:r>
              <a:rPr lang="th-TH" altLang="ja-JP" sz="2000">
                <a:effectLst>
                  <a:outerShdw blurRad="38100" dist="38100" dir="2700000" algn="tl">
                    <a:srgbClr val="000000"/>
                  </a:outerShdw>
                </a:effectLst>
                <a:latin typeface="Times New Roman" pitchFamily="18" charset="0"/>
                <a:sym typeface="Wingdings" pitchFamily="2" charset="2"/>
              </a:rPr>
              <a:t> </a:t>
            </a:r>
            <a:r>
              <a:rPr lang="en-US" altLang="ja-JP" sz="2000">
                <a:effectLst>
                  <a:outerShdw blurRad="38100" dist="38100" dir="2700000" algn="tl">
                    <a:srgbClr val="000000"/>
                  </a:outerShdw>
                </a:effectLst>
                <a:latin typeface="Times New Roman" pitchFamily="18" charset="0"/>
                <a:sym typeface="Wingdings" pitchFamily="2" charset="2"/>
              </a:rPr>
              <a:t>Express targets in term of “ what” “by when” How”</a:t>
            </a:r>
          </a:p>
        </p:txBody>
      </p:sp>
      <p:sp>
        <p:nvSpPr>
          <p:cNvPr id="480282" name="Text Box 26" descr="20%"/>
          <p:cNvSpPr txBox="1">
            <a:spLocks noChangeArrowheads="1"/>
          </p:cNvSpPr>
          <p:nvPr/>
        </p:nvSpPr>
        <p:spPr bwMode="auto">
          <a:xfrm>
            <a:off x="596900" y="6092825"/>
            <a:ext cx="8712200" cy="528638"/>
          </a:xfrm>
          <a:prstGeom prst="rect">
            <a:avLst/>
          </a:prstGeom>
          <a:pattFill prst="pct20">
            <a:fgClr>
              <a:schemeClr val="accent1"/>
            </a:fgClr>
            <a:bgClr>
              <a:schemeClr val="bg1"/>
            </a:bgClr>
          </a:pattFill>
          <a:ln w="9525">
            <a:solidFill>
              <a:schemeClr val="tx1"/>
            </a:solidFill>
            <a:miter lim="800000"/>
            <a:headEnd/>
            <a:tailEnd/>
          </a:ln>
          <a:effectLst/>
        </p:spPr>
        <p:txBody>
          <a:bodyPr>
            <a:spAutoFit/>
          </a:bodyPr>
          <a:lstStyle/>
          <a:p>
            <a:pPr algn="ctr">
              <a:spcBef>
                <a:spcPct val="50000"/>
              </a:spcBef>
              <a:defRPr/>
            </a:pPr>
            <a:r>
              <a:rPr lang="en-US" altLang="ja-JP" sz="2000">
                <a:solidFill>
                  <a:schemeClr val="folHlink"/>
                </a:solidFill>
                <a:effectLst>
                  <a:outerShdw blurRad="38100" dist="38100" dir="2700000" algn="tl">
                    <a:srgbClr val="000000"/>
                  </a:outerShdw>
                </a:effectLst>
                <a:latin typeface="Times New Roman" pitchFamily="18" charset="0"/>
                <a:ea typeface="イワタ中丸ゴシック体(GT)" charset="-128"/>
              </a:rPr>
              <a:t>Commonly used tool: Graph, Pareto Diagram, Control chart, Matrix diagram</a:t>
            </a:r>
            <a:r>
              <a:rPr lang="en-US" altLang="ja-JP">
                <a:effectLst>
                  <a:outerShdw blurRad="38100" dist="38100" dir="2700000" algn="tl">
                    <a:srgbClr val="000000"/>
                  </a:outerShdw>
                </a:effectLst>
                <a:ea typeface="イワタ中丸ゴシック体(GT)" charset="-128"/>
              </a:rPr>
              <a:t> </a:t>
            </a:r>
          </a:p>
        </p:txBody>
      </p:sp>
      <p:sp>
        <p:nvSpPr>
          <p:cNvPr id="480285" name="AutoShape 29"/>
          <p:cNvSpPr>
            <a:spLocks noChangeArrowheads="1"/>
          </p:cNvSpPr>
          <p:nvPr/>
        </p:nvSpPr>
        <p:spPr bwMode="auto">
          <a:xfrm>
            <a:off x="1219200" y="76200"/>
            <a:ext cx="7391400" cy="533400"/>
          </a:xfrm>
          <a:prstGeom prst="roundRect">
            <a:avLst>
              <a:gd name="adj" fmla="val 16667"/>
            </a:avLst>
          </a:prstGeom>
          <a:solidFill>
            <a:srgbClr val="008000"/>
          </a:solidFill>
          <a:ln w="9525">
            <a:solidFill>
              <a:schemeClr val="tx1"/>
            </a:solidFill>
            <a:round/>
            <a:headEnd/>
            <a:tailEnd/>
          </a:ln>
          <a:effectLst>
            <a:outerShdw blurRad="63500" dist="107763" dir="2700000" algn="ctr" rotWithShape="0">
              <a:schemeClr val="bg2">
                <a:alpha val="74998"/>
              </a:schemeClr>
            </a:outerShdw>
          </a:effectLst>
        </p:spPr>
        <p:txBody>
          <a:bodyPr wrap="none" anchor="ctr"/>
          <a:lstStyle/>
          <a:p>
            <a:pPr algn="ctr">
              <a:defRPr/>
            </a:pPr>
            <a:r>
              <a:rPr lang="en-US" altLang="ja-JP" sz="2400">
                <a:effectLst>
                  <a:outerShdw blurRad="38100" dist="38100" dir="2700000" algn="tl">
                    <a:srgbClr val="000000"/>
                  </a:outerShdw>
                </a:effectLst>
                <a:latin typeface="Times New Roman" pitchFamily="18" charset="0"/>
                <a:ea typeface="イワタ中丸ゴシック体(GT)" charset="-128"/>
              </a:rPr>
              <a:t>Basic steps of QC story and problem solving steps</a:t>
            </a:r>
            <a:r>
              <a:rPr lang="en-US" altLang="ja-JP" sz="2400">
                <a:effectLst>
                  <a:outerShdw blurRad="38100" dist="38100" dir="2700000" algn="tl">
                    <a:srgbClr val="000000"/>
                  </a:outerShdw>
                </a:effectLst>
                <a:ea typeface="イワタ中丸ゴシック体(GT)" charset="-128"/>
              </a:rPr>
              <a: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2314" name="AutoShape 10"/>
          <p:cNvSpPr>
            <a:spLocks noChangeArrowheads="1"/>
          </p:cNvSpPr>
          <p:nvPr/>
        </p:nvSpPr>
        <p:spPr bwMode="auto">
          <a:xfrm>
            <a:off x="304800" y="1676400"/>
            <a:ext cx="9601200" cy="2286000"/>
          </a:xfrm>
          <a:prstGeom prst="roundRect">
            <a:avLst>
              <a:gd name="adj" fmla="val 5282"/>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sp>
        <p:nvSpPr>
          <p:cNvPr id="482315" name="Text Box 11"/>
          <p:cNvSpPr txBox="1">
            <a:spLocks noChangeArrowheads="1"/>
          </p:cNvSpPr>
          <p:nvPr/>
        </p:nvSpPr>
        <p:spPr bwMode="auto">
          <a:xfrm>
            <a:off x="457200" y="1395413"/>
            <a:ext cx="4530725" cy="436562"/>
          </a:xfrm>
          <a:prstGeom prst="rect">
            <a:avLst/>
          </a:prstGeom>
          <a:solidFill>
            <a:srgbClr val="CC0099"/>
          </a:solidFill>
          <a:ln w="9525">
            <a:solidFill>
              <a:schemeClr val="tx1"/>
            </a:solidFill>
            <a:miter lim="800000"/>
            <a:headEnd/>
            <a:tailEnd/>
          </a:ln>
          <a:effectLst>
            <a:outerShdw blurRad="63500" dist="107763" dir="2700000" algn="ctr" rotWithShape="0">
              <a:schemeClr val="bg2">
                <a:alpha val="74998"/>
              </a:schemeClr>
            </a:outerShdw>
          </a:effectLst>
        </p:spPr>
        <p:txBody>
          <a:bodyPr>
            <a:spAutoFit/>
          </a:bodyPr>
          <a:lstStyle/>
          <a:p>
            <a:pPr>
              <a:lnSpc>
                <a:spcPct val="110000"/>
              </a:lnSpc>
              <a:spcBef>
                <a:spcPct val="50000"/>
              </a:spcBef>
              <a:defRPr/>
            </a:pPr>
            <a:r>
              <a:rPr lang="en-US" altLang="ja-JP" sz="2000">
                <a:effectLst>
                  <a:outerShdw blurRad="38100" dist="38100" dir="2700000" algn="tl">
                    <a:srgbClr val="000000"/>
                  </a:outerShdw>
                </a:effectLst>
                <a:latin typeface="Times New Roman" pitchFamily="18" charset="0"/>
                <a:ea typeface="イワタ中丸ゴシック体(GT)" charset="-128"/>
              </a:rPr>
              <a:t>Step 3. Activity Plan</a:t>
            </a:r>
          </a:p>
        </p:txBody>
      </p:sp>
      <p:sp>
        <p:nvSpPr>
          <p:cNvPr id="482316" name="Text Box 12"/>
          <p:cNvSpPr txBox="1">
            <a:spLocks noChangeArrowheads="1"/>
          </p:cNvSpPr>
          <p:nvPr/>
        </p:nvSpPr>
        <p:spPr bwMode="auto">
          <a:xfrm>
            <a:off x="304800" y="2008188"/>
            <a:ext cx="9601200" cy="1006475"/>
          </a:xfrm>
          <a:prstGeom prst="rect">
            <a:avLst/>
          </a:prstGeom>
          <a:noFill/>
          <a:ln w="9525">
            <a:noFill/>
            <a:miter lim="800000"/>
            <a:headEnd/>
            <a:tailEnd/>
          </a:ln>
          <a:effectLst/>
        </p:spPr>
        <p:txBody>
          <a:bodyPr>
            <a:spAutoFit/>
          </a:bodyPr>
          <a:lstStyle/>
          <a:p>
            <a:pPr>
              <a:defRPr/>
            </a:pPr>
            <a:r>
              <a:rPr lang="en-US" altLang="ja-JP" sz="2000">
                <a:effectLst>
                  <a:outerShdw blurRad="38100" dist="38100" dir="2700000" algn="tl">
                    <a:srgbClr val="000000"/>
                  </a:outerShdw>
                </a:effectLst>
                <a:latin typeface="Times New Roman" pitchFamily="18" charset="0"/>
                <a:sym typeface="Wingdings" pitchFamily="2" charset="2"/>
              </a:rPr>
              <a:t></a:t>
            </a:r>
            <a:r>
              <a:rPr lang="th-TH" altLang="ja-JP" sz="2000">
                <a:effectLst>
                  <a:outerShdw blurRad="38100" dist="38100" dir="2700000" algn="tl">
                    <a:srgbClr val="000000"/>
                  </a:outerShdw>
                </a:effectLst>
                <a:latin typeface="Times New Roman" pitchFamily="18" charset="0"/>
                <a:sym typeface="Wingdings" pitchFamily="2" charset="2"/>
              </a:rPr>
              <a:t> </a:t>
            </a:r>
            <a:r>
              <a:rPr lang="en-US" altLang="ja-JP" sz="2000">
                <a:effectLst>
                  <a:outerShdw blurRad="38100" dist="38100" dir="2700000" algn="tl">
                    <a:srgbClr val="000000"/>
                  </a:outerShdw>
                </a:effectLst>
                <a:latin typeface="Times New Roman" pitchFamily="18" charset="0"/>
                <a:sym typeface="Wingdings" pitchFamily="2" charset="2"/>
              </a:rPr>
              <a:t>Decide what items are to be implemented</a:t>
            </a:r>
          </a:p>
          <a:p>
            <a:pPr>
              <a:defRPr/>
            </a:pPr>
            <a:r>
              <a:rPr lang="en-US" altLang="ja-JP" sz="2000">
                <a:effectLst>
                  <a:outerShdw blurRad="38100" dist="38100" dir="2700000" algn="tl">
                    <a:srgbClr val="000000"/>
                  </a:outerShdw>
                </a:effectLst>
                <a:latin typeface="Times New Roman" pitchFamily="18" charset="0"/>
                <a:sym typeface="Wingdings" pitchFamily="2" charset="2"/>
              </a:rPr>
              <a:t></a:t>
            </a:r>
            <a:r>
              <a:rPr lang="th-TH" altLang="ja-JP" sz="2000">
                <a:effectLst>
                  <a:outerShdw blurRad="38100" dist="38100" dir="2700000" algn="tl">
                    <a:srgbClr val="000000"/>
                  </a:outerShdw>
                </a:effectLst>
                <a:latin typeface="Times New Roman" pitchFamily="18" charset="0"/>
                <a:sym typeface="Wingdings" pitchFamily="2" charset="2"/>
              </a:rPr>
              <a:t> </a:t>
            </a:r>
            <a:r>
              <a:rPr lang="en-US" altLang="ja-JP" sz="2000">
                <a:effectLst>
                  <a:outerShdw blurRad="38100" dist="38100" dir="2700000" algn="tl">
                    <a:srgbClr val="000000"/>
                  </a:outerShdw>
                </a:effectLst>
                <a:latin typeface="Times New Roman" pitchFamily="18" charset="0"/>
                <a:sym typeface="Wingdings" pitchFamily="2" charset="2"/>
              </a:rPr>
              <a:t>Clarify the assignment “Who” “ by When” and “How”</a:t>
            </a:r>
          </a:p>
          <a:p>
            <a:pPr>
              <a:defRPr/>
            </a:pPr>
            <a:r>
              <a:rPr lang="en-US" altLang="ja-JP" sz="2000">
                <a:effectLst>
                  <a:outerShdw blurRad="38100" dist="38100" dir="2700000" algn="tl">
                    <a:srgbClr val="000000"/>
                  </a:outerShdw>
                </a:effectLst>
                <a:latin typeface="Times New Roman" pitchFamily="18" charset="0"/>
                <a:sym typeface="Wingdings" pitchFamily="2" charset="2"/>
              </a:rPr>
              <a:t></a:t>
            </a:r>
            <a:r>
              <a:rPr lang="th-TH" altLang="ja-JP" sz="2000">
                <a:effectLst>
                  <a:outerShdw blurRad="38100" dist="38100" dir="2700000" algn="tl">
                    <a:srgbClr val="000000"/>
                  </a:outerShdw>
                </a:effectLst>
                <a:latin typeface="Times New Roman" pitchFamily="18" charset="0"/>
                <a:sym typeface="Wingdings" pitchFamily="2" charset="2"/>
              </a:rPr>
              <a:t> </a:t>
            </a:r>
            <a:r>
              <a:rPr lang="en-US" altLang="ja-JP" sz="2000">
                <a:effectLst>
                  <a:outerShdw blurRad="38100" dist="38100" dir="2700000" algn="tl">
                    <a:srgbClr val="000000"/>
                  </a:outerShdw>
                </a:effectLst>
                <a:latin typeface="Times New Roman" pitchFamily="18" charset="0"/>
                <a:sym typeface="Wingdings" pitchFamily="2" charset="2"/>
              </a:rPr>
              <a:t>Assign the role to all members.</a:t>
            </a:r>
          </a:p>
        </p:txBody>
      </p:sp>
      <p:sp>
        <p:nvSpPr>
          <p:cNvPr id="482317" name="Text Box 13" descr="20%"/>
          <p:cNvSpPr txBox="1">
            <a:spLocks noChangeArrowheads="1"/>
          </p:cNvSpPr>
          <p:nvPr/>
        </p:nvSpPr>
        <p:spPr bwMode="auto">
          <a:xfrm>
            <a:off x="679450" y="3403600"/>
            <a:ext cx="8851900" cy="406400"/>
          </a:xfrm>
          <a:prstGeom prst="rect">
            <a:avLst/>
          </a:prstGeom>
          <a:pattFill prst="pct20">
            <a:fgClr>
              <a:schemeClr val="accent1"/>
            </a:fgClr>
            <a:bgClr>
              <a:schemeClr val="bg1"/>
            </a:bgClr>
          </a:pattFill>
          <a:ln w="9525">
            <a:solidFill>
              <a:schemeClr val="tx1"/>
            </a:solidFill>
            <a:miter lim="800000"/>
            <a:headEnd/>
            <a:tailEnd/>
          </a:ln>
          <a:effectLst/>
        </p:spPr>
        <p:txBody>
          <a:bodyPr>
            <a:spAutoFit/>
          </a:bodyPr>
          <a:lstStyle/>
          <a:p>
            <a:pPr>
              <a:spcBef>
                <a:spcPct val="50000"/>
              </a:spcBef>
              <a:defRPr/>
            </a:pPr>
            <a:r>
              <a:rPr lang="en-US" altLang="ja-JP" sz="2000">
                <a:solidFill>
                  <a:schemeClr val="folHlink"/>
                </a:solidFill>
                <a:effectLst>
                  <a:outerShdw blurRad="38100" dist="38100" dir="2700000" algn="tl">
                    <a:srgbClr val="000000"/>
                  </a:outerShdw>
                </a:effectLst>
                <a:latin typeface="Times New Roman" pitchFamily="18" charset="0"/>
                <a:ea typeface="イワタ中丸ゴシック体(GT)" charset="-128"/>
              </a:rPr>
              <a:t>Commonly used tool: Gantt chart (bar chart)</a:t>
            </a:r>
            <a:r>
              <a:rPr lang="en-US" altLang="ja-JP" sz="2000">
                <a:solidFill>
                  <a:schemeClr val="folHlink"/>
                </a:solidFill>
                <a:effectLst>
                  <a:outerShdw blurRad="38100" dist="38100" dir="2700000" algn="tl">
                    <a:srgbClr val="000000"/>
                  </a:outerShdw>
                </a:effectLst>
                <a:ea typeface="イワタ中丸ゴシック体(GT)" charset="-128"/>
              </a:rPr>
              <a:t> </a:t>
            </a:r>
          </a:p>
        </p:txBody>
      </p:sp>
      <p:sp>
        <p:nvSpPr>
          <p:cNvPr id="482334" name="AutoShape 30"/>
          <p:cNvSpPr>
            <a:spLocks noChangeArrowheads="1"/>
          </p:cNvSpPr>
          <p:nvPr/>
        </p:nvSpPr>
        <p:spPr bwMode="auto">
          <a:xfrm>
            <a:off x="304800" y="4495800"/>
            <a:ext cx="9448800" cy="2298700"/>
          </a:xfrm>
          <a:prstGeom prst="roundRect">
            <a:avLst>
              <a:gd name="adj" fmla="val 5282"/>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sp>
        <p:nvSpPr>
          <p:cNvPr id="482335" name="Text Box 31"/>
          <p:cNvSpPr txBox="1">
            <a:spLocks noChangeArrowheads="1"/>
          </p:cNvSpPr>
          <p:nvPr/>
        </p:nvSpPr>
        <p:spPr bwMode="auto">
          <a:xfrm>
            <a:off x="477838" y="4127500"/>
            <a:ext cx="4475162" cy="466725"/>
          </a:xfrm>
          <a:prstGeom prst="rect">
            <a:avLst/>
          </a:prstGeom>
          <a:solidFill>
            <a:srgbClr val="CC0099"/>
          </a:solidFill>
          <a:ln w="9525">
            <a:solidFill>
              <a:schemeClr val="tx1"/>
            </a:solidFill>
            <a:miter lim="800000"/>
            <a:headEnd/>
            <a:tailEnd/>
          </a:ln>
          <a:effectLst>
            <a:outerShdw blurRad="63500" dist="107763" dir="2700000" algn="ctr" rotWithShape="0">
              <a:schemeClr val="bg2">
                <a:alpha val="74998"/>
              </a:schemeClr>
            </a:outerShdw>
          </a:effectLst>
        </p:spPr>
        <p:txBody>
          <a:bodyPr>
            <a:spAutoFit/>
          </a:bodyPr>
          <a:lstStyle/>
          <a:p>
            <a:pPr>
              <a:lnSpc>
                <a:spcPct val="120000"/>
              </a:lnSpc>
              <a:spcBef>
                <a:spcPct val="50000"/>
              </a:spcBef>
              <a:defRPr/>
            </a:pPr>
            <a:r>
              <a:rPr lang="en-US" altLang="ja-JP" sz="2000">
                <a:effectLst>
                  <a:outerShdw blurRad="38100" dist="38100" dir="2700000" algn="tl">
                    <a:srgbClr val="000000"/>
                  </a:outerShdw>
                </a:effectLst>
                <a:latin typeface="Times New Roman" pitchFamily="18" charset="0"/>
                <a:ea typeface="イワタ中丸ゴシック体(GT)" charset="-128"/>
              </a:rPr>
              <a:t>Step 4. Causes analysis</a:t>
            </a:r>
          </a:p>
        </p:txBody>
      </p:sp>
      <p:sp>
        <p:nvSpPr>
          <p:cNvPr id="482336" name="Text Box 32"/>
          <p:cNvSpPr txBox="1">
            <a:spLocks noChangeArrowheads="1"/>
          </p:cNvSpPr>
          <p:nvPr/>
        </p:nvSpPr>
        <p:spPr bwMode="auto">
          <a:xfrm>
            <a:off x="304800" y="4808538"/>
            <a:ext cx="9448800" cy="1006475"/>
          </a:xfrm>
          <a:prstGeom prst="rect">
            <a:avLst/>
          </a:prstGeom>
          <a:noFill/>
          <a:ln w="9525">
            <a:noFill/>
            <a:miter lim="800000"/>
            <a:headEnd/>
            <a:tailEnd/>
          </a:ln>
          <a:effectLst/>
        </p:spPr>
        <p:txBody>
          <a:bodyPr>
            <a:spAutoFit/>
          </a:bodyPr>
          <a:lstStyle/>
          <a:p>
            <a:pPr>
              <a:defRPr/>
            </a:pPr>
            <a:r>
              <a:rPr lang="en-US" altLang="ja-JP" sz="2000">
                <a:effectLst>
                  <a:outerShdw blurRad="38100" dist="38100" dir="2700000" algn="tl">
                    <a:srgbClr val="000000"/>
                  </a:outerShdw>
                </a:effectLst>
                <a:latin typeface="Times New Roman" pitchFamily="18" charset="0"/>
                <a:sym typeface="Wingdings" pitchFamily="2" charset="2"/>
              </a:rPr>
              <a:t> Gather all related data.</a:t>
            </a:r>
          </a:p>
          <a:p>
            <a:pPr>
              <a:defRPr/>
            </a:pPr>
            <a:r>
              <a:rPr lang="en-US" altLang="ja-JP" sz="2000">
                <a:effectLst>
                  <a:outerShdw blurRad="38100" dist="38100" dir="2700000" algn="tl">
                    <a:srgbClr val="000000"/>
                  </a:outerShdw>
                </a:effectLst>
                <a:latin typeface="Times New Roman" pitchFamily="18" charset="0"/>
                <a:sym typeface="Wingdings" pitchFamily="2" charset="2"/>
              </a:rPr>
              <a:t> Ask “why” repeatedly to uncover the important causes based on causes.</a:t>
            </a:r>
          </a:p>
          <a:p>
            <a:pPr>
              <a:defRPr/>
            </a:pPr>
            <a:r>
              <a:rPr lang="en-US" altLang="ja-JP" sz="2000">
                <a:effectLst>
                  <a:outerShdw blurRad="38100" dist="38100" dir="2700000" algn="tl">
                    <a:srgbClr val="000000"/>
                  </a:outerShdw>
                </a:effectLst>
                <a:latin typeface="Times New Roman" pitchFamily="18" charset="0"/>
                <a:sym typeface="Wingdings" pitchFamily="2" charset="2"/>
              </a:rPr>
              <a:t></a:t>
            </a:r>
            <a:r>
              <a:rPr lang="th-TH" altLang="ja-JP" sz="2000">
                <a:effectLst>
                  <a:outerShdw blurRad="38100" dist="38100" dir="2700000" algn="tl">
                    <a:srgbClr val="000000"/>
                  </a:outerShdw>
                </a:effectLst>
                <a:latin typeface="Times New Roman" pitchFamily="18" charset="0"/>
                <a:sym typeface="Wingdings" pitchFamily="2" charset="2"/>
              </a:rPr>
              <a:t> </a:t>
            </a:r>
            <a:r>
              <a:rPr lang="en-US" altLang="ja-JP" sz="2000">
                <a:effectLst>
                  <a:outerShdw blurRad="38100" dist="38100" dir="2700000" algn="tl">
                    <a:srgbClr val="000000"/>
                  </a:outerShdw>
                </a:effectLst>
                <a:latin typeface="Times New Roman" pitchFamily="18" charset="0"/>
                <a:sym typeface="Wingdings" pitchFamily="2" charset="2"/>
              </a:rPr>
              <a:t>Study the uncovered important causes based on data.</a:t>
            </a:r>
            <a:endParaRPr lang="en-US" altLang="ja-JP">
              <a:effectLst>
                <a:outerShdw blurRad="38100" dist="38100" dir="2700000" algn="tl">
                  <a:srgbClr val="000000"/>
                </a:outerShdw>
              </a:effectLst>
              <a:latin typeface="Times New Roman" pitchFamily="18" charset="0"/>
              <a:sym typeface="Wingdings" pitchFamily="2" charset="2"/>
            </a:endParaRPr>
          </a:p>
        </p:txBody>
      </p:sp>
      <p:sp>
        <p:nvSpPr>
          <p:cNvPr id="482337" name="Text Box 33" descr="20%"/>
          <p:cNvSpPr txBox="1">
            <a:spLocks noChangeArrowheads="1"/>
          </p:cNvSpPr>
          <p:nvPr/>
        </p:nvSpPr>
        <p:spPr bwMode="auto">
          <a:xfrm>
            <a:off x="560388" y="6000750"/>
            <a:ext cx="8888412" cy="596900"/>
          </a:xfrm>
          <a:prstGeom prst="rect">
            <a:avLst/>
          </a:prstGeom>
          <a:pattFill prst="pct20">
            <a:fgClr>
              <a:schemeClr val="accent1"/>
            </a:fgClr>
            <a:bgClr>
              <a:schemeClr val="bg1"/>
            </a:bgClr>
          </a:pattFill>
          <a:ln w="9525">
            <a:solidFill>
              <a:schemeClr val="tx1"/>
            </a:solidFill>
            <a:miter lim="800000"/>
            <a:headEnd/>
            <a:tailEnd/>
          </a:ln>
          <a:effectLst/>
        </p:spPr>
        <p:txBody>
          <a:bodyPr>
            <a:spAutoFit/>
          </a:bodyPr>
          <a:lstStyle/>
          <a:p>
            <a:pPr>
              <a:lnSpc>
                <a:spcPct val="90000"/>
              </a:lnSpc>
              <a:spcBef>
                <a:spcPct val="50000"/>
              </a:spcBef>
              <a:defRPr/>
            </a:pPr>
            <a:r>
              <a:rPr lang="en-US" altLang="ja-JP" sz="1800">
                <a:solidFill>
                  <a:schemeClr val="folHlink"/>
                </a:solidFill>
                <a:effectLst>
                  <a:outerShdw blurRad="38100" dist="38100" dir="2700000" algn="tl">
                    <a:srgbClr val="000000"/>
                  </a:outerShdw>
                </a:effectLst>
                <a:latin typeface="Times New Roman" pitchFamily="18" charset="0"/>
              </a:rPr>
              <a:t>Commonly used tool : Stratification, Graphs, Cause and effect diagram, Pareto chart, Check sheet, Brain storming, Scatter diagram, Histogram, relation diagram</a:t>
            </a:r>
            <a:endParaRPr lang="en-US" altLang="ja-JP">
              <a:effectLst>
                <a:outerShdw blurRad="38100" dist="38100" dir="2700000" algn="tl">
                  <a:srgbClr val="000000"/>
                </a:outerShdw>
              </a:effectLst>
              <a:latin typeface="Times New Roman" pitchFamily="18" charset="0"/>
            </a:endParaRPr>
          </a:p>
        </p:txBody>
      </p:sp>
      <p:sp>
        <p:nvSpPr>
          <p:cNvPr id="482341" name="AutoShape 37"/>
          <p:cNvSpPr>
            <a:spLocks noChangeArrowheads="1"/>
          </p:cNvSpPr>
          <p:nvPr/>
        </p:nvSpPr>
        <p:spPr bwMode="auto">
          <a:xfrm>
            <a:off x="1219200" y="76200"/>
            <a:ext cx="7391400" cy="533400"/>
          </a:xfrm>
          <a:prstGeom prst="roundRect">
            <a:avLst>
              <a:gd name="adj" fmla="val 16667"/>
            </a:avLst>
          </a:prstGeom>
          <a:solidFill>
            <a:srgbClr val="008000"/>
          </a:solidFill>
          <a:ln w="9525">
            <a:solidFill>
              <a:schemeClr val="tx1"/>
            </a:solidFill>
            <a:round/>
            <a:headEnd/>
            <a:tailEnd/>
          </a:ln>
          <a:effectLst>
            <a:outerShdw blurRad="63500" dist="107763" dir="2700000" algn="ctr" rotWithShape="0">
              <a:schemeClr val="bg2">
                <a:alpha val="74998"/>
              </a:schemeClr>
            </a:outerShdw>
          </a:effectLst>
        </p:spPr>
        <p:txBody>
          <a:bodyPr wrap="none" anchor="ctr"/>
          <a:lstStyle/>
          <a:p>
            <a:pPr algn="ctr">
              <a:defRPr/>
            </a:pPr>
            <a:r>
              <a:rPr lang="en-US" altLang="ja-JP" sz="2400">
                <a:effectLst>
                  <a:outerShdw blurRad="38100" dist="38100" dir="2700000" algn="tl">
                    <a:srgbClr val="000000"/>
                  </a:outerShdw>
                </a:effectLst>
                <a:latin typeface="Times New Roman" pitchFamily="18" charset="0"/>
                <a:ea typeface="イワタ中丸ゴシック体(GT)" charset="-128"/>
              </a:rPr>
              <a:t>Basic steps of QC story and problem solving steps.</a:t>
            </a:r>
          </a:p>
        </p:txBody>
      </p:sp>
      <p:grpSp>
        <p:nvGrpSpPr>
          <p:cNvPr id="28684" name="Group 38"/>
          <p:cNvGrpSpPr>
            <a:grpSpLocks/>
          </p:cNvGrpSpPr>
          <p:nvPr/>
        </p:nvGrpSpPr>
        <p:grpSpPr bwMode="auto">
          <a:xfrm>
            <a:off x="22225" y="749300"/>
            <a:ext cx="3330575" cy="519113"/>
            <a:chOff x="14" y="480"/>
            <a:chExt cx="2962" cy="327"/>
          </a:xfrm>
        </p:grpSpPr>
        <p:sp>
          <p:nvSpPr>
            <p:cNvPr id="482343" name="AutoShape 39"/>
            <p:cNvSpPr>
              <a:spLocks noChangeArrowheads="1"/>
            </p:cNvSpPr>
            <p:nvPr/>
          </p:nvSpPr>
          <p:spPr bwMode="auto">
            <a:xfrm>
              <a:off x="68" y="486"/>
              <a:ext cx="2908" cy="288"/>
            </a:xfrm>
            <a:prstGeom prst="roundRect">
              <a:avLst>
                <a:gd name="adj" fmla="val 22917"/>
              </a:avLst>
            </a:prstGeom>
            <a:solidFill>
              <a:srgbClr val="008000"/>
            </a:solidFill>
            <a:ln w="9525">
              <a:solidFill>
                <a:schemeClr val="tx1"/>
              </a:solidFill>
              <a:round/>
              <a:headEnd/>
              <a:tailEnd/>
            </a:ln>
            <a:effectLst>
              <a:outerShdw blurRad="63500" dist="107763" dir="2700000" algn="ctr" rotWithShape="0">
                <a:schemeClr val="bg2">
                  <a:alpha val="74998"/>
                </a:schemeClr>
              </a:outerShdw>
            </a:effectLst>
          </p:spPr>
          <p:txBody>
            <a:bodyPr wrap="none" lIns="1062000" rIns="1242000" anchor="ctr"/>
            <a:lstStyle/>
            <a:p>
              <a:pPr>
                <a:defRPr/>
              </a:pPr>
              <a:endParaRPr lang="en-US">
                <a:effectLst>
                  <a:outerShdw blurRad="38100" dist="38100" dir="2700000" algn="tl">
                    <a:srgbClr val="000000"/>
                  </a:outerShdw>
                </a:effectLst>
              </a:endParaRPr>
            </a:p>
          </p:txBody>
        </p:sp>
        <p:sp>
          <p:nvSpPr>
            <p:cNvPr id="482344" name="Text Box 40"/>
            <p:cNvSpPr txBox="1">
              <a:spLocks noChangeArrowheads="1"/>
            </p:cNvSpPr>
            <p:nvPr/>
          </p:nvSpPr>
          <p:spPr bwMode="auto">
            <a:xfrm>
              <a:off x="14" y="480"/>
              <a:ext cx="2866" cy="327"/>
            </a:xfrm>
            <a:prstGeom prst="rect">
              <a:avLst/>
            </a:prstGeom>
            <a:noFill/>
            <a:ln w="9525">
              <a:noFill/>
              <a:miter lim="800000"/>
              <a:headEnd/>
              <a:tailEnd/>
            </a:ln>
            <a:effectLst/>
          </p:spPr>
          <p:txBody>
            <a:bodyPr lIns="36000" rIns="36000">
              <a:spAutoFit/>
            </a:bodyPr>
            <a:lstStyle/>
            <a:p>
              <a:pPr algn="ctr">
                <a:spcBef>
                  <a:spcPct val="50000"/>
                </a:spcBef>
                <a:defRPr/>
              </a:pPr>
              <a:r>
                <a:rPr lang="en-US" altLang="ja-JP" sz="2400">
                  <a:effectLst>
                    <a:outerShdw blurRad="38100" dist="38100" dir="2700000" algn="tl">
                      <a:srgbClr val="000000"/>
                    </a:outerShdw>
                  </a:effectLst>
                  <a:latin typeface="Times New Roman" pitchFamily="18" charset="0"/>
                  <a:ea typeface="イワタ中丸ゴシック体(GT)" charset="-128"/>
                  <a:cs typeface="Angsana New" pitchFamily="18" charset="-34"/>
                </a:rPr>
                <a:t>(2)</a:t>
              </a:r>
              <a:r>
                <a:rPr lang="en-US" altLang="ja-JP">
                  <a:effectLst>
                    <a:outerShdw blurRad="38100" dist="38100" dir="2700000" algn="tl">
                      <a:srgbClr val="000000"/>
                    </a:outerShdw>
                  </a:effectLst>
                  <a:latin typeface="Times New Roman" pitchFamily="18" charset="0"/>
                  <a:ea typeface="イワタ中丸ゴシック体(GT)" charset="-128"/>
                  <a:cs typeface="Angsana New" pitchFamily="18" charset="-34"/>
                </a:rPr>
                <a:t> </a:t>
              </a:r>
              <a:r>
                <a:rPr lang="en-US" altLang="ja-JP" sz="2000">
                  <a:effectLst>
                    <a:outerShdw blurRad="38100" dist="38100" dir="2700000" algn="tl">
                      <a:srgbClr val="000000"/>
                    </a:outerShdw>
                  </a:effectLst>
                  <a:latin typeface="Times New Roman" pitchFamily="18" charset="0"/>
                  <a:ea typeface="イワタ中丸ゴシック体(GT)" charset="-128"/>
                  <a:cs typeface="Angsana New" pitchFamily="18" charset="-34"/>
                </a:rPr>
                <a:t>Problem solving step</a:t>
              </a:r>
              <a:r>
                <a:rPr lang="en-US" altLang="ja-JP">
                  <a:effectLst>
                    <a:outerShdw blurRad="38100" dist="38100" dir="2700000" algn="tl">
                      <a:srgbClr val="000000"/>
                    </a:outerShdw>
                  </a:effectLst>
                  <a:ea typeface="イワタ中丸ゴシック体(GT)" charset="-128"/>
                  <a:cs typeface="Angsana New" pitchFamily="18" charset="-34"/>
                </a:rPr>
                <a:t> </a:t>
              </a: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4367" name="AutoShape 15"/>
          <p:cNvSpPr>
            <a:spLocks noChangeArrowheads="1"/>
          </p:cNvSpPr>
          <p:nvPr/>
        </p:nvSpPr>
        <p:spPr bwMode="auto">
          <a:xfrm>
            <a:off x="228600" y="5229225"/>
            <a:ext cx="9477375" cy="1552575"/>
          </a:xfrm>
          <a:prstGeom prst="roundRect">
            <a:avLst>
              <a:gd name="adj" fmla="val 5282"/>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sp>
        <p:nvSpPr>
          <p:cNvPr id="484368" name="Text Box 16"/>
          <p:cNvSpPr txBox="1">
            <a:spLocks noChangeArrowheads="1"/>
          </p:cNvSpPr>
          <p:nvPr/>
        </p:nvSpPr>
        <p:spPr bwMode="auto">
          <a:xfrm>
            <a:off x="342900" y="5029200"/>
            <a:ext cx="5186363" cy="406400"/>
          </a:xfrm>
          <a:prstGeom prst="rect">
            <a:avLst/>
          </a:prstGeom>
          <a:solidFill>
            <a:srgbClr val="CC0099"/>
          </a:solidFill>
          <a:ln w="9525">
            <a:solidFill>
              <a:schemeClr val="tx1"/>
            </a:solidFill>
            <a:miter lim="800000"/>
            <a:headEnd/>
            <a:tailEnd/>
          </a:ln>
          <a:effectLst/>
        </p:spPr>
        <p:txBody>
          <a:bodyPr lIns="0" rIns="0">
            <a:spAutoFit/>
          </a:bodyPr>
          <a:lstStyle/>
          <a:p>
            <a:pPr algn="ctr">
              <a:spcBef>
                <a:spcPct val="50000"/>
              </a:spcBef>
              <a:defRPr/>
            </a:pPr>
            <a:r>
              <a:rPr lang="en-US" altLang="ja-JP" sz="2000">
                <a:effectLst>
                  <a:outerShdw blurRad="38100" dist="38100" dir="2700000" algn="tl">
                    <a:srgbClr val="000000"/>
                  </a:outerShdw>
                </a:effectLst>
                <a:latin typeface="Times New Roman" pitchFamily="18" charset="0"/>
              </a:rPr>
              <a:t>Step 7. </a:t>
            </a:r>
            <a:r>
              <a:rPr lang="th-TH" altLang="ja-JP" sz="2000">
                <a:effectLst>
                  <a:outerShdw blurRad="38100" dist="38100" dir="2700000" algn="tl">
                    <a:srgbClr val="000000"/>
                  </a:outerShdw>
                </a:effectLst>
                <a:latin typeface="Times New Roman" pitchFamily="18" charset="0"/>
              </a:rPr>
              <a:t> </a:t>
            </a:r>
            <a:r>
              <a:rPr lang="en-US" altLang="ja-JP" sz="2000">
                <a:effectLst>
                  <a:outerShdw blurRad="38100" dist="38100" dir="2700000" algn="tl">
                    <a:srgbClr val="000000"/>
                  </a:outerShdw>
                </a:effectLst>
                <a:latin typeface="Times New Roman" pitchFamily="18" charset="0"/>
              </a:rPr>
              <a:t>Standardize and establish control</a:t>
            </a:r>
            <a:endParaRPr lang="en-US" altLang="ja-JP">
              <a:effectLst>
                <a:outerShdw blurRad="38100" dist="38100" dir="2700000" algn="tl">
                  <a:srgbClr val="000000"/>
                </a:outerShdw>
              </a:effectLst>
              <a:latin typeface="Times New Roman" pitchFamily="18" charset="0"/>
            </a:endParaRPr>
          </a:p>
        </p:txBody>
      </p:sp>
      <p:sp>
        <p:nvSpPr>
          <p:cNvPr id="484369" name="Text Box 17"/>
          <p:cNvSpPr txBox="1">
            <a:spLocks noChangeArrowheads="1"/>
          </p:cNvSpPr>
          <p:nvPr/>
        </p:nvSpPr>
        <p:spPr bwMode="auto">
          <a:xfrm>
            <a:off x="228600" y="5661025"/>
            <a:ext cx="9372600" cy="825500"/>
          </a:xfrm>
          <a:prstGeom prst="rect">
            <a:avLst/>
          </a:prstGeom>
          <a:noFill/>
          <a:ln w="9525">
            <a:noFill/>
            <a:miter lim="800000"/>
            <a:headEnd/>
            <a:tailEnd/>
          </a:ln>
          <a:effectLst/>
        </p:spPr>
        <p:txBody>
          <a:bodyPr>
            <a:spAutoFit/>
          </a:bodyPr>
          <a:lstStyle/>
          <a:p>
            <a:pPr>
              <a:defRPr/>
            </a:pPr>
            <a:r>
              <a:rPr lang="en-US" altLang="ja-JP" sz="1600">
                <a:effectLst>
                  <a:outerShdw blurRad="38100" dist="38100" dir="2700000" algn="tl">
                    <a:srgbClr val="000000"/>
                  </a:outerShdw>
                </a:effectLst>
                <a:latin typeface="Times New Roman" pitchFamily="18" charset="0"/>
                <a:ea typeface="イワタ中丸ゴシック体(GT)" charset="-128"/>
                <a:sym typeface="Wingdings" pitchFamily="2" charset="2"/>
              </a:rPr>
              <a:t></a:t>
            </a:r>
            <a:r>
              <a:rPr lang="th-TH" altLang="ja-JP" sz="1600">
                <a:effectLst>
                  <a:outerShdw blurRad="38100" dist="38100" dir="2700000" algn="tl">
                    <a:srgbClr val="000000"/>
                  </a:outerShdw>
                </a:effectLst>
                <a:latin typeface="Times New Roman" pitchFamily="18" charset="0"/>
                <a:ea typeface="イワタ中丸ゴシック体(GT)" charset="-128"/>
                <a:sym typeface="Wingdings" pitchFamily="2" charset="2"/>
              </a:rPr>
              <a:t> </a:t>
            </a:r>
            <a:r>
              <a:rPr lang="en-US" altLang="ja-JP" sz="1600">
                <a:effectLst>
                  <a:outerShdw blurRad="38100" dist="38100" dir="2700000" algn="tl">
                    <a:srgbClr val="000000"/>
                  </a:outerShdw>
                </a:effectLst>
                <a:latin typeface="Times New Roman" pitchFamily="18" charset="0"/>
                <a:ea typeface="イワタ中丸ゴシック体(GT)" charset="-128"/>
                <a:sym typeface="Wingdings" pitchFamily="2" charset="2"/>
              </a:rPr>
              <a:t>Review and revise standard documentation, manuals and control methods etc.</a:t>
            </a:r>
          </a:p>
          <a:p>
            <a:pPr>
              <a:defRPr/>
            </a:pPr>
            <a:r>
              <a:rPr lang="en-US" altLang="ja-JP" sz="1600">
                <a:effectLst>
                  <a:outerShdw blurRad="38100" dist="38100" dir="2700000" algn="tl">
                    <a:srgbClr val="000000"/>
                  </a:outerShdw>
                </a:effectLst>
                <a:latin typeface="Times New Roman" pitchFamily="18" charset="0"/>
                <a:ea typeface="イワタ中丸ゴシック体(GT)" charset="-128"/>
                <a:sym typeface="Wingdings" pitchFamily="2" charset="2"/>
              </a:rPr>
              <a:t></a:t>
            </a:r>
            <a:r>
              <a:rPr lang="th-TH" altLang="ja-JP" sz="1600">
                <a:effectLst>
                  <a:outerShdw blurRad="38100" dist="38100" dir="2700000" algn="tl">
                    <a:srgbClr val="000000"/>
                  </a:outerShdw>
                </a:effectLst>
                <a:latin typeface="Times New Roman" pitchFamily="18" charset="0"/>
                <a:ea typeface="イワタ中丸ゴシック体(GT)" charset="-128"/>
                <a:sym typeface="Wingdings" pitchFamily="2" charset="2"/>
              </a:rPr>
              <a:t> </a:t>
            </a:r>
            <a:r>
              <a:rPr lang="en-US" altLang="ja-JP" sz="1600">
                <a:effectLst>
                  <a:outerShdw blurRad="38100" dist="38100" dir="2700000" algn="tl">
                    <a:srgbClr val="000000"/>
                  </a:outerShdw>
                </a:effectLst>
                <a:latin typeface="Times New Roman" pitchFamily="18" charset="0"/>
                <a:ea typeface="イワタ中丸ゴシック体(GT)" charset="-128"/>
                <a:sym typeface="Wingdings" pitchFamily="2" charset="2"/>
              </a:rPr>
              <a:t>Inform all related individuals.</a:t>
            </a:r>
          </a:p>
          <a:p>
            <a:pPr>
              <a:defRPr/>
            </a:pPr>
            <a:r>
              <a:rPr lang="en-US" altLang="ja-JP" sz="1600">
                <a:effectLst>
                  <a:outerShdw blurRad="38100" dist="38100" dir="2700000" algn="tl">
                    <a:srgbClr val="000000"/>
                  </a:outerShdw>
                </a:effectLst>
                <a:latin typeface="Times New Roman" pitchFamily="18" charset="0"/>
                <a:ea typeface="イワタ中丸ゴシック体(GT)" charset="-128"/>
                <a:sym typeface="Wingdings" pitchFamily="2" charset="2"/>
              </a:rPr>
              <a:t></a:t>
            </a:r>
            <a:r>
              <a:rPr lang="th-TH" altLang="ja-JP" sz="1600">
                <a:effectLst>
                  <a:outerShdw blurRad="38100" dist="38100" dir="2700000" algn="tl">
                    <a:srgbClr val="000000"/>
                  </a:outerShdw>
                </a:effectLst>
                <a:latin typeface="Times New Roman" pitchFamily="18" charset="0"/>
                <a:ea typeface="イワタ中丸ゴシック体(GT)" charset="-128"/>
                <a:sym typeface="Wingdings" pitchFamily="2" charset="2"/>
              </a:rPr>
              <a:t> </a:t>
            </a:r>
            <a:r>
              <a:rPr lang="en-US" altLang="ja-JP" sz="1600">
                <a:effectLst>
                  <a:outerShdw blurRad="38100" dist="38100" dir="2700000" algn="tl">
                    <a:srgbClr val="000000"/>
                  </a:outerShdw>
                </a:effectLst>
                <a:latin typeface="Times New Roman" pitchFamily="18" charset="0"/>
                <a:ea typeface="イワタ中丸ゴシック体(GT)" charset="-128"/>
                <a:sym typeface="Wingdings" pitchFamily="2" charset="2"/>
              </a:rPr>
              <a:t>Periodically check whether measures are being maintained.</a:t>
            </a:r>
          </a:p>
        </p:txBody>
      </p:sp>
      <p:sp>
        <p:nvSpPr>
          <p:cNvPr id="484370" name="Text Box 18" descr="20%"/>
          <p:cNvSpPr txBox="1">
            <a:spLocks noChangeArrowheads="1"/>
          </p:cNvSpPr>
          <p:nvPr/>
        </p:nvSpPr>
        <p:spPr bwMode="auto">
          <a:xfrm>
            <a:off x="6032500" y="6092825"/>
            <a:ext cx="3657600" cy="346075"/>
          </a:xfrm>
          <a:prstGeom prst="rect">
            <a:avLst/>
          </a:prstGeom>
          <a:pattFill prst="pct20">
            <a:fgClr>
              <a:schemeClr val="accent1"/>
            </a:fgClr>
            <a:bgClr>
              <a:schemeClr val="bg1"/>
            </a:bgClr>
          </a:pattFill>
          <a:ln w="9525">
            <a:solidFill>
              <a:schemeClr val="tx1"/>
            </a:solidFill>
            <a:miter lim="800000"/>
            <a:headEnd/>
            <a:tailEnd/>
          </a:ln>
          <a:effectLst/>
        </p:spPr>
        <p:txBody>
          <a:bodyPr>
            <a:spAutoFit/>
          </a:bodyPr>
          <a:lstStyle/>
          <a:p>
            <a:pPr>
              <a:spcBef>
                <a:spcPct val="50000"/>
              </a:spcBef>
              <a:defRPr/>
            </a:pPr>
            <a:r>
              <a:rPr lang="en-US" altLang="ja-JP" sz="1600">
                <a:solidFill>
                  <a:schemeClr val="folHlink"/>
                </a:solidFill>
                <a:effectLst>
                  <a:outerShdw blurRad="38100" dist="38100" dir="2700000" algn="tl">
                    <a:srgbClr val="000000"/>
                  </a:outerShdw>
                </a:effectLst>
                <a:latin typeface="Times New Roman" pitchFamily="18" charset="0"/>
              </a:rPr>
              <a:t>Commonly used tool : Control chart</a:t>
            </a:r>
            <a:endParaRPr lang="en-US" altLang="ja-JP">
              <a:effectLst>
                <a:outerShdw blurRad="38100" dist="38100" dir="2700000" algn="tl">
                  <a:srgbClr val="000000"/>
                </a:outerShdw>
              </a:effectLst>
              <a:latin typeface="Times New Roman" pitchFamily="18" charset="0"/>
            </a:endParaRPr>
          </a:p>
        </p:txBody>
      </p:sp>
      <p:sp>
        <p:nvSpPr>
          <p:cNvPr id="484372" name="AutoShape 20"/>
          <p:cNvSpPr>
            <a:spLocks noChangeArrowheads="1"/>
          </p:cNvSpPr>
          <p:nvPr/>
        </p:nvSpPr>
        <p:spPr bwMode="auto">
          <a:xfrm>
            <a:off x="200025" y="3429000"/>
            <a:ext cx="9505950" cy="1439863"/>
          </a:xfrm>
          <a:prstGeom prst="roundRect">
            <a:avLst>
              <a:gd name="adj" fmla="val 5282"/>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sp>
        <p:nvSpPr>
          <p:cNvPr id="484373" name="Text Box 21"/>
          <p:cNvSpPr txBox="1">
            <a:spLocks noChangeArrowheads="1"/>
          </p:cNvSpPr>
          <p:nvPr/>
        </p:nvSpPr>
        <p:spPr bwMode="auto">
          <a:xfrm>
            <a:off x="431800" y="3141663"/>
            <a:ext cx="3729038" cy="466725"/>
          </a:xfrm>
          <a:prstGeom prst="rect">
            <a:avLst/>
          </a:prstGeom>
          <a:solidFill>
            <a:srgbClr val="CC0099"/>
          </a:solidFill>
          <a:ln w="9525">
            <a:solidFill>
              <a:schemeClr val="tx1"/>
            </a:solidFill>
            <a:miter lim="800000"/>
            <a:headEnd/>
            <a:tailEnd/>
          </a:ln>
          <a:effectLst>
            <a:outerShdw blurRad="63500" dist="107763" dir="2700000" algn="ctr" rotWithShape="0">
              <a:schemeClr val="bg2">
                <a:alpha val="74998"/>
              </a:schemeClr>
            </a:outerShdw>
          </a:effectLst>
        </p:spPr>
        <p:txBody>
          <a:bodyPr lIns="180000" rIns="0">
            <a:spAutoFit/>
          </a:bodyPr>
          <a:lstStyle/>
          <a:p>
            <a:pPr>
              <a:lnSpc>
                <a:spcPct val="120000"/>
              </a:lnSpc>
              <a:spcBef>
                <a:spcPct val="50000"/>
              </a:spcBef>
              <a:defRPr/>
            </a:pPr>
            <a:r>
              <a:rPr lang="en-US" altLang="ja-JP" sz="2000">
                <a:effectLst>
                  <a:outerShdw blurRad="38100" dist="38100" dir="2700000" algn="tl">
                    <a:srgbClr val="000000"/>
                  </a:outerShdw>
                </a:effectLst>
                <a:latin typeface="Times New Roman" pitchFamily="18" charset="0"/>
                <a:ea typeface="イワタ中丸ゴシック体(GT)" charset="-128"/>
              </a:rPr>
              <a:t>Step 6. Checking results</a:t>
            </a:r>
          </a:p>
        </p:txBody>
      </p:sp>
      <p:sp>
        <p:nvSpPr>
          <p:cNvPr id="484374" name="Text Box 22"/>
          <p:cNvSpPr txBox="1">
            <a:spLocks noChangeArrowheads="1"/>
          </p:cNvSpPr>
          <p:nvPr/>
        </p:nvSpPr>
        <p:spPr bwMode="auto">
          <a:xfrm>
            <a:off x="200025" y="3860800"/>
            <a:ext cx="6480175" cy="825500"/>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600">
                <a:effectLst>
                  <a:outerShdw blurRad="38100" dist="38100" dir="2700000" algn="tl">
                    <a:srgbClr val="000000"/>
                  </a:outerShdw>
                </a:effectLst>
                <a:latin typeface="Times New Roman" panose="02020603050405020304" pitchFamily="18" charset="0"/>
                <a:ea typeface="イワタ中丸ゴシック体(GT)" charset="-128"/>
                <a:sym typeface="Wingdings" panose="05000000000000000000" pitchFamily="2" charset="2"/>
              </a:rPr>
              <a:t> Compare effect of Kaizen with target values.</a:t>
            </a:r>
          </a:p>
          <a:p>
            <a:pPr eaLnBrk="1" hangingPunct="1"/>
            <a:r>
              <a:rPr lang="en-US" altLang="ja-JP" sz="1600">
                <a:effectLst>
                  <a:outerShdw blurRad="38100" dist="38100" dir="2700000" algn="tl">
                    <a:srgbClr val="000000"/>
                  </a:outerShdw>
                </a:effectLst>
                <a:latin typeface="Times New Roman" panose="02020603050405020304" pitchFamily="18" charset="0"/>
                <a:ea typeface="イワタ中丸ゴシック体(GT)" charset="-128"/>
                <a:sym typeface="Wingdings" panose="05000000000000000000" pitchFamily="2" charset="2"/>
              </a:rPr>
              <a:t> Investigate whether there are any negative effects.</a:t>
            </a:r>
          </a:p>
          <a:p>
            <a:pPr eaLnBrk="1" hangingPunct="1"/>
            <a:r>
              <a:rPr lang="en-US" altLang="ja-JP" sz="1600">
                <a:effectLst>
                  <a:outerShdw blurRad="38100" dist="38100" dir="2700000" algn="tl">
                    <a:srgbClr val="000000"/>
                  </a:outerShdw>
                </a:effectLst>
                <a:latin typeface="Times New Roman" panose="02020603050405020304" pitchFamily="18" charset="0"/>
                <a:ea typeface="イワタ中丸ゴシック体(GT)" charset="-128"/>
                <a:sym typeface="Wingdings" panose="05000000000000000000" pitchFamily="2" charset="2"/>
              </a:rPr>
              <a:t></a:t>
            </a:r>
            <a:r>
              <a:rPr lang="th-TH" altLang="ja-JP" sz="1600">
                <a:effectLst>
                  <a:outerShdw blurRad="38100" dist="38100" dir="2700000" algn="tl">
                    <a:srgbClr val="000000"/>
                  </a:outerShdw>
                </a:effectLst>
                <a:latin typeface="Times New Roman" panose="02020603050405020304" pitchFamily="18" charset="0"/>
                <a:ea typeface="イワタ中丸ゴシック体(GT)" charset="-128"/>
                <a:sym typeface="Wingdings" panose="05000000000000000000" pitchFamily="2" charset="2"/>
              </a:rPr>
              <a:t> </a:t>
            </a:r>
            <a:r>
              <a:rPr lang="en-US" altLang="ja-JP" sz="1600">
                <a:effectLst>
                  <a:outerShdw blurRad="38100" dist="38100" dir="2700000" algn="tl">
                    <a:srgbClr val="000000"/>
                  </a:outerShdw>
                </a:effectLst>
                <a:latin typeface="Times New Roman" panose="02020603050405020304" pitchFamily="18" charset="0"/>
                <a:ea typeface="イワタ中丸ゴシック体(GT)" charset="-128"/>
                <a:sym typeface="Wingdings" panose="05000000000000000000" pitchFamily="2" charset="2"/>
              </a:rPr>
              <a:t>Try to grasp intangible effects and ripple effects as best  possible.</a:t>
            </a:r>
          </a:p>
        </p:txBody>
      </p:sp>
      <p:sp>
        <p:nvSpPr>
          <p:cNvPr id="484375" name="Text Box 23" descr="20%"/>
          <p:cNvSpPr txBox="1">
            <a:spLocks noChangeArrowheads="1"/>
          </p:cNvSpPr>
          <p:nvPr/>
        </p:nvSpPr>
        <p:spPr bwMode="auto">
          <a:xfrm>
            <a:off x="6105525" y="3500438"/>
            <a:ext cx="3594100" cy="739775"/>
          </a:xfrm>
          <a:prstGeom prst="rect">
            <a:avLst/>
          </a:prstGeom>
          <a:pattFill prst="pct20">
            <a:fgClr>
              <a:schemeClr val="accent1"/>
            </a:fgClr>
            <a:bgClr>
              <a:schemeClr val="bg1"/>
            </a:bgClr>
          </a:pattFill>
          <a:ln w="9525">
            <a:solidFill>
              <a:schemeClr val="tx1"/>
            </a:solid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en-US" altLang="ja-JP" sz="1400">
                <a:solidFill>
                  <a:schemeClr val="folHlink"/>
                </a:solidFill>
                <a:effectLst>
                  <a:outerShdw blurRad="38100" dist="38100" dir="2700000" algn="tl">
                    <a:srgbClr val="000000"/>
                  </a:outerShdw>
                </a:effectLst>
                <a:latin typeface="Times New Roman" panose="02020603050405020304" pitchFamily="18" charset="0"/>
                <a:ea typeface="イワタ中丸ゴシック体(GT)" charset="-128"/>
              </a:rPr>
              <a:t>Commonly used tool : Graphs, Control chart, Pareto chart, Histogram, Check sheets</a:t>
            </a:r>
          </a:p>
        </p:txBody>
      </p:sp>
      <p:sp>
        <p:nvSpPr>
          <p:cNvPr id="484377" name="AutoShape 25"/>
          <p:cNvSpPr>
            <a:spLocks noChangeArrowheads="1"/>
          </p:cNvSpPr>
          <p:nvPr/>
        </p:nvSpPr>
        <p:spPr bwMode="auto">
          <a:xfrm>
            <a:off x="177800" y="1579563"/>
            <a:ext cx="9528175" cy="1417637"/>
          </a:xfrm>
          <a:prstGeom prst="roundRect">
            <a:avLst>
              <a:gd name="adj" fmla="val 5282"/>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sp>
        <p:nvSpPr>
          <p:cNvPr id="484378" name="Text Box 26"/>
          <p:cNvSpPr txBox="1">
            <a:spLocks noChangeArrowheads="1"/>
          </p:cNvSpPr>
          <p:nvPr/>
        </p:nvSpPr>
        <p:spPr bwMode="auto">
          <a:xfrm>
            <a:off x="304800" y="1384300"/>
            <a:ext cx="5440363" cy="369888"/>
          </a:xfrm>
          <a:prstGeom prst="rect">
            <a:avLst/>
          </a:prstGeom>
          <a:solidFill>
            <a:srgbClr val="CC0099"/>
          </a:solidFill>
          <a:ln w="9525">
            <a:solidFill>
              <a:schemeClr val="tx1"/>
            </a:solidFill>
            <a:miter lim="800000"/>
            <a:headEnd/>
            <a:tailEnd/>
          </a:ln>
          <a:effectLst>
            <a:outerShdw blurRad="63500" dist="107763" dir="2700000" algn="ctr" rotWithShape="0">
              <a:schemeClr val="bg2">
                <a:alpha val="74998"/>
              </a:schemeClr>
            </a:outerShdw>
          </a:effectLst>
        </p:spPr>
        <p:txBody>
          <a:bodyPr lIns="18000" rIns="0">
            <a:spAutoFit/>
          </a:bodyPr>
          <a:lstStyle/>
          <a:p>
            <a:pPr algn="ctr">
              <a:lnSpc>
                <a:spcPct val="110000"/>
              </a:lnSpc>
              <a:spcBef>
                <a:spcPct val="50000"/>
              </a:spcBef>
              <a:defRPr/>
            </a:pPr>
            <a:r>
              <a:rPr lang="en-US" altLang="ja-JP" sz="1600">
                <a:effectLst>
                  <a:outerShdw blurRad="38100" dist="38100" dir="2700000" algn="tl">
                    <a:srgbClr val="000000"/>
                  </a:outerShdw>
                </a:effectLst>
                <a:latin typeface="Times New Roman" pitchFamily="18" charset="0"/>
                <a:ea typeface="イワタ中丸ゴシック体(GT)" charset="-128"/>
              </a:rPr>
              <a:t>Step 5. Countermeasure planning and implementation</a:t>
            </a:r>
            <a:r>
              <a:rPr lang="en-US" altLang="ja-JP" sz="1600">
                <a:effectLst>
                  <a:outerShdw blurRad="38100" dist="38100" dir="2700000" algn="tl">
                    <a:srgbClr val="000000"/>
                  </a:outerShdw>
                </a:effectLst>
                <a:ea typeface="イワタ中丸ゴシック体(GT)" charset="-128"/>
              </a:rPr>
              <a:t> </a:t>
            </a:r>
          </a:p>
        </p:txBody>
      </p:sp>
      <p:sp>
        <p:nvSpPr>
          <p:cNvPr id="484379" name="Text Box 27"/>
          <p:cNvSpPr txBox="1">
            <a:spLocks noChangeArrowheads="1"/>
          </p:cNvSpPr>
          <p:nvPr/>
        </p:nvSpPr>
        <p:spPr bwMode="auto">
          <a:xfrm>
            <a:off x="260350" y="1989138"/>
            <a:ext cx="6564313" cy="730250"/>
          </a:xfrm>
          <a:prstGeom prst="rect">
            <a:avLst/>
          </a:prstGeom>
          <a:noFill/>
          <a:ln w="9525">
            <a:noFill/>
            <a:miter lim="800000"/>
            <a:headEnd/>
            <a:tailEnd/>
          </a:ln>
          <a:effectLst/>
        </p:spPr>
        <p:txBody>
          <a:bodyPr>
            <a:spAutoFit/>
          </a:bodyPr>
          <a:lstStyle/>
          <a:p>
            <a:pPr>
              <a:defRPr/>
            </a:pPr>
            <a:r>
              <a:rPr lang="en-US" altLang="ja-JP" sz="1400">
                <a:effectLst>
                  <a:outerShdw blurRad="38100" dist="38100" dir="2700000" algn="tl">
                    <a:srgbClr val="000000"/>
                  </a:outerShdw>
                </a:effectLst>
                <a:latin typeface="Times New Roman" pitchFamily="18" charset="0"/>
                <a:ea typeface="イワタ中丸ゴシック体(GT)" charset="-128"/>
                <a:sym typeface="Wingdings" pitchFamily="2" charset="2"/>
              </a:rPr>
              <a:t></a:t>
            </a:r>
            <a:r>
              <a:rPr lang="th-TH" altLang="ja-JP" sz="1400">
                <a:effectLst>
                  <a:outerShdw blurRad="38100" dist="38100" dir="2700000" algn="tl">
                    <a:srgbClr val="000000"/>
                  </a:outerShdw>
                </a:effectLst>
                <a:latin typeface="Times New Roman" pitchFamily="18" charset="0"/>
                <a:ea typeface="イワタ中丸ゴシック体(GT)" charset="-128"/>
                <a:sym typeface="Wingdings" pitchFamily="2" charset="2"/>
              </a:rPr>
              <a:t> </a:t>
            </a:r>
            <a:r>
              <a:rPr lang="en-US" altLang="ja-JP" sz="1400">
                <a:effectLst>
                  <a:outerShdw blurRad="38100" dist="38100" dir="2700000" algn="tl">
                    <a:srgbClr val="000000"/>
                  </a:outerShdw>
                </a:effectLst>
                <a:latin typeface="Times New Roman" pitchFamily="18" charset="0"/>
                <a:ea typeface="イワタ中丸ゴシック体(GT)" charset="-128"/>
                <a:sym typeface="Wingdings" pitchFamily="2" charset="2"/>
              </a:rPr>
              <a:t>Output ideas for countermeasures</a:t>
            </a:r>
          </a:p>
          <a:p>
            <a:pPr>
              <a:defRPr/>
            </a:pPr>
            <a:r>
              <a:rPr lang="en-US" altLang="ja-JP" sz="1400">
                <a:effectLst>
                  <a:outerShdw blurRad="38100" dist="38100" dir="2700000" algn="tl">
                    <a:srgbClr val="000000"/>
                  </a:outerShdw>
                </a:effectLst>
                <a:latin typeface="Times New Roman" pitchFamily="18" charset="0"/>
                <a:ea typeface="イワタ中丸ゴシック体(GT)" charset="-128"/>
                <a:sym typeface="Wingdings" pitchFamily="2" charset="2"/>
              </a:rPr>
              <a:t></a:t>
            </a:r>
            <a:r>
              <a:rPr lang="th-TH" altLang="ja-JP" sz="1400">
                <a:effectLst>
                  <a:outerShdw blurRad="38100" dist="38100" dir="2700000" algn="tl">
                    <a:srgbClr val="000000"/>
                  </a:outerShdw>
                </a:effectLst>
                <a:latin typeface="Times New Roman" pitchFamily="18" charset="0"/>
                <a:ea typeface="イワタ中丸ゴシック体(GT)" charset="-128"/>
                <a:sym typeface="Wingdings" pitchFamily="2" charset="2"/>
              </a:rPr>
              <a:t> </a:t>
            </a:r>
            <a:r>
              <a:rPr lang="en-US" altLang="ja-JP" sz="1400">
                <a:effectLst>
                  <a:outerShdw blurRad="38100" dist="38100" dir="2700000" algn="tl">
                    <a:srgbClr val="000000"/>
                  </a:outerShdw>
                </a:effectLst>
                <a:latin typeface="Times New Roman" pitchFamily="18" charset="0"/>
                <a:ea typeface="イワタ中丸ゴシック体(GT)" charset="-128"/>
                <a:sym typeface="Wingdings" pitchFamily="2" charset="2"/>
              </a:rPr>
              <a:t>Investigate whether countermeasures are actually possible (cost, time period etc.)</a:t>
            </a:r>
          </a:p>
          <a:p>
            <a:pPr>
              <a:defRPr/>
            </a:pPr>
            <a:r>
              <a:rPr lang="en-US" altLang="ja-JP" sz="1400">
                <a:effectLst>
                  <a:outerShdw blurRad="38100" dist="38100" dir="2700000" algn="tl">
                    <a:srgbClr val="000000"/>
                  </a:outerShdw>
                </a:effectLst>
                <a:latin typeface="Times New Roman" pitchFamily="18" charset="0"/>
                <a:ea typeface="イワタ中丸ゴシック体(GT)" charset="-128"/>
                <a:sym typeface="Wingdings" pitchFamily="2" charset="2"/>
              </a:rPr>
              <a:t></a:t>
            </a:r>
            <a:r>
              <a:rPr lang="th-TH" altLang="ja-JP" sz="1400">
                <a:effectLst>
                  <a:outerShdw blurRad="38100" dist="38100" dir="2700000" algn="tl">
                    <a:srgbClr val="000000"/>
                  </a:outerShdw>
                </a:effectLst>
                <a:latin typeface="Times New Roman" pitchFamily="18" charset="0"/>
                <a:ea typeface="イワタ中丸ゴシック体(GT)" charset="-128"/>
                <a:sym typeface="Wingdings" pitchFamily="2" charset="2"/>
              </a:rPr>
              <a:t> </a:t>
            </a:r>
            <a:r>
              <a:rPr lang="en-US" altLang="ja-JP" sz="1400">
                <a:effectLst>
                  <a:outerShdw blurRad="38100" dist="38100" dir="2700000" algn="tl">
                    <a:srgbClr val="000000"/>
                  </a:outerShdw>
                </a:effectLst>
                <a:latin typeface="Times New Roman" pitchFamily="18" charset="0"/>
                <a:ea typeface="イワタ中丸ゴシック体(GT)" charset="-128"/>
                <a:sym typeface="Wingdings" pitchFamily="2" charset="2"/>
              </a:rPr>
              <a:t>Depending on contents, obtain approval from supervisor and staff.</a:t>
            </a:r>
          </a:p>
        </p:txBody>
      </p:sp>
      <p:sp>
        <p:nvSpPr>
          <p:cNvPr id="484380" name="Text Box 28" descr="20%"/>
          <p:cNvSpPr txBox="1">
            <a:spLocks noChangeArrowheads="1"/>
          </p:cNvSpPr>
          <p:nvPr/>
        </p:nvSpPr>
        <p:spPr bwMode="auto">
          <a:xfrm>
            <a:off x="6681788" y="1628775"/>
            <a:ext cx="2998787" cy="590550"/>
          </a:xfrm>
          <a:prstGeom prst="rect">
            <a:avLst/>
          </a:prstGeom>
          <a:pattFill prst="pct20">
            <a:fgClr>
              <a:schemeClr val="accent1"/>
            </a:fgClr>
            <a:bgClr>
              <a:schemeClr val="bg1"/>
            </a:bgClr>
          </a:pattFill>
          <a:ln w="9525">
            <a:solidFill>
              <a:schemeClr val="tx1"/>
            </a:solid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en-US" altLang="ja-JP" sz="1600">
                <a:solidFill>
                  <a:schemeClr val="folHlink"/>
                </a:solidFill>
                <a:effectLst>
                  <a:outerShdw blurRad="38100" dist="38100" dir="2700000" algn="tl">
                    <a:srgbClr val="000000"/>
                  </a:outerShdw>
                </a:effectLst>
                <a:latin typeface="Times New Roman" panose="02020603050405020304" pitchFamily="18" charset="0"/>
                <a:ea typeface="イワタ中丸ゴシック体(GT)" charset="-128"/>
              </a:rPr>
              <a:t>Commonly used tool : Brain storming, relation diagram</a:t>
            </a:r>
          </a:p>
        </p:txBody>
      </p:sp>
      <p:sp>
        <p:nvSpPr>
          <p:cNvPr id="484396" name="AutoShape 44"/>
          <p:cNvSpPr>
            <a:spLocks noChangeArrowheads="1"/>
          </p:cNvSpPr>
          <p:nvPr/>
        </p:nvSpPr>
        <p:spPr bwMode="auto">
          <a:xfrm>
            <a:off x="1352550" y="115888"/>
            <a:ext cx="7391400" cy="533400"/>
          </a:xfrm>
          <a:prstGeom prst="roundRect">
            <a:avLst>
              <a:gd name="adj" fmla="val 16667"/>
            </a:avLst>
          </a:prstGeom>
          <a:solidFill>
            <a:srgbClr val="008000"/>
          </a:solidFill>
          <a:ln w="9525">
            <a:solidFill>
              <a:schemeClr val="tx1"/>
            </a:solidFill>
            <a:round/>
            <a:headEnd/>
            <a:tailEnd/>
          </a:ln>
          <a:effectLst>
            <a:outerShdw blurRad="63500" dist="107763" dir="2700000" algn="ctr" rotWithShape="0">
              <a:schemeClr val="bg2">
                <a:alpha val="74998"/>
              </a:schemeClr>
            </a:outerShdw>
          </a:effectLst>
        </p:spPr>
        <p:txBody>
          <a:bodyPr wrap="none" anchor="ctr"/>
          <a:lstStyle/>
          <a:p>
            <a:pPr algn="ctr">
              <a:defRPr/>
            </a:pPr>
            <a:r>
              <a:rPr lang="en-US" altLang="ja-JP" sz="2400">
                <a:effectLst>
                  <a:outerShdw blurRad="38100" dist="38100" dir="2700000" algn="tl">
                    <a:srgbClr val="000000"/>
                  </a:outerShdw>
                </a:effectLst>
                <a:latin typeface="Times New Roman" pitchFamily="18" charset="0"/>
                <a:ea typeface="イワタ中丸ゴシック体(GT)" charset="-128"/>
              </a:rPr>
              <a:t>Basic steps of QC story and problem solving steps</a:t>
            </a:r>
            <a:r>
              <a:rPr lang="en-US" altLang="ja-JP" sz="2400">
                <a:effectLst>
                  <a:outerShdw blurRad="38100" dist="38100" dir="2700000" algn="tl">
                    <a:srgbClr val="000000"/>
                  </a:outerShdw>
                </a:effectLst>
                <a:ea typeface="イワタ中丸ゴシック体(GT)" charset="-128"/>
              </a:rPr>
              <a:t>.</a:t>
            </a:r>
          </a:p>
        </p:txBody>
      </p:sp>
      <p:grpSp>
        <p:nvGrpSpPr>
          <p:cNvPr id="29712" name="Group 45"/>
          <p:cNvGrpSpPr>
            <a:grpSpLocks/>
          </p:cNvGrpSpPr>
          <p:nvPr/>
        </p:nvGrpSpPr>
        <p:grpSpPr bwMode="auto">
          <a:xfrm>
            <a:off x="57150" y="765175"/>
            <a:ext cx="3330575" cy="519113"/>
            <a:chOff x="14" y="480"/>
            <a:chExt cx="2962" cy="327"/>
          </a:xfrm>
        </p:grpSpPr>
        <p:sp>
          <p:nvSpPr>
            <p:cNvPr id="484398" name="AutoShape 46"/>
            <p:cNvSpPr>
              <a:spLocks noChangeArrowheads="1"/>
            </p:cNvSpPr>
            <p:nvPr/>
          </p:nvSpPr>
          <p:spPr bwMode="auto">
            <a:xfrm>
              <a:off x="68" y="486"/>
              <a:ext cx="2908" cy="288"/>
            </a:xfrm>
            <a:prstGeom prst="roundRect">
              <a:avLst>
                <a:gd name="adj" fmla="val 22917"/>
              </a:avLst>
            </a:prstGeom>
            <a:solidFill>
              <a:srgbClr val="008000"/>
            </a:solidFill>
            <a:ln w="9525">
              <a:solidFill>
                <a:schemeClr val="tx1"/>
              </a:solidFill>
              <a:round/>
              <a:headEnd/>
              <a:tailEnd/>
            </a:ln>
            <a:effectLst>
              <a:outerShdw blurRad="63500" dist="107763" dir="2700000" algn="ctr" rotWithShape="0">
                <a:schemeClr val="bg2">
                  <a:alpha val="74998"/>
                </a:schemeClr>
              </a:outerShdw>
            </a:effectLst>
          </p:spPr>
          <p:txBody>
            <a:bodyPr wrap="none" lIns="1062000" rIns="1242000" anchor="ctr"/>
            <a:lstStyle/>
            <a:p>
              <a:pPr>
                <a:defRPr/>
              </a:pPr>
              <a:endParaRPr lang="en-US">
                <a:effectLst>
                  <a:outerShdw blurRad="38100" dist="38100" dir="2700000" algn="tl">
                    <a:srgbClr val="000000"/>
                  </a:outerShdw>
                </a:effectLst>
              </a:endParaRPr>
            </a:p>
          </p:txBody>
        </p:sp>
        <p:sp>
          <p:nvSpPr>
            <p:cNvPr id="484399" name="Text Box 47"/>
            <p:cNvSpPr txBox="1">
              <a:spLocks noChangeArrowheads="1"/>
            </p:cNvSpPr>
            <p:nvPr/>
          </p:nvSpPr>
          <p:spPr bwMode="auto">
            <a:xfrm>
              <a:off x="14" y="480"/>
              <a:ext cx="2866" cy="327"/>
            </a:xfrm>
            <a:prstGeom prst="rect">
              <a:avLst/>
            </a:prstGeom>
            <a:noFill/>
            <a:ln w="9525">
              <a:noFill/>
              <a:miter lim="800000"/>
              <a:headEnd/>
              <a:tailEnd/>
            </a:ln>
            <a:effectLst/>
          </p:spPr>
          <p:txBody>
            <a:bodyPr lIns="36000" rIns="36000">
              <a:spAutoFit/>
            </a:bodyPr>
            <a:lstStyle/>
            <a:p>
              <a:pPr algn="ctr">
                <a:spcBef>
                  <a:spcPct val="50000"/>
                </a:spcBef>
                <a:defRPr/>
              </a:pPr>
              <a:r>
                <a:rPr lang="en-US" altLang="ja-JP" sz="2400">
                  <a:effectLst>
                    <a:outerShdw blurRad="38100" dist="38100" dir="2700000" algn="tl">
                      <a:srgbClr val="000000"/>
                    </a:outerShdw>
                  </a:effectLst>
                  <a:latin typeface="Times New Roman" pitchFamily="18" charset="0"/>
                  <a:ea typeface="イワタ中丸ゴシック体(GT)" charset="-128"/>
                  <a:cs typeface="Angsana New" pitchFamily="18" charset="-34"/>
                </a:rPr>
                <a:t>(2)</a:t>
              </a:r>
              <a:r>
                <a:rPr lang="en-US" altLang="ja-JP">
                  <a:effectLst>
                    <a:outerShdw blurRad="38100" dist="38100" dir="2700000" algn="tl">
                      <a:srgbClr val="000000"/>
                    </a:outerShdw>
                  </a:effectLst>
                  <a:latin typeface="Times New Roman" pitchFamily="18" charset="0"/>
                  <a:ea typeface="イワタ中丸ゴシック体(GT)" charset="-128"/>
                  <a:cs typeface="Angsana New" pitchFamily="18" charset="-34"/>
                </a:rPr>
                <a:t> </a:t>
              </a:r>
              <a:r>
                <a:rPr lang="en-US" altLang="ja-JP" sz="2000">
                  <a:effectLst>
                    <a:outerShdw blurRad="38100" dist="38100" dir="2700000" algn="tl">
                      <a:srgbClr val="000000"/>
                    </a:outerShdw>
                  </a:effectLst>
                  <a:latin typeface="Times New Roman" pitchFamily="18" charset="0"/>
                  <a:ea typeface="イワタ中丸ゴシック体(GT)" charset="-128"/>
                  <a:cs typeface="Angsana New" pitchFamily="18" charset="-34"/>
                </a:rPr>
                <a:t>Problem solving step</a:t>
              </a:r>
              <a:r>
                <a:rPr lang="en-US" altLang="ja-JP">
                  <a:effectLst>
                    <a:outerShdw blurRad="38100" dist="38100" dir="2700000" algn="tl">
                      <a:srgbClr val="000000"/>
                    </a:outerShdw>
                  </a:effectLst>
                  <a:ea typeface="イワタ中丸ゴシック体(GT)" charset="-128"/>
                  <a:cs typeface="Angsana New" pitchFamily="18" charset="-34"/>
                </a:rPr>
                <a:t> </a:t>
              </a: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8451" name="AutoShape 3"/>
          <p:cNvSpPr>
            <a:spLocks noChangeArrowheads="1"/>
          </p:cNvSpPr>
          <p:nvPr/>
        </p:nvSpPr>
        <p:spPr bwMode="auto">
          <a:xfrm>
            <a:off x="1219200" y="76200"/>
            <a:ext cx="7315200" cy="533400"/>
          </a:xfrm>
          <a:prstGeom prst="roundRect">
            <a:avLst>
              <a:gd name="adj" fmla="val 16667"/>
            </a:avLst>
          </a:prstGeom>
          <a:solidFill>
            <a:srgbClr val="008000"/>
          </a:solidFill>
          <a:ln w="9525">
            <a:solidFill>
              <a:schemeClr val="tx1"/>
            </a:solidFill>
            <a:round/>
            <a:headEnd/>
            <a:tailEnd/>
          </a:ln>
          <a:effectLst>
            <a:outerShdw blurRad="63500" dist="107763" dir="2700000" algn="ctr" rotWithShape="0">
              <a:schemeClr val="bg2">
                <a:alpha val="74998"/>
              </a:schemeClr>
            </a:outerShdw>
          </a:effectLst>
        </p:spPr>
        <p:txBody>
          <a:bodyPr wrap="none" anchor="ctr"/>
          <a:lstStyle/>
          <a:p>
            <a:pPr algn="ctr">
              <a:defRPr/>
            </a:pPr>
            <a:r>
              <a:rPr lang="en-US" altLang="ja-JP" sz="2400">
                <a:effectLst>
                  <a:outerShdw blurRad="38100" dist="38100" dir="2700000" algn="tl">
                    <a:srgbClr val="000000"/>
                  </a:outerShdw>
                </a:effectLst>
                <a:latin typeface="Times New Roman" pitchFamily="18" charset="0"/>
                <a:ea typeface="イワタ中丸ゴシック体(GT)" charset="-128"/>
              </a:rPr>
              <a:t>A point of selected themes for successful activities</a:t>
            </a:r>
            <a:r>
              <a:rPr lang="en-US" altLang="ja-JP">
                <a:effectLst>
                  <a:outerShdw blurRad="38100" dist="38100" dir="2700000" algn="tl">
                    <a:srgbClr val="000000"/>
                  </a:outerShdw>
                </a:effectLst>
                <a:ea typeface="イワタ中丸ゴシック体(GT)" charset="-128"/>
              </a:rPr>
              <a:t> </a:t>
            </a:r>
          </a:p>
        </p:txBody>
      </p:sp>
      <p:grpSp>
        <p:nvGrpSpPr>
          <p:cNvPr id="30723" name="Group 7"/>
          <p:cNvGrpSpPr>
            <a:grpSpLocks/>
          </p:cNvGrpSpPr>
          <p:nvPr/>
        </p:nvGrpSpPr>
        <p:grpSpPr bwMode="auto">
          <a:xfrm>
            <a:off x="85725" y="698500"/>
            <a:ext cx="6024563" cy="466725"/>
            <a:chOff x="78" y="472"/>
            <a:chExt cx="3795" cy="294"/>
          </a:xfrm>
        </p:grpSpPr>
        <p:sp>
          <p:nvSpPr>
            <p:cNvPr id="488453" name="AutoShape 5"/>
            <p:cNvSpPr>
              <a:spLocks noChangeArrowheads="1"/>
            </p:cNvSpPr>
            <p:nvPr/>
          </p:nvSpPr>
          <p:spPr bwMode="auto">
            <a:xfrm>
              <a:off x="86" y="478"/>
              <a:ext cx="3706" cy="288"/>
            </a:xfrm>
            <a:prstGeom prst="roundRect">
              <a:avLst>
                <a:gd name="adj" fmla="val 22917"/>
              </a:avLst>
            </a:prstGeom>
            <a:solidFill>
              <a:srgbClr val="008000"/>
            </a:solidFill>
            <a:ln w="9525">
              <a:solidFill>
                <a:schemeClr val="tx1"/>
              </a:solidFill>
              <a:round/>
              <a:headEnd/>
              <a:tailEnd/>
            </a:ln>
            <a:effectLst>
              <a:outerShdw blurRad="63500" dist="107763" dir="2700000" algn="ctr" rotWithShape="0">
                <a:schemeClr val="bg2">
                  <a:alpha val="74998"/>
                </a:schemeClr>
              </a:outerShdw>
            </a:effectLst>
          </p:spPr>
          <p:txBody>
            <a:bodyPr wrap="none" lIns="1062000" rIns="1242000" anchor="ctr"/>
            <a:lstStyle/>
            <a:p>
              <a:pPr>
                <a:defRPr/>
              </a:pPr>
              <a:endParaRPr lang="en-US">
                <a:effectLst>
                  <a:outerShdw blurRad="38100" dist="38100" dir="2700000" algn="tl">
                    <a:srgbClr val="000000"/>
                  </a:outerShdw>
                </a:effectLst>
              </a:endParaRPr>
            </a:p>
          </p:txBody>
        </p:sp>
        <p:sp>
          <p:nvSpPr>
            <p:cNvPr id="488454" name="Text Box 6"/>
            <p:cNvSpPr txBox="1">
              <a:spLocks noChangeArrowheads="1"/>
            </p:cNvSpPr>
            <p:nvPr/>
          </p:nvSpPr>
          <p:spPr bwMode="auto">
            <a:xfrm>
              <a:off x="78" y="472"/>
              <a:ext cx="3795" cy="288"/>
            </a:xfrm>
            <a:prstGeom prst="rect">
              <a:avLst/>
            </a:prstGeom>
            <a:noFill/>
            <a:ln w="9525">
              <a:noFill/>
              <a:miter lim="800000"/>
              <a:headEnd/>
              <a:tailEnd/>
            </a:ln>
            <a:effectLst/>
          </p:spPr>
          <p:txBody>
            <a:bodyPr lIns="36000" rIns="36000">
              <a:spAutoFit/>
            </a:bodyPr>
            <a:lstStyle/>
            <a:p>
              <a:pPr algn="ctr">
                <a:spcBef>
                  <a:spcPct val="50000"/>
                </a:spcBef>
                <a:defRPr/>
              </a:pPr>
              <a:r>
                <a:rPr lang="en-US" altLang="ja-JP" sz="2400">
                  <a:effectLst>
                    <a:outerShdw blurRad="38100" dist="38100" dir="2700000" algn="tl">
                      <a:srgbClr val="000000"/>
                    </a:outerShdw>
                  </a:effectLst>
                  <a:latin typeface="Times New Roman" pitchFamily="18" charset="0"/>
                  <a:ea typeface="イワタ中丸ゴシック体(GT)" charset="-128"/>
                </a:rPr>
                <a:t>(1) A Viewpoint of problem (Key point)</a:t>
              </a:r>
            </a:p>
          </p:txBody>
        </p:sp>
      </p:grpSp>
      <p:sp>
        <p:nvSpPr>
          <p:cNvPr id="30724" name="AutoShape 8"/>
          <p:cNvSpPr>
            <a:spLocks noChangeArrowheads="1"/>
          </p:cNvSpPr>
          <p:nvPr/>
        </p:nvSpPr>
        <p:spPr bwMode="auto">
          <a:xfrm>
            <a:off x="152400" y="1295400"/>
            <a:ext cx="9601200" cy="5410200"/>
          </a:xfrm>
          <a:prstGeom prst="roundRect">
            <a:avLst>
              <a:gd name="adj" fmla="val 1514"/>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endParaRPr lang="th-TH" altLang="ms-MY" sz="1400">
              <a:latin typeface="Times New Roman" panose="02020603050405020304" pitchFamily="18" charset="0"/>
            </a:endParaRPr>
          </a:p>
        </p:txBody>
      </p:sp>
      <p:sp>
        <p:nvSpPr>
          <p:cNvPr id="488457" name="Rectangle 9"/>
          <p:cNvSpPr>
            <a:spLocks noChangeArrowheads="1"/>
          </p:cNvSpPr>
          <p:nvPr/>
        </p:nvSpPr>
        <p:spPr bwMode="auto">
          <a:xfrm>
            <a:off x="304800" y="1244600"/>
            <a:ext cx="3733800" cy="519113"/>
          </a:xfrm>
          <a:prstGeom prst="rect">
            <a:avLst/>
          </a:prstGeom>
          <a:noFill/>
          <a:ln w="9525">
            <a:noFill/>
            <a:miter lim="800000"/>
            <a:headEnd/>
            <a:tailEnd/>
          </a:ln>
          <a:effectLst/>
        </p:spPr>
        <p:txBody>
          <a:bodyPr anchor="ctr">
            <a:spAutoFit/>
          </a:bodyPr>
          <a:lstStyle/>
          <a:p>
            <a:pPr>
              <a:spcBef>
                <a:spcPct val="40000"/>
              </a:spcBef>
              <a:defRPr/>
            </a:pPr>
            <a:r>
              <a:rPr lang="en-US" altLang="ja-JP" sz="2400">
                <a:solidFill>
                  <a:schemeClr val="folHlink"/>
                </a:solidFill>
                <a:effectLst>
                  <a:outerShdw blurRad="38100" dist="38100" dir="2700000" algn="tl">
                    <a:srgbClr val="000000"/>
                  </a:outerShdw>
                </a:effectLst>
                <a:latin typeface="HG丸ｺﾞｼｯｸM-PRO" charset="-128"/>
                <a:ea typeface="HG丸ｺﾞｼｯｸM-PRO" charset="-128"/>
              </a:rPr>
              <a:t>①  </a:t>
            </a:r>
            <a:r>
              <a:rPr lang="en-US" altLang="ja-JP" sz="2000">
                <a:effectLst>
                  <a:outerShdw blurRad="38100" dist="38100" dir="2700000" algn="tl">
                    <a:srgbClr val="000000"/>
                  </a:outerShdw>
                </a:effectLst>
                <a:latin typeface="Times New Roman" pitchFamily="18" charset="0"/>
                <a:ea typeface="イワタ中丸ゴシック体(GT)" charset="-128"/>
              </a:rPr>
              <a:t>Check with 4M</a:t>
            </a:r>
            <a:r>
              <a:rPr lang="en-US" altLang="ja-JP">
                <a:effectLst>
                  <a:outerShdw blurRad="38100" dist="38100" dir="2700000" algn="tl">
                    <a:srgbClr val="000000"/>
                  </a:outerShdw>
                </a:effectLst>
                <a:ea typeface="イワタ中丸ゴシック体(GT)" charset="-128"/>
              </a:rPr>
              <a:t> </a:t>
            </a:r>
          </a:p>
        </p:txBody>
      </p:sp>
      <p:sp>
        <p:nvSpPr>
          <p:cNvPr id="488458" name="Rectangle 10"/>
          <p:cNvSpPr>
            <a:spLocks noChangeArrowheads="1"/>
          </p:cNvSpPr>
          <p:nvPr/>
        </p:nvSpPr>
        <p:spPr bwMode="auto">
          <a:xfrm>
            <a:off x="533400" y="1911350"/>
            <a:ext cx="3116263" cy="768350"/>
          </a:xfrm>
          <a:prstGeom prst="rect">
            <a:avLst/>
          </a:prstGeom>
          <a:solidFill>
            <a:schemeClr val="bg1"/>
          </a:solidFill>
          <a:ln w="12700">
            <a:solidFill>
              <a:schemeClr val="tx1"/>
            </a:solidFill>
            <a:miter lim="800000"/>
            <a:headEnd/>
            <a:tailEnd/>
          </a:ln>
          <a:effectLst>
            <a:outerShdw blurRad="63500" dist="107763" dir="2700000" algn="ctr" rotWithShape="0">
              <a:schemeClr val="bg2">
                <a:alpha val="74998"/>
              </a:schemeClr>
            </a:outerShdw>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ja-JP" altLang="en-US" sz="2400">
                <a:solidFill>
                  <a:schemeClr val="folHlink"/>
                </a:solidFill>
                <a:effectLst>
                  <a:outerShdw blurRad="38100" dist="38100" dir="2700000" algn="tl">
                    <a:srgbClr val="000000"/>
                  </a:outerShdw>
                </a:effectLst>
                <a:latin typeface="Times New Roman" panose="02020603050405020304" pitchFamily="18" charset="0"/>
              </a:rPr>
              <a:t>Ｍａｎ       </a:t>
            </a:r>
            <a:endParaRPr lang="en-US" altLang="ja-JP" sz="2000">
              <a:solidFill>
                <a:schemeClr val="folHlink"/>
              </a:solidFill>
              <a:effectLst>
                <a:outerShdw blurRad="38100" dist="38100" dir="2700000" algn="tl">
                  <a:srgbClr val="000000"/>
                </a:outerShdw>
              </a:effectLst>
              <a:latin typeface="Times New Roman" panose="02020603050405020304" pitchFamily="18" charset="0"/>
            </a:endParaRPr>
          </a:p>
        </p:txBody>
      </p:sp>
      <p:sp>
        <p:nvSpPr>
          <p:cNvPr id="488459" name="Rectangle 11"/>
          <p:cNvSpPr>
            <a:spLocks noChangeArrowheads="1"/>
          </p:cNvSpPr>
          <p:nvPr/>
        </p:nvSpPr>
        <p:spPr bwMode="auto">
          <a:xfrm>
            <a:off x="4545013" y="1422400"/>
            <a:ext cx="4979987" cy="1155700"/>
          </a:xfrm>
          <a:prstGeom prst="rect">
            <a:avLst/>
          </a:prstGeom>
          <a:solidFill>
            <a:schemeClr val="bg1"/>
          </a:solidFill>
          <a:ln w="952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r>
              <a:rPr lang="en-US" altLang="ja-JP" sz="1600">
                <a:effectLst>
                  <a:outerShdw blurRad="38100" dist="38100" dir="2700000" algn="tl">
                    <a:srgbClr val="000000"/>
                  </a:outerShdw>
                </a:effectLst>
                <a:latin typeface="Times New Roman" pitchFamily="18" charset="0"/>
                <a:ea typeface="イワタ中丸ゴシック体(GT)" charset="-128"/>
                <a:sym typeface="Wingdings" pitchFamily="2" charset="2"/>
              </a:rPr>
              <a:t></a:t>
            </a:r>
            <a:r>
              <a:rPr lang="th-TH" altLang="ja-JP" sz="1600">
                <a:effectLst>
                  <a:outerShdw blurRad="38100" dist="38100" dir="2700000" algn="tl">
                    <a:srgbClr val="000000"/>
                  </a:outerShdw>
                </a:effectLst>
                <a:latin typeface="Times New Roman" pitchFamily="18" charset="0"/>
                <a:ea typeface="イワタ中丸ゴシック体(GT)" charset="-128"/>
                <a:sym typeface="Wingdings" pitchFamily="2" charset="2"/>
              </a:rPr>
              <a:t> </a:t>
            </a:r>
            <a:r>
              <a:rPr lang="en-US" altLang="ja-JP" sz="1600">
                <a:effectLst>
                  <a:outerShdw blurRad="38100" dist="38100" dir="2700000" algn="tl">
                    <a:srgbClr val="000000"/>
                  </a:outerShdw>
                </a:effectLst>
                <a:latin typeface="Times New Roman" pitchFamily="18" charset="0"/>
                <a:ea typeface="イワタ中丸ゴシック体(GT)" charset="-128"/>
                <a:sym typeface="Wingdings" pitchFamily="2" charset="2"/>
              </a:rPr>
              <a:t>Compliance with the work standard</a:t>
            </a:r>
          </a:p>
          <a:p>
            <a:pPr>
              <a:defRPr/>
            </a:pPr>
            <a:r>
              <a:rPr lang="en-US" altLang="ja-JP" sz="1600">
                <a:effectLst>
                  <a:outerShdw blurRad="38100" dist="38100" dir="2700000" algn="tl">
                    <a:srgbClr val="000000"/>
                  </a:outerShdw>
                </a:effectLst>
                <a:latin typeface="Times New Roman" pitchFamily="18" charset="0"/>
                <a:ea typeface="イワタ中丸ゴシック体(GT)" charset="-128"/>
                <a:sym typeface="Wingdings" pitchFamily="2" charset="2"/>
              </a:rPr>
              <a:t></a:t>
            </a:r>
            <a:r>
              <a:rPr lang="th-TH" altLang="ja-JP" sz="1600">
                <a:effectLst>
                  <a:outerShdw blurRad="38100" dist="38100" dir="2700000" algn="tl">
                    <a:srgbClr val="000000"/>
                  </a:outerShdw>
                </a:effectLst>
                <a:latin typeface="Times New Roman" pitchFamily="18" charset="0"/>
                <a:ea typeface="イワタ中丸ゴシック体(GT)" charset="-128"/>
                <a:sym typeface="Wingdings" pitchFamily="2" charset="2"/>
              </a:rPr>
              <a:t> </a:t>
            </a:r>
            <a:r>
              <a:rPr lang="en-US" altLang="ja-JP" sz="1600">
                <a:effectLst>
                  <a:outerShdw blurRad="38100" dist="38100" dir="2700000" algn="tl">
                    <a:srgbClr val="000000"/>
                  </a:outerShdw>
                </a:effectLst>
                <a:latin typeface="Times New Roman" pitchFamily="18" charset="0"/>
                <a:ea typeface="イワタ中丸ゴシック体(GT)" charset="-128"/>
                <a:sym typeface="Wingdings" pitchFamily="2" charset="2"/>
              </a:rPr>
              <a:t>Work efficiency</a:t>
            </a:r>
          </a:p>
          <a:p>
            <a:pPr>
              <a:defRPr/>
            </a:pPr>
            <a:r>
              <a:rPr lang="en-US" altLang="ja-JP" sz="1600">
                <a:effectLst>
                  <a:outerShdw blurRad="38100" dist="38100" dir="2700000" algn="tl">
                    <a:srgbClr val="000000"/>
                  </a:outerShdw>
                </a:effectLst>
                <a:latin typeface="Times New Roman" pitchFamily="18" charset="0"/>
                <a:ea typeface="イワタ中丸ゴシック体(GT)" charset="-128"/>
                <a:sym typeface="Wingdings" pitchFamily="2" charset="2"/>
              </a:rPr>
              <a:t></a:t>
            </a:r>
            <a:r>
              <a:rPr lang="th-TH" altLang="ja-JP" sz="1600">
                <a:effectLst>
                  <a:outerShdw blurRad="38100" dist="38100" dir="2700000" algn="tl">
                    <a:srgbClr val="000000"/>
                  </a:outerShdw>
                </a:effectLst>
                <a:latin typeface="Times New Roman" pitchFamily="18" charset="0"/>
                <a:ea typeface="イワタ中丸ゴシック体(GT)" charset="-128"/>
                <a:sym typeface="Wingdings" pitchFamily="2" charset="2"/>
              </a:rPr>
              <a:t> </a:t>
            </a:r>
            <a:r>
              <a:rPr lang="en-US" altLang="ja-JP" sz="1600">
                <a:effectLst>
                  <a:outerShdw blurRad="38100" dist="38100" dir="2700000" algn="tl">
                    <a:srgbClr val="000000"/>
                  </a:outerShdw>
                </a:effectLst>
                <a:latin typeface="Times New Roman" pitchFamily="18" charset="0"/>
                <a:ea typeface="イワタ中丸ゴシック体(GT)" charset="-128"/>
                <a:sym typeface="Wingdings" pitchFamily="2" charset="2"/>
              </a:rPr>
              <a:t>Work safety</a:t>
            </a:r>
          </a:p>
          <a:p>
            <a:pPr>
              <a:defRPr/>
            </a:pPr>
            <a:r>
              <a:rPr lang="en-US" altLang="ja-JP" sz="1600">
                <a:effectLst>
                  <a:outerShdw blurRad="38100" dist="38100" dir="2700000" algn="tl">
                    <a:srgbClr val="000000"/>
                  </a:outerShdw>
                </a:effectLst>
                <a:latin typeface="Times New Roman" pitchFamily="18" charset="0"/>
                <a:ea typeface="イワタ中丸ゴシック体(GT)" charset="-128"/>
                <a:sym typeface="Wingdings" pitchFamily="2" charset="2"/>
              </a:rPr>
              <a:t></a:t>
            </a:r>
            <a:r>
              <a:rPr lang="th-TH" altLang="ja-JP" sz="1600">
                <a:effectLst>
                  <a:outerShdw blurRad="38100" dist="38100" dir="2700000" algn="tl">
                    <a:srgbClr val="000000"/>
                  </a:outerShdw>
                </a:effectLst>
                <a:latin typeface="Times New Roman" pitchFamily="18" charset="0"/>
                <a:ea typeface="イワタ中丸ゴシック体(GT)" charset="-128"/>
                <a:sym typeface="Wingdings" pitchFamily="2" charset="2"/>
              </a:rPr>
              <a:t> </a:t>
            </a:r>
            <a:r>
              <a:rPr lang="en-US" altLang="ja-JP" sz="1600">
                <a:effectLst>
                  <a:outerShdw blurRad="38100" dist="38100" dir="2700000" algn="tl">
                    <a:srgbClr val="000000"/>
                  </a:outerShdw>
                </a:effectLst>
                <a:latin typeface="Times New Roman" pitchFamily="18" charset="0"/>
                <a:ea typeface="イワタ中丸ゴシック体(GT)" charset="-128"/>
                <a:sym typeface="Wingdings" pitchFamily="2" charset="2"/>
              </a:rPr>
              <a:t>Effort to improve one’s skill etc.</a:t>
            </a:r>
          </a:p>
        </p:txBody>
      </p:sp>
      <p:sp>
        <p:nvSpPr>
          <p:cNvPr id="488460" name="Rectangle 12"/>
          <p:cNvSpPr>
            <a:spLocks noChangeArrowheads="1"/>
          </p:cNvSpPr>
          <p:nvPr/>
        </p:nvSpPr>
        <p:spPr bwMode="auto">
          <a:xfrm>
            <a:off x="533400" y="3063875"/>
            <a:ext cx="3116263" cy="769938"/>
          </a:xfrm>
          <a:prstGeom prst="rect">
            <a:avLst/>
          </a:prstGeom>
          <a:solidFill>
            <a:schemeClr val="bg1"/>
          </a:solidFill>
          <a:ln w="12700">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ja-JP" altLang="en-US" sz="2400">
                <a:solidFill>
                  <a:schemeClr val="folHlink"/>
                </a:solidFill>
                <a:effectLst>
                  <a:outerShdw blurRad="38100" dist="38100" dir="2700000" algn="tl">
                    <a:srgbClr val="000000"/>
                  </a:outerShdw>
                </a:effectLst>
                <a:latin typeface="Times New Roman" pitchFamily="18" charset="0"/>
              </a:rPr>
              <a:t>Ｍａｃｈｉｎｅ</a:t>
            </a:r>
            <a:endParaRPr lang="en-US" altLang="ja-JP" sz="2000">
              <a:solidFill>
                <a:schemeClr val="folHlink"/>
              </a:solidFill>
              <a:effectLst>
                <a:outerShdw blurRad="38100" dist="38100" dir="2700000" algn="tl">
                  <a:srgbClr val="000000"/>
                </a:outerShdw>
              </a:effectLst>
              <a:latin typeface="Times New Roman" pitchFamily="18" charset="0"/>
            </a:endParaRPr>
          </a:p>
        </p:txBody>
      </p:sp>
      <p:sp>
        <p:nvSpPr>
          <p:cNvPr id="488461" name="Rectangle 13"/>
          <p:cNvSpPr>
            <a:spLocks noChangeArrowheads="1"/>
          </p:cNvSpPr>
          <p:nvPr/>
        </p:nvSpPr>
        <p:spPr bwMode="auto">
          <a:xfrm>
            <a:off x="4545013" y="2678113"/>
            <a:ext cx="4979987" cy="1155700"/>
          </a:xfrm>
          <a:prstGeom prst="rect">
            <a:avLst/>
          </a:prstGeom>
          <a:solidFill>
            <a:schemeClr val="bg1"/>
          </a:solidFill>
          <a:ln w="952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r>
              <a:rPr lang="en-US" altLang="ja-JP" sz="1600">
                <a:effectLst>
                  <a:outerShdw blurRad="38100" dist="38100" dir="2700000" algn="tl">
                    <a:srgbClr val="000000"/>
                  </a:outerShdw>
                </a:effectLst>
                <a:latin typeface="Times New Roman" pitchFamily="18" charset="0"/>
                <a:ea typeface="イワタ中丸ゴシック体(GT)" charset="-128"/>
                <a:sym typeface="Wingdings" pitchFamily="2" charset="2"/>
              </a:rPr>
              <a:t></a:t>
            </a:r>
            <a:r>
              <a:rPr lang="th-TH" altLang="ja-JP" sz="1600">
                <a:effectLst>
                  <a:outerShdw blurRad="38100" dist="38100" dir="2700000" algn="tl">
                    <a:srgbClr val="000000"/>
                  </a:outerShdw>
                </a:effectLst>
                <a:latin typeface="Times New Roman" pitchFamily="18" charset="0"/>
                <a:ea typeface="イワタ中丸ゴシック体(GT)" charset="-128"/>
                <a:sym typeface="Wingdings" pitchFamily="2" charset="2"/>
              </a:rPr>
              <a:t> </a:t>
            </a:r>
            <a:r>
              <a:rPr lang="en-US" altLang="ja-JP" sz="1600">
                <a:effectLst>
                  <a:outerShdw blurRad="38100" dist="38100" dir="2700000" algn="tl">
                    <a:srgbClr val="000000"/>
                  </a:outerShdw>
                </a:effectLst>
                <a:latin typeface="Times New Roman" pitchFamily="18" charset="0"/>
                <a:ea typeface="イワタ中丸ゴシック体(GT)" charset="-128"/>
                <a:sym typeface="Wingdings" pitchFamily="2" charset="2"/>
              </a:rPr>
              <a:t>Malfunction or irregular stop</a:t>
            </a:r>
          </a:p>
          <a:p>
            <a:pPr>
              <a:defRPr/>
            </a:pPr>
            <a:r>
              <a:rPr lang="en-US" altLang="ja-JP" sz="1600">
                <a:effectLst>
                  <a:outerShdw blurRad="38100" dist="38100" dir="2700000" algn="tl">
                    <a:srgbClr val="000000"/>
                  </a:outerShdw>
                </a:effectLst>
                <a:latin typeface="Times New Roman" pitchFamily="18" charset="0"/>
                <a:ea typeface="イワタ中丸ゴシック体(GT)" charset="-128"/>
                <a:sym typeface="Wingdings" pitchFamily="2" charset="2"/>
              </a:rPr>
              <a:t></a:t>
            </a:r>
            <a:r>
              <a:rPr lang="th-TH" altLang="ja-JP" sz="1600">
                <a:effectLst>
                  <a:outerShdw blurRad="38100" dist="38100" dir="2700000" algn="tl">
                    <a:srgbClr val="000000"/>
                  </a:outerShdw>
                </a:effectLst>
                <a:latin typeface="Times New Roman" pitchFamily="18" charset="0"/>
                <a:ea typeface="イワタ中丸ゴシック体(GT)" charset="-128"/>
                <a:sym typeface="Wingdings" pitchFamily="2" charset="2"/>
              </a:rPr>
              <a:t> </a:t>
            </a:r>
            <a:r>
              <a:rPr lang="en-US" altLang="ja-JP" sz="1600">
                <a:effectLst>
                  <a:outerShdw blurRad="38100" dist="38100" dir="2700000" algn="tl">
                    <a:srgbClr val="000000"/>
                  </a:outerShdw>
                </a:effectLst>
                <a:latin typeface="Times New Roman" pitchFamily="18" charset="0"/>
                <a:ea typeface="イワタ中丸ゴシック体(GT)" charset="-128"/>
                <a:sym typeface="Wingdings" pitchFamily="2" charset="2"/>
              </a:rPr>
              <a:t>Poor machining accuracy</a:t>
            </a:r>
          </a:p>
          <a:p>
            <a:pPr>
              <a:defRPr/>
            </a:pPr>
            <a:r>
              <a:rPr lang="en-US" altLang="ja-JP" sz="1600">
                <a:effectLst>
                  <a:outerShdw blurRad="38100" dist="38100" dir="2700000" algn="tl">
                    <a:srgbClr val="000000"/>
                  </a:outerShdw>
                </a:effectLst>
                <a:latin typeface="Times New Roman" pitchFamily="18" charset="0"/>
                <a:ea typeface="イワタ中丸ゴシック体(GT)" charset="-128"/>
                <a:sym typeface="Wingdings" pitchFamily="2" charset="2"/>
              </a:rPr>
              <a:t></a:t>
            </a:r>
            <a:r>
              <a:rPr lang="th-TH" altLang="ja-JP" sz="1600">
                <a:effectLst>
                  <a:outerShdw blurRad="38100" dist="38100" dir="2700000" algn="tl">
                    <a:srgbClr val="000000"/>
                  </a:outerShdw>
                </a:effectLst>
                <a:latin typeface="Times New Roman" pitchFamily="18" charset="0"/>
                <a:ea typeface="イワタ中丸ゴシック体(GT)" charset="-128"/>
                <a:sym typeface="Wingdings" pitchFamily="2" charset="2"/>
              </a:rPr>
              <a:t> </a:t>
            </a:r>
            <a:r>
              <a:rPr lang="en-US" altLang="ja-JP" sz="1600">
                <a:effectLst>
                  <a:outerShdw blurRad="38100" dist="38100" dir="2700000" algn="tl">
                    <a:srgbClr val="000000"/>
                  </a:outerShdw>
                </a:effectLst>
                <a:latin typeface="Times New Roman" pitchFamily="18" charset="0"/>
                <a:ea typeface="イワタ中丸ゴシック体(GT)" charset="-128"/>
                <a:sym typeface="Wingdings" pitchFamily="2" charset="2"/>
              </a:rPr>
              <a:t>Sufficient process capacity</a:t>
            </a:r>
          </a:p>
          <a:p>
            <a:pPr>
              <a:defRPr/>
            </a:pPr>
            <a:r>
              <a:rPr lang="en-US" altLang="ja-JP" sz="1600">
                <a:effectLst>
                  <a:outerShdw blurRad="38100" dist="38100" dir="2700000" algn="tl">
                    <a:srgbClr val="000000"/>
                  </a:outerShdw>
                </a:effectLst>
                <a:latin typeface="Times New Roman" pitchFamily="18" charset="0"/>
                <a:ea typeface="イワタ中丸ゴシック体(GT)" charset="-128"/>
                <a:sym typeface="Wingdings" pitchFamily="2" charset="2"/>
              </a:rPr>
              <a:t></a:t>
            </a:r>
            <a:r>
              <a:rPr lang="th-TH" altLang="ja-JP" sz="1600">
                <a:effectLst>
                  <a:outerShdw blurRad="38100" dist="38100" dir="2700000" algn="tl">
                    <a:srgbClr val="000000"/>
                  </a:outerShdw>
                </a:effectLst>
                <a:latin typeface="Times New Roman" pitchFamily="18" charset="0"/>
                <a:ea typeface="イワタ中丸ゴシック体(GT)" charset="-128"/>
                <a:sym typeface="Wingdings" pitchFamily="2" charset="2"/>
              </a:rPr>
              <a:t> </a:t>
            </a:r>
            <a:r>
              <a:rPr lang="en-US" altLang="ja-JP" sz="1600">
                <a:effectLst>
                  <a:outerShdw blurRad="38100" dist="38100" dir="2700000" algn="tl">
                    <a:srgbClr val="000000"/>
                  </a:outerShdw>
                </a:effectLst>
                <a:latin typeface="Times New Roman" pitchFamily="18" charset="0"/>
                <a:ea typeface="イワタ中丸ゴシック体(GT)" charset="-128"/>
                <a:sym typeface="Wingdings" pitchFamily="2" charset="2"/>
              </a:rPr>
              <a:t>Abnormal noise etc.</a:t>
            </a:r>
            <a:r>
              <a:rPr lang="en-US" altLang="ja-JP" sz="1600">
                <a:effectLst>
                  <a:outerShdw blurRad="38100" dist="38100" dir="2700000" algn="tl">
                    <a:srgbClr val="000000"/>
                  </a:outerShdw>
                </a:effectLst>
                <a:ea typeface="イワタ中丸ゴシック体(GT)" charset="-128"/>
                <a:sym typeface="Wingdings" pitchFamily="2" charset="2"/>
              </a:rPr>
              <a:t> </a:t>
            </a:r>
          </a:p>
        </p:txBody>
      </p:sp>
      <p:sp>
        <p:nvSpPr>
          <p:cNvPr id="488462" name="Rectangle 14"/>
          <p:cNvSpPr>
            <a:spLocks noChangeArrowheads="1"/>
          </p:cNvSpPr>
          <p:nvPr/>
        </p:nvSpPr>
        <p:spPr bwMode="auto">
          <a:xfrm>
            <a:off x="533400" y="4294188"/>
            <a:ext cx="3116263" cy="769937"/>
          </a:xfrm>
          <a:prstGeom prst="rect">
            <a:avLst/>
          </a:prstGeom>
          <a:solidFill>
            <a:schemeClr val="bg1"/>
          </a:solidFill>
          <a:ln w="12700">
            <a:solidFill>
              <a:schemeClr val="tx1"/>
            </a:solidFill>
            <a:miter lim="800000"/>
            <a:headEnd/>
            <a:tailEnd/>
          </a:ln>
          <a:effectLst>
            <a:outerShdw blurRad="63500" dist="107763" dir="2700000" algn="ctr" rotWithShape="0">
              <a:schemeClr val="bg2">
                <a:alpha val="74998"/>
              </a:schemeClr>
            </a:outerShdw>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ja-JP" altLang="en-US" sz="2400">
                <a:solidFill>
                  <a:schemeClr val="folHlink"/>
                </a:solidFill>
                <a:effectLst>
                  <a:outerShdw blurRad="38100" dist="38100" dir="2700000" algn="tl">
                    <a:srgbClr val="000000"/>
                  </a:outerShdw>
                </a:effectLst>
                <a:latin typeface="Times New Roman" panose="02020603050405020304" pitchFamily="18" charset="0"/>
              </a:rPr>
              <a:t>Ｍａｔｅｒｉａｌ </a:t>
            </a:r>
            <a:endParaRPr lang="en-US" altLang="ja-JP" sz="2000">
              <a:solidFill>
                <a:schemeClr val="folHlink"/>
              </a:solidFill>
              <a:effectLst>
                <a:outerShdw blurRad="38100" dist="38100" dir="2700000" algn="tl">
                  <a:srgbClr val="000000"/>
                </a:outerShdw>
              </a:effectLst>
              <a:latin typeface="Times New Roman" panose="02020603050405020304" pitchFamily="18" charset="0"/>
            </a:endParaRPr>
          </a:p>
        </p:txBody>
      </p:sp>
      <p:sp>
        <p:nvSpPr>
          <p:cNvPr id="488463" name="Rectangle 15"/>
          <p:cNvSpPr>
            <a:spLocks noChangeArrowheads="1"/>
          </p:cNvSpPr>
          <p:nvPr/>
        </p:nvSpPr>
        <p:spPr bwMode="auto">
          <a:xfrm>
            <a:off x="4545013" y="3949700"/>
            <a:ext cx="4979987" cy="1231900"/>
          </a:xfrm>
          <a:prstGeom prst="rect">
            <a:avLst/>
          </a:prstGeom>
          <a:solidFill>
            <a:schemeClr val="bg1"/>
          </a:solidFill>
          <a:ln w="952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r>
              <a:rPr lang="en-US" altLang="ja-JP" sz="1600">
                <a:effectLst>
                  <a:outerShdw blurRad="38100" dist="38100" dir="2700000" algn="tl">
                    <a:srgbClr val="000000"/>
                  </a:outerShdw>
                </a:effectLst>
                <a:latin typeface="Times New Roman" pitchFamily="18" charset="0"/>
                <a:sym typeface="Wingdings" pitchFamily="2" charset="2"/>
              </a:rPr>
              <a:t></a:t>
            </a:r>
            <a:r>
              <a:rPr lang="th-TH" altLang="ja-JP" sz="1600">
                <a:effectLst>
                  <a:outerShdw blurRad="38100" dist="38100" dir="2700000" algn="tl">
                    <a:srgbClr val="000000"/>
                  </a:outerShdw>
                </a:effectLst>
                <a:latin typeface="Times New Roman" pitchFamily="18" charset="0"/>
                <a:sym typeface="Wingdings" pitchFamily="2" charset="2"/>
              </a:rPr>
              <a:t> </a:t>
            </a:r>
            <a:r>
              <a:rPr lang="en-US" altLang="ja-JP" sz="1600">
                <a:effectLst>
                  <a:outerShdw blurRad="38100" dist="38100" dir="2700000" algn="tl">
                    <a:srgbClr val="000000"/>
                  </a:outerShdw>
                </a:effectLst>
                <a:latin typeface="Times New Roman" pitchFamily="18" charset="0"/>
                <a:sym typeface="Wingdings" pitchFamily="2" charset="2"/>
              </a:rPr>
              <a:t>Incorrect materials</a:t>
            </a:r>
          </a:p>
          <a:p>
            <a:pPr>
              <a:defRPr/>
            </a:pPr>
            <a:r>
              <a:rPr lang="en-US" altLang="ja-JP" sz="1600">
                <a:effectLst>
                  <a:outerShdw blurRad="38100" dist="38100" dir="2700000" algn="tl">
                    <a:srgbClr val="000000"/>
                  </a:outerShdw>
                </a:effectLst>
                <a:latin typeface="Times New Roman" pitchFamily="18" charset="0"/>
                <a:sym typeface="Wingdings" pitchFamily="2" charset="2"/>
              </a:rPr>
              <a:t></a:t>
            </a:r>
            <a:r>
              <a:rPr lang="th-TH" altLang="ja-JP" sz="1600">
                <a:effectLst>
                  <a:outerShdw blurRad="38100" dist="38100" dir="2700000" algn="tl">
                    <a:srgbClr val="000000"/>
                  </a:outerShdw>
                </a:effectLst>
                <a:latin typeface="Times New Roman" pitchFamily="18" charset="0"/>
                <a:sym typeface="Wingdings" pitchFamily="2" charset="2"/>
              </a:rPr>
              <a:t> </a:t>
            </a:r>
            <a:r>
              <a:rPr lang="en-US" altLang="ja-JP" sz="1600">
                <a:effectLst>
                  <a:outerShdw blurRad="38100" dist="38100" dir="2700000" algn="tl">
                    <a:srgbClr val="000000"/>
                  </a:outerShdw>
                </a:effectLst>
                <a:latin typeface="Times New Roman" pitchFamily="18" charset="0"/>
                <a:sym typeface="Wingdings" pitchFamily="2" charset="2"/>
              </a:rPr>
              <a:t>Incorrect quantity</a:t>
            </a:r>
          </a:p>
          <a:p>
            <a:pPr>
              <a:defRPr/>
            </a:pPr>
            <a:r>
              <a:rPr lang="en-US" altLang="ja-JP" sz="1600">
                <a:effectLst>
                  <a:outerShdw blurRad="38100" dist="38100" dir="2700000" algn="tl">
                    <a:srgbClr val="000000"/>
                  </a:outerShdw>
                </a:effectLst>
                <a:latin typeface="Times New Roman" pitchFamily="18" charset="0"/>
                <a:sym typeface="Wingdings" pitchFamily="2" charset="2"/>
              </a:rPr>
              <a:t></a:t>
            </a:r>
            <a:r>
              <a:rPr lang="th-TH" altLang="ja-JP" sz="1600">
                <a:effectLst>
                  <a:outerShdw blurRad="38100" dist="38100" dir="2700000" algn="tl">
                    <a:srgbClr val="000000"/>
                  </a:outerShdw>
                </a:effectLst>
                <a:latin typeface="Times New Roman" pitchFamily="18" charset="0"/>
                <a:sym typeface="Wingdings" pitchFamily="2" charset="2"/>
              </a:rPr>
              <a:t> </a:t>
            </a:r>
            <a:r>
              <a:rPr lang="en-US" altLang="ja-JP" sz="1600">
                <a:effectLst>
                  <a:outerShdw blurRad="38100" dist="38100" dir="2700000" algn="tl">
                    <a:srgbClr val="000000"/>
                  </a:outerShdw>
                </a:effectLst>
                <a:latin typeface="Times New Roman" pitchFamily="18" charset="0"/>
                <a:sym typeface="Wingdings" pitchFamily="2" charset="2"/>
              </a:rPr>
              <a:t>Proper handling</a:t>
            </a:r>
          </a:p>
          <a:p>
            <a:pPr>
              <a:defRPr/>
            </a:pPr>
            <a:r>
              <a:rPr lang="en-US" altLang="ja-JP" sz="1600">
                <a:effectLst>
                  <a:outerShdw blurRad="38100" dist="38100" dir="2700000" algn="tl">
                    <a:srgbClr val="000000"/>
                  </a:outerShdw>
                </a:effectLst>
                <a:latin typeface="Times New Roman" pitchFamily="18" charset="0"/>
                <a:sym typeface="Wingdings" pitchFamily="2" charset="2"/>
              </a:rPr>
              <a:t></a:t>
            </a:r>
            <a:r>
              <a:rPr lang="th-TH" altLang="ja-JP" sz="1600">
                <a:effectLst>
                  <a:outerShdw blurRad="38100" dist="38100" dir="2700000" algn="tl">
                    <a:srgbClr val="000000"/>
                  </a:outerShdw>
                </a:effectLst>
                <a:latin typeface="Times New Roman" pitchFamily="18" charset="0"/>
                <a:sym typeface="Wingdings" pitchFamily="2" charset="2"/>
              </a:rPr>
              <a:t> </a:t>
            </a:r>
            <a:r>
              <a:rPr lang="en-US" altLang="ja-JP" sz="1600">
                <a:effectLst>
                  <a:outerShdw blurRad="38100" dist="38100" dir="2700000" algn="tl">
                    <a:srgbClr val="000000"/>
                  </a:outerShdw>
                </a:effectLst>
                <a:latin typeface="Times New Roman" pitchFamily="18" charset="0"/>
                <a:sym typeface="Wingdings" pitchFamily="2" charset="2"/>
              </a:rPr>
              <a:t>Proper quantity of inventory etc.</a:t>
            </a:r>
            <a:endParaRPr lang="en-US" altLang="ja-JP">
              <a:effectLst>
                <a:outerShdw blurRad="38100" dist="38100" dir="2700000" algn="tl">
                  <a:srgbClr val="000000"/>
                </a:outerShdw>
              </a:effectLst>
              <a:latin typeface="Times New Roman" pitchFamily="18" charset="0"/>
              <a:sym typeface="Wingdings" pitchFamily="2" charset="2"/>
            </a:endParaRPr>
          </a:p>
        </p:txBody>
      </p:sp>
      <p:sp>
        <p:nvSpPr>
          <p:cNvPr id="488464" name="Rectangle 16"/>
          <p:cNvSpPr>
            <a:spLocks noChangeArrowheads="1"/>
          </p:cNvSpPr>
          <p:nvPr/>
        </p:nvSpPr>
        <p:spPr bwMode="auto">
          <a:xfrm>
            <a:off x="533400" y="5448300"/>
            <a:ext cx="3116263" cy="768350"/>
          </a:xfrm>
          <a:prstGeom prst="rect">
            <a:avLst/>
          </a:prstGeom>
          <a:solidFill>
            <a:schemeClr val="bg1"/>
          </a:solidFill>
          <a:ln w="12700">
            <a:solidFill>
              <a:schemeClr val="tx1"/>
            </a:solidFill>
            <a:miter lim="800000"/>
            <a:headEnd/>
            <a:tailEnd/>
          </a:ln>
          <a:effectLst>
            <a:outerShdw blurRad="63500" dist="107763" dir="2700000" algn="ctr" rotWithShape="0">
              <a:schemeClr val="bg2">
                <a:alpha val="74998"/>
              </a:schemeClr>
            </a:outerShdw>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ja-JP" altLang="en-US" sz="2400">
                <a:solidFill>
                  <a:schemeClr val="folHlink"/>
                </a:solidFill>
                <a:effectLst>
                  <a:outerShdw blurRad="38100" dist="38100" dir="2700000" algn="tl">
                    <a:srgbClr val="000000"/>
                  </a:outerShdw>
                </a:effectLst>
                <a:latin typeface="Times New Roman" panose="02020603050405020304" pitchFamily="18" charset="0"/>
              </a:rPr>
              <a:t>Ｍｅｔｈｏｄ  </a:t>
            </a:r>
            <a:endParaRPr lang="en-US" altLang="ja-JP" sz="2000">
              <a:solidFill>
                <a:schemeClr val="folHlink"/>
              </a:solidFill>
              <a:effectLst>
                <a:outerShdw blurRad="38100" dist="38100" dir="2700000" algn="tl">
                  <a:srgbClr val="000000"/>
                </a:outerShdw>
              </a:effectLst>
              <a:latin typeface="Times New Roman" panose="02020603050405020304" pitchFamily="18" charset="0"/>
            </a:endParaRPr>
          </a:p>
        </p:txBody>
      </p:sp>
      <p:sp>
        <p:nvSpPr>
          <p:cNvPr id="488465" name="Rectangle 17"/>
          <p:cNvSpPr>
            <a:spLocks noChangeArrowheads="1"/>
          </p:cNvSpPr>
          <p:nvPr/>
        </p:nvSpPr>
        <p:spPr bwMode="auto">
          <a:xfrm>
            <a:off x="4583113" y="5334000"/>
            <a:ext cx="5018087" cy="1244600"/>
          </a:xfrm>
          <a:prstGeom prst="rect">
            <a:avLst/>
          </a:prstGeom>
          <a:solidFill>
            <a:schemeClr val="bg1"/>
          </a:solidFill>
          <a:ln w="952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r>
              <a:rPr lang="en-US" altLang="ja-JP" sz="1600">
                <a:effectLst>
                  <a:outerShdw blurRad="38100" dist="38100" dir="2700000" algn="tl">
                    <a:srgbClr val="000000"/>
                  </a:outerShdw>
                </a:effectLst>
                <a:latin typeface="Times New Roman" pitchFamily="18" charset="0"/>
                <a:sym typeface="Wingdings" pitchFamily="2" charset="2"/>
              </a:rPr>
              <a:t></a:t>
            </a:r>
            <a:r>
              <a:rPr lang="th-TH" altLang="ja-JP" sz="1600">
                <a:effectLst>
                  <a:outerShdw blurRad="38100" dist="38100" dir="2700000" algn="tl">
                    <a:srgbClr val="000000"/>
                  </a:outerShdw>
                </a:effectLst>
                <a:latin typeface="Times New Roman" pitchFamily="18" charset="0"/>
                <a:sym typeface="Wingdings" pitchFamily="2" charset="2"/>
              </a:rPr>
              <a:t> </a:t>
            </a:r>
            <a:r>
              <a:rPr lang="en-US" altLang="ja-JP" sz="1600">
                <a:effectLst>
                  <a:outerShdw blurRad="38100" dist="38100" dir="2700000" algn="tl">
                    <a:srgbClr val="000000"/>
                  </a:outerShdw>
                </a:effectLst>
                <a:latin typeface="Times New Roman" pitchFamily="18" charset="0"/>
                <a:sym typeface="Wingdings" pitchFamily="2" charset="2"/>
              </a:rPr>
              <a:t>Effective work standard</a:t>
            </a:r>
          </a:p>
          <a:p>
            <a:pPr>
              <a:defRPr/>
            </a:pPr>
            <a:r>
              <a:rPr lang="en-US" altLang="ja-JP" sz="1600">
                <a:effectLst>
                  <a:outerShdw blurRad="38100" dist="38100" dir="2700000" algn="tl">
                    <a:srgbClr val="000000"/>
                  </a:outerShdw>
                </a:effectLst>
                <a:latin typeface="Times New Roman" pitchFamily="18" charset="0"/>
                <a:sym typeface="Wingdings" pitchFamily="2" charset="2"/>
              </a:rPr>
              <a:t></a:t>
            </a:r>
            <a:r>
              <a:rPr lang="th-TH" altLang="ja-JP" sz="1600">
                <a:effectLst>
                  <a:outerShdw blurRad="38100" dist="38100" dir="2700000" algn="tl">
                    <a:srgbClr val="000000"/>
                  </a:outerShdw>
                </a:effectLst>
                <a:latin typeface="Times New Roman" pitchFamily="18" charset="0"/>
                <a:sym typeface="Wingdings" pitchFamily="2" charset="2"/>
              </a:rPr>
              <a:t> </a:t>
            </a:r>
            <a:r>
              <a:rPr lang="en-US" altLang="ja-JP" sz="1600">
                <a:effectLst>
                  <a:outerShdw blurRad="38100" dist="38100" dir="2700000" algn="tl">
                    <a:srgbClr val="000000"/>
                  </a:outerShdw>
                </a:effectLst>
                <a:latin typeface="Times New Roman" pitchFamily="18" charset="0"/>
                <a:sym typeface="Wingdings" pitchFamily="2" charset="2"/>
              </a:rPr>
              <a:t>Safety-conscious work method</a:t>
            </a:r>
          </a:p>
          <a:p>
            <a:pPr>
              <a:defRPr/>
            </a:pPr>
            <a:r>
              <a:rPr lang="en-US" altLang="ja-JP" sz="1600">
                <a:effectLst>
                  <a:outerShdw blurRad="38100" dist="38100" dir="2700000" algn="tl">
                    <a:srgbClr val="000000"/>
                  </a:outerShdw>
                </a:effectLst>
                <a:latin typeface="Times New Roman" pitchFamily="18" charset="0"/>
                <a:sym typeface="Wingdings" pitchFamily="2" charset="2"/>
              </a:rPr>
              <a:t></a:t>
            </a:r>
            <a:r>
              <a:rPr lang="th-TH" altLang="ja-JP" sz="1600">
                <a:effectLst>
                  <a:outerShdw blurRad="38100" dist="38100" dir="2700000" algn="tl">
                    <a:srgbClr val="000000"/>
                  </a:outerShdw>
                </a:effectLst>
                <a:latin typeface="Times New Roman" pitchFamily="18" charset="0"/>
                <a:sym typeface="Wingdings" pitchFamily="2" charset="2"/>
              </a:rPr>
              <a:t> </a:t>
            </a:r>
            <a:r>
              <a:rPr lang="en-US" altLang="ja-JP" sz="1600">
                <a:effectLst>
                  <a:outerShdw blurRad="38100" dist="38100" dir="2700000" algn="tl">
                    <a:srgbClr val="000000"/>
                  </a:outerShdw>
                </a:effectLst>
                <a:latin typeface="Times New Roman" pitchFamily="18" charset="0"/>
                <a:sym typeface="Wingdings" pitchFamily="2" charset="2"/>
              </a:rPr>
              <a:t>Quality-conscious work method</a:t>
            </a:r>
          </a:p>
          <a:p>
            <a:pPr>
              <a:defRPr/>
            </a:pPr>
            <a:r>
              <a:rPr lang="en-US" altLang="ja-JP" sz="1600">
                <a:effectLst>
                  <a:outerShdw blurRad="38100" dist="38100" dir="2700000" algn="tl">
                    <a:srgbClr val="000000"/>
                  </a:outerShdw>
                </a:effectLst>
                <a:latin typeface="Times New Roman" pitchFamily="18" charset="0"/>
                <a:sym typeface="Wingdings" pitchFamily="2" charset="2"/>
              </a:rPr>
              <a:t></a:t>
            </a:r>
            <a:r>
              <a:rPr lang="th-TH" altLang="ja-JP" sz="1600">
                <a:effectLst>
                  <a:outerShdw blurRad="38100" dist="38100" dir="2700000" algn="tl">
                    <a:srgbClr val="000000"/>
                  </a:outerShdw>
                </a:effectLst>
                <a:latin typeface="Times New Roman" pitchFamily="18" charset="0"/>
                <a:sym typeface="Wingdings" pitchFamily="2" charset="2"/>
              </a:rPr>
              <a:t> </a:t>
            </a:r>
            <a:r>
              <a:rPr lang="en-US" altLang="ja-JP" sz="1600">
                <a:effectLst>
                  <a:outerShdw blurRad="38100" dist="38100" dir="2700000" algn="tl">
                    <a:srgbClr val="000000"/>
                  </a:outerShdw>
                </a:effectLst>
                <a:latin typeface="Times New Roman" pitchFamily="18" charset="0"/>
                <a:sym typeface="Wingdings" pitchFamily="2" charset="2"/>
              </a:rPr>
              <a:t>Efficient work method</a:t>
            </a:r>
            <a:endParaRPr lang="en-US" altLang="ja-JP">
              <a:effectLst>
                <a:outerShdw blurRad="38100" dist="38100" dir="2700000" algn="tl">
                  <a:srgbClr val="000000"/>
                </a:outerShdw>
              </a:effectLst>
              <a:latin typeface="Times New Roman" pitchFamily="18" charset="0"/>
              <a:sym typeface="Wingdings" pitchFamily="2" charset="2"/>
            </a:endParaRPr>
          </a:p>
        </p:txBody>
      </p:sp>
      <p:sp>
        <p:nvSpPr>
          <p:cNvPr id="488466" name="AutoShape 18"/>
          <p:cNvSpPr>
            <a:spLocks noChangeArrowheads="1"/>
          </p:cNvSpPr>
          <p:nvPr/>
        </p:nvSpPr>
        <p:spPr bwMode="auto">
          <a:xfrm>
            <a:off x="3911600" y="1739900"/>
            <a:ext cx="381000" cy="838200"/>
          </a:xfrm>
          <a:prstGeom prst="rightArrow">
            <a:avLst>
              <a:gd name="adj1" fmla="val 50000"/>
              <a:gd name="adj2" fmla="val 25000"/>
            </a:avLst>
          </a:prstGeom>
          <a:solidFill>
            <a:schemeClr val="accent1"/>
          </a:solidFill>
          <a:ln w="9525">
            <a:solidFill>
              <a:schemeClr val="tx1"/>
            </a:solidFill>
            <a:miter lim="800000"/>
            <a:headEnd/>
            <a:tailEnd/>
          </a:ln>
          <a:effectLst/>
        </p:spPr>
        <p:txBody>
          <a:bodyPr wrap="none" lIns="1062000" rIns="1242000" anchor="ctr"/>
          <a:lstStyle/>
          <a:p>
            <a:pPr>
              <a:defRPr/>
            </a:pPr>
            <a:endParaRPr lang="en-US">
              <a:effectLst>
                <a:outerShdw blurRad="38100" dist="38100" dir="2700000" algn="tl">
                  <a:srgbClr val="000000"/>
                </a:outerShdw>
              </a:effectLst>
            </a:endParaRPr>
          </a:p>
        </p:txBody>
      </p:sp>
      <p:sp>
        <p:nvSpPr>
          <p:cNvPr id="488467" name="AutoShape 19"/>
          <p:cNvSpPr>
            <a:spLocks noChangeArrowheads="1"/>
          </p:cNvSpPr>
          <p:nvPr/>
        </p:nvSpPr>
        <p:spPr bwMode="auto">
          <a:xfrm>
            <a:off x="3886200" y="3048000"/>
            <a:ext cx="381000" cy="838200"/>
          </a:xfrm>
          <a:prstGeom prst="rightArrow">
            <a:avLst>
              <a:gd name="adj1" fmla="val 50000"/>
              <a:gd name="adj2" fmla="val 25000"/>
            </a:avLst>
          </a:prstGeom>
          <a:solidFill>
            <a:schemeClr val="accent1"/>
          </a:solidFill>
          <a:ln w="9525">
            <a:solidFill>
              <a:schemeClr val="tx1"/>
            </a:solidFill>
            <a:miter lim="800000"/>
            <a:headEnd/>
            <a:tailEnd/>
          </a:ln>
          <a:effectLst/>
        </p:spPr>
        <p:txBody>
          <a:bodyPr wrap="none" lIns="1062000" rIns="1242000" anchor="ctr"/>
          <a:lstStyle/>
          <a:p>
            <a:pPr>
              <a:defRPr/>
            </a:pPr>
            <a:endParaRPr lang="en-US">
              <a:effectLst>
                <a:outerShdw blurRad="38100" dist="38100" dir="2700000" algn="tl">
                  <a:srgbClr val="000000"/>
                </a:outerShdw>
              </a:effectLst>
            </a:endParaRPr>
          </a:p>
        </p:txBody>
      </p:sp>
      <p:sp>
        <p:nvSpPr>
          <p:cNvPr id="488468" name="AutoShape 20"/>
          <p:cNvSpPr>
            <a:spLocks noChangeArrowheads="1"/>
          </p:cNvSpPr>
          <p:nvPr/>
        </p:nvSpPr>
        <p:spPr bwMode="auto">
          <a:xfrm>
            <a:off x="3886200" y="4267200"/>
            <a:ext cx="381000" cy="838200"/>
          </a:xfrm>
          <a:prstGeom prst="rightArrow">
            <a:avLst>
              <a:gd name="adj1" fmla="val 50000"/>
              <a:gd name="adj2" fmla="val 25000"/>
            </a:avLst>
          </a:prstGeom>
          <a:solidFill>
            <a:schemeClr val="accent1"/>
          </a:solidFill>
          <a:ln w="9525">
            <a:solidFill>
              <a:schemeClr val="tx1"/>
            </a:solidFill>
            <a:miter lim="800000"/>
            <a:headEnd/>
            <a:tailEnd/>
          </a:ln>
          <a:effectLst/>
        </p:spPr>
        <p:txBody>
          <a:bodyPr wrap="none" lIns="1062000" rIns="1242000" anchor="ctr"/>
          <a:lstStyle/>
          <a:p>
            <a:pPr>
              <a:defRPr/>
            </a:pPr>
            <a:endParaRPr lang="en-US">
              <a:effectLst>
                <a:outerShdw blurRad="38100" dist="38100" dir="2700000" algn="tl">
                  <a:srgbClr val="000000"/>
                </a:outerShdw>
              </a:effectLst>
            </a:endParaRPr>
          </a:p>
        </p:txBody>
      </p:sp>
      <p:sp>
        <p:nvSpPr>
          <p:cNvPr id="488469" name="AutoShape 21"/>
          <p:cNvSpPr>
            <a:spLocks noChangeArrowheads="1"/>
          </p:cNvSpPr>
          <p:nvPr/>
        </p:nvSpPr>
        <p:spPr bwMode="auto">
          <a:xfrm>
            <a:off x="3886200" y="5334000"/>
            <a:ext cx="381000" cy="838200"/>
          </a:xfrm>
          <a:prstGeom prst="rightArrow">
            <a:avLst>
              <a:gd name="adj1" fmla="val 50000"/>
              <a:gd name="adj2" fmla="val 25000"/>
            </a:avLst>
          </a:prstGeom>
          <a:solidFill>
            <a:schemeClr val="accent1"/>
          </a:solidFill>
          <a:ln w="9525">
            <a:solidFill>
              <a:schemeClr val="tx1"/>
            </a:solidFill>
            <a:miter lim="800000"/>
            <a:headEnd/>
            <a:tailEnd/>
          </a:ln>
          <a:effectLst/>
        </p:spPr>
        <p:txBody>
          <a:bodyPr wrap="none" lIns="1062000" rIns="1242000" anchor="ctr"/>
          <a:lstStyle/>
          <a:p>
            <a:pPr>
              <a:defRPr/>
            </a:pPr>
            <a:endParaRPr lang="en-US">
              <a:effectLst>
                <a:outerShdw blurRad="38100" dist="38100" dir="2700000" algn="tl">
                  <a:srgbClr val="000000"/>
                </a:outerShdw>
              </a:effectLst>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746" name="Group 19"/>
          <p:cNvGrpSpPr>
            <a:grpSpLocks/>
          </p:cNvGrpSpPr>
          <p:nvPr/>
        </p:nvGrpSpPr>
        <p:grpSpPr bwMode="auto">
          <a:xfrm>
            <a:off x="381000" y="1741488"/>
            <a:ext cx="9144000" cy="1916112"/>
            <a:chOff x="288" y="857"/>
            <a:chExt cx="5808" cy="1207"/>
          </a:xfrm>
        </p:grpSpPr>
        <p:sp>
          <p:nvSpPr>
            <p:cNvPr id="31755" name="AutoShape 8"/>
            <p:cNvSpPr>
              <a:spLocks noChangeArrowheads="1"/>
            </p:cNvSpPr>
            <p:nvPr/>
          </p:nvSpPr>
          <p:spPr bwMode="auto">
            <a:xfrm>
              <a:off x="288" y="857"/>
              <a:ext cx="5808" cy="1207"/>
            </a:xfrm>
            <a:prstGeom prst="roundRect">
              <a:avLst>
                <a:gd name="adj" fmla="val 744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endParaRPr lang="th-TH" altLang="ms-MY" sz="2400">
                <a:latin typeface="Angsana New" pitchFamily="18" charset="-34"/>
                <a:ea typeface="HG丸ｺﾞｼｯｸM-PRO" pitchFamily="50" charset="-128"/>
              </a:endParaRPr>
            </a:p>
          </p:txBody>
        </p:sp>
        <p:sp>
          <p:nvSpPr>
            <p:cNvPr id="490505" name="Rectangle 9"/>
            <p:cNvSpPr>
              <a:spLocks noChangeArrowheads="1"/>
            </p:cNvSpPr>
            <p:nvPr/>
          </p:nvSpPr>
          <p:spPr bwMode="auto">
            <a:xfrm>
              <a:off x="436" y="865"/>
              <a:ext cx="2732" cy="403"/>
            </a:xfrm>
            <a:prstGeom prst="rect">
              <a:avLst/>
            </a:prstGeom>
            <a:noFill/>
            <a:ln w="9525">
              <a:noFill/>
              <a:miter lim="800000"/>
              <a:headEnd/>
              <a:tailEnd/>
            </a:ln>
            <a:effectLst/>
          </p:spPr>
          <p:txBody>
            <a:bodyPr anchor="ctr">
              <a:spAutoFit/>
            </a:bodyPr>
            <a:lstStyle/>
            <a:p>
              <a:pPr>
                <a:lnSpc>
                  <a:spcPct val="150000"/>
                </a:lnSpc>
                <a:spcBef>
                  <a:spcPct val="40000"/>
                </a:spcBef>
                <a:defRPr/>
              </a:pPr>
              <a:r>
                <a:rPr lang="en-US" altLang="ja-JP" sz="2400">
                  <a:solidFill>
                    <a:schemeClr val="folHlink"/>
                  </a:solidFill>
                  <a:effectLst>
                    <a:outerShdw blurRad="38100" dist="38100" dir="2700000" algn="tl">
                      <a:srgbClr val="000000"/>
                    </a:outerShdw>
                  </a:effectLst>
                  <a:latin typeface="Angsana New" pitchFamily="18" charset="-34"/>
                  <a:ea typeface="HG丸ｺﾞｼｯｸM-PRO" charset="-128"/>
                  <a:cs typeface="Angsana New" pitchFamily="18" charset="-34"/>
                </a:rPr>
                <a:t>②  </a:t>
              </a:r>
              <a:r>
                <a:rPr lang="en-US" altLang="ja-JP" sz="2000">
                  <a:solidFill>
                    <a:schemeClr val="folHlink"/>
                  </a:solidFill>
                  <a:effectLst>
                    <a:outerShdw blurRad="38100" dist="38100" dir="2700000" algn="tl">
                      <a:srgbClr val="000000"/>
                    </a:outerShdw>
                  </a:effectLst>
                  <a:latin typeface="Times New Roman" pitchFamily="18" charset="0"/>
                  <a:ea typeface="HG丸ｺﾞｼｯｸM-PRO" charset="-128"/>
                  <a:cs typeface="Angsana New" pitchFamily="18" charset="-34"/>
                </a:rPr>
                <a:t>Check 3 M (muda, mura, muri)</a:t>
              </a:r>
              <a:endParaRPr lang="th-TH" altLang="ja-JP" sz="2000">
                <a:solidFill>
                  <a:schemeClr val="folHlink"/>
                </a:solidFill>
                <a:effectLst>
                  <a:outerShdw blurRad="38100" dist="38100" dir="2700000" algn="tl">
                    <a:srgbClr val="000000"/>
                  </a:outerShdw>
                </a:effectLst>
                <a:latin typeface="Times New Roman" pitchFamily="18" charset="0"/>
                <a:ea typeface="HG丸ｺﾞｼｯｸM-PRO" charset="-128"/>
                <a:cs typeface="Angsana New" pitchFamily="18" charset="-34"/>
              </a:endParaRPr>
            </a:p>
          </p:txBody>
        </p:sp>
        <p:sp>
          <p:nvSpPr>
            <p:cNvPr id="490506" name="Rectangle 10"/>
            <p:cNvSpPr>
              <a:spLocks noChangeArrowheads="1"/>
            </p:cNvSpPr>
            <p:nvPr/>
          </p:nvSpPr>
          <p:spPr bwMode="auto">
            <a:xfrm>
              <a:off x="659" y="1174"/>
              <a:ext cx="5044" cy="842"/>
            </a:xfrm>
            <a:prstGeom prst="rect">
              <a:avLst/>
            </a:prstGeom>
            <a:noFill/>
            <a:ln w="12700">
              <a:noFill/>
              <a:miter lim="800000"/>
              <a:headEnd/>
              <a:tailEnd/>
            </a:ln>
            <a:effectLst/>
          </p:spPr>
          <p:txBody>
            <a:bodyPr wrap="none" anchor="ctr"/>
            <a:lstStyle/>
            <a:p>
              <a:pPr>
                <a:defRPr/>
              </a:pPr>
              <a:r>
                <a:rPr lang="en-US" altLang="ja-JP" sz="1800">
                  <a:effectLst>
                    <a:outerShdw blurRad="38100" dist="38100" dir="2700000" algn="tl">
                      <a:srgbClr val="000000"/>
                    </a:outerShdw>
                  </a:effectLst>
                  <a:latin typeface="Times New Roman" pitchFamily="18" charset="0"/>
                  <a:ea typeface="イワタ中丸ゴシック体(GT)" charset="-128"/>
                </a:rPr>
                <a:t>Having :such as staff, skill, means, time, production, stock in processes or not.</a:t>
              </a:r>
            </a:p>
          </p:txBody>
        </p:sp>
      </p:grpSp>
      <p:sp>
        <p:nvSpPr>
          <p:cNvPr id="31747" name="AutoShape 12"/>
          <p:cNvSpPr>
            <a:spLocks noChangeArrowheads="1"/>
          </p:cNvSpPr>
          <p:nvPr/>
        </p:nvSpPr>
        <p:spPr bwMode="auto">
          <a:xfrm>
            <a:off x="355600" y="4305300"/>
            <a:ext cx="9220200" cy="2068513"/>
          </a:xfrm>
          <a:prstGeom prst="roundRect">
            <a:avLst>
              <a:gd name="adj" fmla="val 744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endParaRPr lang="th-TH" altLang="ms-MY" sz="2400">
              <a:latin typeface="HG丸ｺﾞｼｯｸM-PRO" pitchFamily="50" charset="-128"/>
              <a:ea typeface="HG丸ｺﾞｼｯｸM-PRO" pitchFamily="50" charset="-128"/>
            </a:endParaRPr>
          </a:p>
        </p:txBody>
      </p:sp>
      <p:sp>
        <p:nvSpPr>
          <p:cNvPr id="490509" name="Rectangle 13"/>
          <p:cNvSpPr>
            <a:spLocks noChangeArrowheads="1"/>
          </p:cNvSpPr>
          <p:nvPr/>
        </p:nvSpPr>
        <p:spPr bwMode="auto">
          <a:xfrm>
            <a:off x="596900" y="4410075"/>
            <a:ext cx="5795963" cy="639763"/>
          </a:xfrm>
          <a:prstGeom prst="rect">
            <a:avLst/>
          </a:prstGeom>
          <a:noFill/>
          <a:ln w="9525">
            <a:noFill/>
            <a:miter lim="800000"/>
            <a:headEnd/>
            <a:tailEnd/>
          </a:ln>
          <a:effectLst/>
        </p:spPr>
        <p:txBody>
          <a:bodyPr anchor="ctr">
            <a:spAutoFit/>
          </a:bodyPr>
          <a:lstStyle/>
          <a:p>
            <a:pPr>
              <a:lnSpc>
                <a:spcPct val="150000"/>
              </a:lnSpc>
              <a:spcBef>
                <a:spcPct val="40000"/>
              </a:spcBef>
              <a:defRPr/>
            </a:pPr>
            <a:r>
              <a:rPr lang="en-US" altLang="ja-JP" sz="2400">
                <a:solidFill>
                  <a:schemeClr val="folHlink"/>
                </a:solidFill>
                <a:effectLst>
                  <a:outerShdw blurRad="38100" dist="38100" dir="2700000" algn="tl">
                    <a:srgbClr val="000000"/>
                  </a:outerShdw>
                </a:effectLst>
                <a:latin typeface="Times New Roman" pitchFamily="18" charset="0"/>
                <a:ea typeface="HG丸ｺﾞｼｯｸM-PRO" charset="-128"/>
                <a:cs typeface="Angsana New" pitchFamily="18" charset="-34"/>
              </a:rPr>
              <a:t>③  </a:t>
            </a:r>
            <a:r>
              <a:rPr lang="en-US" altLang="ja-JP" sz="2000">
                <a:solidFill>
                  <a:schemeClr val="folHlink"/>
                </a:solidFill>
                <a:effectLst>
                  <a:outerShdw blurRad="38100" dist="38100" dir="2700000" algn="tl">
                    <a:srgbClr val="000000"/>
                  </a:outerShdw>
                </a:effectLst>
                <a:latin typeface="Times New Roman" pitchFamily="18" charset="0"/>
                <a:ea typeface="HG丸ｺﾞｼｯｸM-PRO" charset="-128"/>
                <a:cs typeface="Angsana New" pitchFamily="18" charset="-34"/>
              </a:rPr>
              <a:t>Check the word “ Fu” </a:t>
            </a:r>
          </a:p>
        </p:txBody>
      </p:sp>
      <p:sp>
        <p:nvSpPr>
          <p:cNvPr id="490510" name="Rectangle 14"/>
          <p:cNvSpPr>
            <a:spLocks noChangeArrowheads="1"/>
          </p:cNvSpPr>
          <p:nvPr/>
        </p:nvSpPr>
        <p:spPr bwMode="auto">
          <a:xfrm>
            <a:off x="958850" y="4951413"/>
            <a:ext cx="8210550" cy="1335087"/>
          </a:xfrm>
          <a:prstGeom prst="rect">
            <a:avLst/>
          </a:prstGeom>
          <a:noFill/>
          <a:ln w="12700">
            <a:noFill/>
            <a:miter lim="800000"/>
            <a:headEnd/>
            <a:tailEnd/>
          </a:ln>
          <a:effectLst/>
        </p:spPr>
        <p:txBody>
          <a:bodyPr wrap="none" anchor="ctr"/>
          <a:lstStyle/>
          <a:p>
            <a:pPr>
              <a:defRPr/>
            </a:pPr>
            <a:r>
              <a:rPr lang="en-US" altLang="ja-JP" sz="1800">
                <a:effectLst>
                  <a:outerShdw blurRad="38100" dist="38100" dir="2700000" algn="tl">
                    <a:srgbClr val="000000"/>
                  </a:outerShdw>
                </a:effectLst>
                <a:latin typeface="Times New Roman" pitchFamily="18" charset="0"/>
                <a:ea typeface="イワタ中丸ゴシック体(GT)" charset="-128"/>
              </a:rPr>
              <a:t>Such as furyou (defects), Fuchou (disorder), fuyou (unnecessary), </a:t>
            </a:r>
          </a:p>
          <a:p>
            <a:pPr>
              <a:defRPr/>
            </a:pPr>
            <a:r>
              <a:rPr lang="en-US" altLang="ja-JP" sz="1800">
                <a:effectLst>
                  <a:outerShdw blurRad="38100" dist="38100" dir="2700000" algn="tl">
                    <a:srgbClr val="000000"/>
                  </a:outerShdw>
                </a:effectLst>
                <a:latin typeface="Times New Roman" pitchFamily="18" charset="0"/>
                <a:ea typeface="イワタ中丸ゴシック体(GT)" charset="-128"/>
              </a:rPr>
              <a:t>fuantei (unstable), fukai (unpleasant), fukanou (impossible) etc.</a:t>
            </a:r>
            <a:r>
              <a:rPr lang="en-US" altLang="ja-JP">
                <a:effectLst>
                  <a:outerShdw blurRad="38100" dist="38100" dir="2700000" algn="tl">
                    <a:srgbClr val="000000"/>
                  </a:outerShdw>
                </a:effectLst>
                <a:ea typeface="イワタ中丸ゴシック体(GT)" charset="-128"/>
              </a:rPr>
              <a:t> </a:t>
            </a:r>
          </a:p>
        </p:txBody>
      </p:sp>
      <p:sp>
        <p:nvSpPr>
          <p:cNvPr id="490520" name="AutoShape 24"/>
          <p:cNvSpPr>
            <a:spLocks noChangeArrowheads="1"/>
          </p:cNvSpPr>
          <p:nvPr/>
        </p:nvSpPr>
        <p:spPr bwMode="auto">
          <a:xfrm>
            <a:off x="1219200" y="76200"/>
            <a:ext cx="7315200" cy="533400"/>
          </a:xfrm>
          <a:prstGeom prst="roundRect">
            <a:avLst>
              <a:gd name="adj" fmla="val 16667"/>
            </a:avLst>
          </a:prstGeom>
          <a:solidFill>
            <a:srgbClr val="008000"/>
          </a:solidFill>
          <a:ln w="9525">
            <a:solidFill>
              <a:schemeClr val="tx1"/>
            </a:solidFill>
            <a:round/>
            <a:headEnd/>
            <a:tailEnd/>
          </a:ln>
          <a:effectLst>
            <a:outerShdw blurRad="63500" dist="107763" dir="2700000" algn="ctr" rotWithShape="0">
              <a:schemeClr val="bg2">
                <a:alpha val="74998"/>
              </a:schemeClr>
            </a:outerShdw>
          </a:effectLst>
        </p:spPr>
        <p:txBody>
          <a:bodyPr wrap="none" anchor="ctr"/>
          <a:lstStyle/>
          <a:p>
            <a:pPr algn="ctr">
              <a:defRPr/>
            </a:pPr>
            <a:r>
              <a:rPr lang="en-US" altLang="ja-JP" sz="2400">
                <a:effectLst>
                  <a:outerShdw blurRad="38100" dist="38100" dir="2700000" algn="tl">
                    <a:srgbClr val="000000"/>
                  </a:outerShdw>
                </a:effectLst>
                <a:latin typeface="Times New Roman" pitchFamily="18" charset="0"/>
                <a:ea typeface="イワタ中丸ゴシック体(GT)" charset="-128"/>
              </a:rPr>
              <a:t>A point of selected themes for successful activities</a:t>
            </a:r>
            <a:r>
              <a:rPr lang="en-US" altLang="ja-JP">
                <a:effectLst>
                  <a:outerShdw blurRad="38100" dist="38100" dir="2700000" algn="tl">
                    <a:srgbClr val="000000"/>
                  </a:outerShdw>
                </a:effectLst>
                <a:ea typeface="イワタ中丸ゴシック体(GT)" charset="-128"/>
              </a:rPr>
              <a:t> </a:t>
            </a:r>
          </a:p>
        </p:txBody>
      </p:sp>
      <p:grpSp>
        <p:nvGrpSpPr>
          <p:cNvPr id="31752" name="Group 25"/>
          <p:cNvGrpSpPr>
            <a:grpSpLocks/>
          </p:cNvGrpSpPr>
          <p:nvPr/>
        </p:nvGrpSpPr>
        <p:grpSpPr bwMode="auto">
          <a:xfrm>
            <a:off x="85725" y="838200"/>
            <a:ext cx="6024563" cy="466725"/>
            <a:chOff x="78" y="472"/>
            <a:chExt cx="3795" cy="294"/>
          </a:xfrm>
        </p:grpSpPr>
        <p:sp>
          <p:nvSpPr>
            <p:cNvPr id="490522" name="AutoShape 26"/>
            <p:cNvSpPr>
              <a:spLocks noChangeArrowheads="1"/>
            </p:cNvSpPr>
            <p:nvPr/>
          </p:nvSpPr>
          <p:spPr bwMode="auto">
            <a:xfrm>
              <a:off x="86" y="478"/>
              <a:ext cx="3706" cy="288"/>
            </a:xfrm>
            <a:prstGeom prst="roundRect">
              <a:avLst>
                <a:gd name="adj" fmla="val 22917"/>
              </a:avLst>
            </a:prstGeom>
            <a:solidFill>
              <a:srgbClr val="008000"/>
            </a:solidFill>
            <a:ln w="9525">
              <a:solidFill>
                <a:schemeClr val="tx1"/>
              </a:solidFill>
              <a:round/>
              <a:headEnd/>
              <a:tailEnd/>
            </a:ln>
            <a:effectLst>
              <a:outerShdw blurRad="63500" dist="107763" dir="2700000" algn="ctr" rotWithShape="0">
                <a:schemeClr val="bg2">
                  <a:alpha val="74998"/>
                </a:schemeClr>
              </a:outerShdw>
            </a:effectLst>
          </p:spPr>
          <p:txBody>
            <a:bodyPr wrap="none" lIns="1062000" rIns="1242000" anchor="ctr"/>
            <a:lstStyle/>
            <a:p>
              <a:pPr>
                <a:defRPr/>
              </a:pPr>
              <a:endParaRPr lang="en-US">
                <a:effectLst>
                  <a:outerShdw blurRad="38100" dist="38100" dir="2700000" algn="tl">
                    <a:srgbClr val="000000"/>
                  </a:outerShdw>
                </a:effectLst>
              </a:endParaRPr>
            </a:p>
          </p:txBody>
        </p:sp>
        <p:sp>
          <p:nvSpPr>
            <p:cNvPr id="490523" name="Text Box 27"/>
            <p:cNvSpPr txBox="1">
              <a:spLocks noChangeArrowheads="1"/>
            </p:cNvSpPr>
            <p:nvPr/>
          </p:nvSpPr>
          <p:spPr bwMode="auto">
            <a:xfrm>
              <a:off x="78" y="472"/>
              <a:ext cx="3795" cy="288"/>
            </a:xfrm>
            <a:prstGeom prst="rect">
              <a:avLst/>
            </a:prstGeom>
            <a:noFill/>
            <a:ln w="9525">
              <a:noFill/>
              <a:miter lim="800000"/>
              <a:headEnd/>
              <a:tailEnd/>
            </a:ln>
            <a:effectLst/>
          </p:spPr>
          <p:txBody>
            <a:bodyPr lIns="36000" rIns="36000">
              <a:spAutoFit/>
            </a:bodyPr>
            <a:lstStyle/>
            <a:p>
              <a:pPr algn="ctr">
                <a:spcBef>
                  <a:spcPct val="50000"/>
                </a:spcBef>
                <a:defRPr/>
              </a:pPr>
              <a:r>
                <a:rPr lang="en-US" altLang="ja-JP" sz="2400">
                  <a:effectLst>
                    <a:outerShdw blurRad="38100" dist="38100" dir="2700000" algn="tl">
                      <a:srgbClr val="000000"/>
                    </a:outerShdw>
                  </a:effectLst>
                  <a:latin typeface="Times New Roman" pitchFamily="18" charset="0"/>
                  <a:ea typeface="イワタ中丸ゴシック体(GT)" charset="-128"/>
                </a:rPr>
                <a:t>(1) A Viewpoint of problem (Key point)</a:t>
              </a: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AutoShape 3"/>
          <p:cNvSpPr>
            <a:spLocks noChangeArrowheads="1"/>
          </p:cNvSpPr>
          <p:nvPr/>
        </p:nvSpPr>
        <p:spPr bwMode="auto">
          <a:xfrm>
            <a:off x="152400" y="990600"/>
            <a:ext cx="9639300" cy="5715000"/>
          </a:xfrm>
          <a:prstGeom prst="roundRect">
            <a:avLst>
              <a:gd name="adj" fmla="val 1514"/>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endParaRPr lang="th-TH" altLang="ms-MY" sz="1400">
              <a:latin typeface="Times New Roman" panose="02020603050405020304" pitchFamily="18" charset="0"/>
            </a:endParaRPr>
          </a:p>
        </p:txBody>
      </p:sp>
      <p:sp>
        <p:nvSpPr>
          <p:cNvPr id="496645" name="Rectangle 5"/>
          <p:cNvSpPr>
            <a:spLocks noChangeArrowheads="1"/>
          </p:cNvSpPr>
          <p:nvPr/>
        </p:nvSpPr>
        <p:spPr bwMode="auto">
          <a:xfrm>
            <a:off x="466725" y="1905000"/>
            <a:ext cx="2352675" cy="685800"/>
          </a:xfrm>
          <a:prstGeom prst="rect">
            <a:avLst/>
          </a:prstGeom>
          <a:solidFill>
            <a:schemeClr val="bg1"/>
          </a:solidFill>
          <a:ln w="9525">
            <a:solidFill>
              <a:schemeClr val="tx1"/>
            </a:solidFill>
            <a:miter lim="800000"/>
            <a:headEnd/>
            <a:tailEnd/>
          </a:ln>
          <a:effectLst>
            <a:outerShdw blurRad="63500" dist="107763" dir="2700000" algn="ctr" rotWithShape="0">
              <a:schemeClr val="bg2">
                <a:alpha val="74998"/>
              </a:schemeClr>
            </a:outerShdw>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ja-JP" altLang="en-US" sz="2400" b="0">
                <a:solidFill>
                  <a:schemeClr val="folHlink"/>
                </a:solidFill>
                <a:effectLst>
                  <a:outerShdw blurRad="38100" dist="38100" dir="2700000" algn="tl">
                    <a:srgbClr val="000000"/>
                  </a:outerShdw>
                </a:effectLst>
                <a:latin typeface="Times New Roman" panose="02020603050405020304" pitchFamily="18" charset="0"/>
              </a:rPr>
              <a:t>Ｑｕａｌｉｔ</a:t>
            </a:r>
            <a:r>
              <a:rPr lang="en-US" altLang="ja-JP" sz="2400" b="0">
                <a:solidFill>
                  <a:schemeClr val="folHlink"/>
                </a:solidFill>
                <a:effectLst>
                  <a:outerShdw blurRad="38100" dist="38100" dir="2700000" algn="tl">
                    <a:srgbClr val="000000"/>
                  </a:outerShdw>
                </a:effectLst>
                <a:latin typeface="Times New Roman" panose="02020603050405020304" pitchFamily="18" charset="0"/>
              </a:rPr>
              <a:t>y  </a:t>
            </a:r>
            <a:endParaRPr lang="en-US" altLang="ja-JP" sz="2000">
              <a:effectLst>
                <a:outerShdw blurRad="38100" dist="38100" dir="2700000" algn="tl">
                  <a:srgbClr val="000000"/>
                </a:outerShdw>
              </a:effectLst>
              <a:latin typeface="Times New Roman" panose="02020603050405020304" pitchFamily="18" charset="0"/>
            </a:endParaRPr>
          </a:p>
        </p:txBody>
      </p:sp>
      <p:sp>
        <p:nvSpPr>
          <p:cNvPr id="496646" name="Rectangle 6"/>
          <p:cNvSpPr>
            <a:spLocks noChangeArrowheads="1"/>
          </p:cNvSpPr>
          <p:nvPr/>
        </p:nvSpPr>
        <p:spPr bwMode="auto">
          <a:xfrm>
            <a:off x="3368675" y="1916113"/>
            <a:ext cx="6172200" cy="762000"/>
          </a:xfrm>
          <a:prstGeom prst="rect">
            <a:avLst/>
          </a:prstGeom>
          <a:solidFill>
            <a:schemeClr val="bg1"/>
          </a:solidFill>
          <a:ln w="9525">
            <a:solidFill>
              <a:schemeClr val="tx1"/>
            </a:solidFill>
            <a:miter lim="800000"/>
            <a:headEnd/>
            <a:tailEnd/>
          </a:ln>
          <a:effectLst>
            <a:outerShdw blurRad="63500" dist="107763" dir="2700000" algn="ctr" rotWithShape="0">
              <a:schemeClr val="bg2">
                <a:alpha val="74998"/>
              </a:schemeClr>
            </a:outerShdw>
          </a:effectLst>
        </p:spPr>
        <p:txBody>
          <a:bodyPr wrap="none" lIns="18000" tIns="36000" rIns="18000" anchor="ctr"/>
          <a:lstStyle/>
          <a:p>
            <a:pPr>
              <a:defRPr/>
            </a:pPr>
            <a:r>
              <a:rPr lang="en-US" altLang="ja-JP" sz="1800">
                <a:effectLst>
                  <a:outerShdw blurRad="38100" dist="38100" dir="2700000" algn="tl">
                    <a:srgbClr val="000000"/>
                  </a:outerShdw>
                </a:effectLst>
                <a:latin typeface="Times New Roman" pitchFamily="18" charset="0"/>
                <a:ea typeface="イワタ中丸ゴシック体(GT)" charset="-128"/>
                <a:sym typeface="Wingdings" pitchFamily="2" charset="2"/>
              </a:rPr>
              <a:t></a:t>
            </a:r>
            <a:r>
              <a:rPr lang="th-TH" altLang="ja-JP" sz="1800">
                <a:effectLst>
                  <a:outerShdw blurRad="38100" dist="38100" dir="2700000" algn="tl">
                    <a:srgbClr val="000000"/>
                  </a:outerShdw>
                </a:effectLst>
                <a:latin typeface="Times New Roman" pitchFamily="18" charset="0"/>
                <a:ea typeface="イワタ中丸ゴシック体(GT)" charset="-128"/>
                <a:sym typeface="Wingdings" pitchFamily="2" charset="2"/>
              </a:rPr>
              <a:t> </a:t>
            </a:r>
            <a:r>
              <a:rPr lang="en-US" altLang="ja-JP" sz="1800">
                <a:effectLst>
                  <a:outerShdw blurRad="38100" dist="38100" dir="2700000" algn="tl">
                    <a:srgbClr val="000000"/>
                  </a:outerShdw>
                </a:effectLst>
                <a:latin typeface="Times New Roman" pitchFamily="18" charset="0"/>
                <a:ea typeface="イワタ中丸ゴシック体(GT)" charset="-128"/>
                <a:sym typeface="Wingdings" pitchFamily="2" charset="2"/>
              </a:rPr>
              <a:t>Less defects         </a:t>
            </a:r>
            <a:r>
              <a:rPr lang="th-TH" altLang="ja-JP" sz="1800">
                <a:effectLst>
                  <a:outerShdw blurRad="38100" dist="38100" dir="2700000" algn="tl">
                    <a:srgbClr val="000000"/>
                  </a:outerShdw>
                </a:effectLst>
                <a:latin typeface="Times New Roman" pitchFamily="18" charset="0"/>
                <a:ea typeface="イワタ中丸ゴシック体(GT)" charset="-128"/>
                <a:sym typeface="Wingdings" pitchFamily="2" charset="2"/>
              </a:rPr>
              <a:t> </a:t>
            </a:r>
            <a:r>
              <a:rPr lang="en-US" altLang="ja-JP" sz="1800">
                <a:effectLst>
                  <a:outerShdw blurRad="38100" dist="38100" dir="2700000" algn="tl">
                    <a:srgbClr val="000000"/>
                  </a:outerShdw>
                </a:effectLst>
                <a:latin typeface="Times New Roman" pitchFamily="18" charset="0"/>
                <a:ea typeface="イワタ中丸ゴシック体(GT)" charset="-128"/>
                <a:sym typeface="Wingdings" pitchFamily="2" charset="2"/>
              </a:rPr>
              <a:t>Less repair</a:t>
            </a:r>
          </a:p>
          <a:p>
            <a:pPr>
              <a:defRPr/>
            </a:pPr>
            <a:r>
              <a:rPr lang="en-US" altLang="ja-JP" sz="1800">
                <a:effectLst>
                  <a:outerShdw blurRad="38100" dist="38100" dir="2700000" algn="tl">
                    <a:srgbClr val="000000"/>
                  </a:outerShdw>
                </a:effectLst>
                <a:latin typeface="Times New Roman" pitchFamily="18" charset="0"/>
                <a:ea typeface="イワタ中丸ゴシック体(GT)" charset="-128"/>
                <a:sym typeface="Wingdings" pitchFamily="2" charset="2"/>
              </a:rPr>
              <a:t></a:t>
            </a:r>
            <a:r>
              <a:rPr lang="th-TH" altLang="ja-JP" sz="1800">
                <a:effectLst>
                  <a:outerShdw blurRad="38100" dist="38100" dir="2700000" algn="tl">
                    <a:srgbClr val="000000"/>
                  </a:outerShdw>
                </a:effectLst>
                <a:latin typeface="Times New Roman" pitchFamily="18" charset="0"/>
                <a:ea typeface="イワタ中丸ゴシック体(GT)" charset="-128"/>
                <a:sym typeface="Wingdings" pitchFamily="2" charset="2"/>
              </a:rPr>
              <a:t> </a:t>
            </a:r>
            <a:r>
              <a:rPr lang="en-US" altLang="ja-JP" sz="1800">
                <a:effectLst>
                  <a:outerShdw blurRad="38100" dist="38100" dir="2700000" algn="tl">
                    <a:srgbClr val="000000"/>
                  </a:outerShdw>
                </a:effectLst>
                <a:latin typeface="Times New Roman" pitchFamily="18" charset="0"/>
                <a:ea typeface="イワタ中丸ゴシック体(GT)" charset="-128"/>
                <a:sym typeface="Wingdings" pitchFamily="2" charset="2"/>
              </a:rPr>
              <a:t>Less complaints   </a:t>
            </a:r>
            <a:r>
              <a:rPr lang="th-TH" altLang="ja-JP" sz="1800">
                <a:effectLst>
                  <a:outerShdw blurRad="38100" dist="38100" dir="2700000" algn="tl">
                    <a:srgbClr val="000000"/>
                  </a:outerShdw>
                </a:effectLst>
                <a:latin typeface="Times New Roman" pitchFamily="18" charset="0"/>
                <a:ea typeface="イワタ中丸ゴシック体(GT)" charset="-128"/>
                <a:sym typeface="Wingdings" pitchFamily="2" charset="2"/>
              </a:rPr>
              <a:t> </a:t>
            </a:r>
            <a:r>
              <a:rPr lang="en-US" altLang="ja-JP" sz="1800">
                <a:effectLst>
                  <a:outerShdw blurRad="38100" dist="38100" dir="2700000" algn="tl">
                    <a:srgbClr val="000000"/>
                  </a:outerShdw>
                </a:effectLst>
                <a:latin typeface="Times New Roman" pitchFamily="18" charset="0"/>
                <a:ea typeface="イワタ中丸ゴシック体(GT)" charset="-128"/>
                <a:sym typeface="Wingdings" pitchFamily="2" charset="2"/>
              </a:rPr>
              <a:t>No abnormality</a:t>
            </a:r>
          </a:p>
        </p:txBody>
      </p:sp>
      <p:sp>
        <p:nvSpPr>
          <p:cNvPr id="496647" name="Rectangle 7"/>
          <p:cNvSpPr>
            <a:spLocks noChangeArrowheads="1"/>
          </p:cNvSpPr>
          <p:nvPr/>
        </p:nvSpPr>
        <p:spPr bwMode="auto">
          <a:xfrm>
            <a:off x="466725" y="2895600"/>
            <a:ext cx="2352675" cy="685800"/>
          </a:xfrm>
          <a:prstGeom prst="rect">
            <a:avLst/>
          </a:prstGeom>
          <a:solidFill>
            <a:schemeClr val="bg1"/>
          </a:solidFill>
          <a:ln w="9525">
            <a:solidFill>
              <a:schemeClr val="tx1"/>
            </a:solidFill>
            <a:miter lim="800000"/>
            <a:headEnd/>
            <a:tailEnd/>
          </a:ln>
          <a:effectLst>
            <a:outerShdw blurRad="63500" dist="107763" dir="2700000" algn="ctr" rotWithShape="0">
              <a:schemeClr val="bg2">
                <a:alpha val="74998"/>
              </a:schemeClr>
            </a:outerShdw>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ja-JP" altLang="en-US" sz="2400" b="0">
                <a:solidFill>
                  <a:schemeClr val="folHlink"/>
                </a:solidFill>
                <a:effectLst>
                  <a:outerShdw blurRad="38100" dist="38100" dir="2700000" algn="tl">
                    <a:srgbClr val="000000"/>
                  </a:outerShdw>
                </a:effectLst>
                <a:latin typeface="Times New Roman" panose="02020603050405020304" pitchFamily="18" charset="0"/>
              </a:rPr>
              <a:t>Ｃｏｓｔ      </a:t>
            </a:r>
            <a:endParaRPr lang="en-US" altLang="ja-JP" sz="2000">
              <a:effectLst>
                <a:outerShdw blurRad="38100" dist="38100" dir="2700000" algn="tl">
                  <a:srgbClr val="000000"/>
                </a:outerShdw>
              </a:effectLst>
              <a:latin typeface="Times New Roman" panose="02020603050405020304" pitchFamily="18" charset="0"/>
            </a:endParaRPr>
          </a:p>
        </p:txBody>
      </p:sp>
      <p:sp>
        <p:nvSpPr>
          <p:cNvPr id="496648" name="Rectangle 8"/>
          <p:cNvSpPr>
            <a:spLocks noChangeArrowheads="1"/>
          </p:cNvSpPr>
          <p:nvPr/>
        </p:nvSpPr>
        <p:spPr bwMode="auto">
          <a:xfrm>
            <a:off x="3429000" y="2882900"/>
            <a:ext cx="6172200" cy="774700"/>
          </a:xfrm>
          <a:prstGeom prst="rect">
            <a:avLst/>
          </a:prstGeom>
          <a:solidFill>
            <a:schemeClr val="bg1"/>
          </a:solidFill>
          <a:ln w="9525">
            <a:solidFill>
              <a:schemeClr val="tx1"/>
            </a:solidFill>
            <a:miter lim="800000"/>
            <a:headEnd/>
            <a:tailEnd/>
          </a:ln>
          <a:effectLst>
            <a:outerShdw blurRad="63500" dist="107763" dir="2700000" algn="ctr" rotWithShape="0">
              <a:schemeClr val="bg2">
                <a:alpha val="74998"/>
              </a:schemeClr>
            </a:outerShdw>
          </a:effectLst>
        </p:spPr>
        <p:txBody>
          <a:bodyPr wrap="none" lIns="18000" tIns="36000" rIns="18000" anchor="ctr"/>
          <a:lstStyle/>
          <a:p>
            <a:pPr>
              <a:defRPr/>
            </a:pPr>
            <a:r>
              <a:rPr lang="en-US" altLang="ja-JP" sz="1600">
                <a:effectLst>
                  <a:outerShdw blurRad="38100" dist="38100" dir="2700000" algn="tl">
                    <a:srgbClr val="000000"/>
                  </a:outerShdw>
                </a:effectLst>
                <a:latin typeface="Times New Roman" pitchFamily="18" charset="0"/>
                <a:ea typeface="イワタ中丸ゴシック体(GT)" charset="-128"/>
                <a:sym typeface="Wingdings" pitchFamily="2" charset="2"/>
              </a:rPr>
              <a:t></a:t>
            </a:r>
            <a:r>
              <a:rPr lang="th-TH" altLang="ja-JP" sz="1600">
                <a:effectLst>
                  <a:outerShdw blurRad="38100" dist="38100" dir="2700000" algn="tl">
                    <a:srgbClr val="000000"/>
                  </a:outerShdw>
                </a:effectLst>
                <a:latin typeface="Times New Roman" pitchFamily="18" charset="0"/>
                <a:ea typeface="イワタ中丸ゴシック体(GT)" charset="-128"/>
                <a:sym typeface="Wingdings" pitchFamily="2" charset="2"/>
              </a:rPr>
              <a:t> </a:t>
            </a:r>
            <a:r>
              <a:rPr lang="en-US" altLang="ja-JP" sz="1600">
                <a:effectLst>
                  <a:outerShdw blurRad="38100" dist="38100" dir="2700000" algn="tl">
                    <a:srgbClr val="000000"/>
                  </a:outerShdw>
                </a:effectLst>
                <a:latin typeface="Times New Roman" pitchFamily="18" charset="0"/>
                <a:ea typeface="イワタ中丸ゴシック体(GT)" charset="-128"/>
                <a:sym typeface="Wingdings" pitchFamily="2" charset="2"/>
              </a:rPr>
              <a:t>Higher work efficiency          </a:t>
            </a:r>
            <a:r>
              <a:rPr lang="th-TH" altLang="ja-JP" sz="1600">
                <a:effectLst>
                  <a:outerShdw blurRad="38100" dist="38100" dir="2700000" algn="tl">
                    <a:srgbClr val="000000"/>
                  </a:outerShdw>
                </a:effectLst>
                <a:latin typeface="Times New Roman" pitchFamily="18" charset="0"/>
                <a:ea typeface="イワタ中丸ゴシック体(GT)" charset="-128"/>
                <a:sym typeface="Wingdings" pitchFamily="2" charset="2"/>
              </a:rPr>
              <a:t> </a:t>
            </a:r>
            <a:r>
              <a:rPr lang="en-US" altLang="ja-JP" sz="1600">
                <a:effectLst>
                  <a:outerShdw blurRad="38100" dist="38100" dir="2700000" algn="tl">
                    <a:srgbClr val="000000"/>
                  </a:outerShdw>
                </a:effectLst>
                <a:latin typeface="Times New Roman" pitchFamily="18" charset="0"/>
                <a:ea typeface="イワタ中丸ゴシック体(GT)" charset="-128"/>
                <a:sym typeface="Wingdings" pitchFamily="2" charset="2"/>
              </a:rPr>
              <a:t>Cost reduction</a:t>
            </a:r>
          </a:p>
          <a:p>
            <a:pPr>
              <a:defRPr/>
            </a:pPr>
            <a:r>
              <a:rPr lang="en-US" altLang="ja-JP" sz="1600">
                <a:effectLst>
                  <a:outerShdw blurRad="38100" dist="38100" dir="2700000" algn="tl">
                    <a:srgbClr val="000000"/>
                  </a:outerShdw>
                </a:effectLst>
                <a:latin typeface="Times New Roman" pitchFamily="18" charset="0"/>
                <a:ea typeface="イワタ中丸ゴシック体(GT)" charset="-128"/>
                <a:sym typeface="Wingdings" pitchFamily="2" charset="2"/>
              </a:rPr>
              <a:t></a:t>
            </a:r>
            <a:r>
              <a:rPr lang="th-TH" altLang="ja-JP" sz="1600">
                <a:effectLst>
                  <a:outerShdw blurRad="38100" dist="38100" dir="2700000" algn="tl">
                    <a:srgbClr val="000000"/>
                  </a:outerShdw>
                </a:effectLst>
                <a:latin typeface="Times New Roman" pitchFamily="18" charset="0"/>
                <a:ea typeface="イワタ中丸ゴシック体(GT)" charset="-128"/>
                <a:sym typeface="Wingdings" pitchFamily="2" charset="2"/>
              </a:rPr>
              <a:t> </a:t>
            </a:r>
            <a:r>
              <a:rPr lang="en-US" altLang="ja-JP" sz="1600">
                <a:effectLst>
                  <a:outerShdw blurRad="38100" dist="38100" dir="2700000" algn="tl">
                    <a:srgbClr val="000000"/>
                  </a:outerShdw>
                </a:effectLst>
                <a:latin typeface="Times New Roman" pitchFamily="18" charset="0"/>
                <a:ea typeface="イワタ中丸ゴシック体(GT)" charset="-128"/>
                <a:sym typeface="Wingdings" pitchFamily="2" charset="2"/>
              </a:rPr>
              <a:t>Reduction in working hours  </a:t>
            </a:r>
            <a:r>
              <a:rPr lang="th-TH" altLang="ja-JP" sz="1600">
                <a:effectLst>
                  <a:outerShdw blurRad="38100" dist="38100" dir="2700000" algn="tl">
                    <a:srgbClr val="000000"/>
                  </a:outerShdw>
                </a:effectLst>
                <a:latin typeface="Times New Roman" pitchFamily="18" charset="0"/>
                <a:ea typeface="イワタ中丸ゴシック体(GT)" charset="-128"/>
                <a:sym typeface="Wingdings" pitchFamily="2" charset="2"/>
              </a:rPr>
              <a:t> </a:t>
            </a:r>
            <a:r>
              <a:rPr lang="en-US" altLang="ja-JP" sz="1600">
                <a:effectLst>
                  <a:outerShdw blurRad="38100" dist="38100" dir="2700000" algn="tl">
                    <a:srgbClr val="000000"/>
                  </a:outerShdw>
                </a:effectLst>
                <a:latin typeface="Times New Roman" pitchFamily="18" charset="0"/>
                <a:ea typeface="イワタ中丸ゴシック体(GT)" charset="-128"/>
                <a:sym typeface="Wingdings" pitchFamily="2" charset="2"/>
              </a:rPr>
              <a:t>Muda of material</a:t>
            </a:r>
            <a:r>
              <a:rPr lang="en-US" altLang="ja-JP" sz="1600">
                <a:effectLst>
                  <a:outerShdw blurRad="38100" dist="38100" dir="2700000" algn="tl">
                    <a:srgbClr val="000000"/>
                  </a:outerShdw>
                </a:effectLst>
                <a:ea typeface="イワタ中丸ゴシック体(GT)" charset="-128"/>
                <a:sym typeface="Wingdings" pitchFamily="2" charset="2"/>
              </a:rPr>
              <a:t> </a:t>
            </a:r>
          </a:p>
        </p:txBody>
      </p:sp>
      <p:sp>
        <p:nvSpPr>
          <p:cNvPr id="496649" name="Rectangle 9"/>
          <p:cNvSpPr>
            <a:spLocks noChangeArrowheads="1"/>
          </p:cNvSpPr>
          <p:nvPr/>
        </p:nvSpPr>
        <p:spPr bwMode="auto">
          <a:xfrm>
            <a:off x="457200" y="3898900"/>
            <a:ext cx="2352675" cy="685800"/>
          </a:xfrm>
          <a:prstGeom prst="rect">
            <a:avLst/>
          </a:prstGeom>
          <a:solidFill>
            <a:schemeClr val="bg1"/>
          </a:solidFill>
          <a:ln w="952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a:defRPr/>
            </a:pPr>
            <a:r>
              <a:rPr lang="ja-JP" altLang="en-US" sz="2400" b="0">
                <a:solidFill>
                  <a:schemeClr val="folHlink"/>
                </a:solidFill>
                <a:effectLst>
                  <a:outerShdw blurRad="38100" dist="38100" dir="2700000" algn="tl">
                    <a:srgbClr val="000000"/>
                  </a:outerShdw>
                </a:effectLst>
                <a:latin typeface="Times New Roman" pitchFamily="18" charset="0"/>
              </a:rPr>
              <a:t>Ｄｅｌｉｖｅｒｙ</a:t>
            </a:r>
            <a:endParaRPr lang="en-US" altLang="ja-JP" sz="1800">
              <a:effectLst>
                <a:outerShdw blurRad="38100" dist="38100" dir="2700000" algn="tl">
                  <a:srgbClr val="000000"/>
                </a:outerShdw>
              </a:effectLst>
              <a:latin typeface="Times New Roman" pitchFamily="18" charset="0"/>
            </a:endParaRPr>
          </a:p>
        </p:txBody>
      </p:sp>
      <p:sp>
        <p:nvSpPr>
          <p:cNvPr id="496650" name="Rectangle 10"/>
          <p:cNvSpPr>
            <a:spLocks noChangeArrowheads="1"/>
          </p:cNvSpPr>
          <p:nvPr/>
        </p:nvSpPr>
        <p:spPr bwMode="auto">
          <a:xfrm>
            <a:off x="3429000" y="3870325"/>
            <a:ext cx="6172200" cy="739775"/>
          </a:xfrm>
          <a:prstGeom prst="rect">
            <a:avLst/>
          </a:prstGeom>
          <a:solidFill>
            <a:schemeClr val="bg1"/>
          </a:solidFill>
          <a:ln w="9525">
            <a:solidFill>
              <a:schemeClr val="tx1"/>
            </a:solidFill>
            <a:miter lim="800000"/>
            <a:headEnd/>
            <a:tailEnd/>
          </a:ln>
          <a:effectLst>
            <a:outerShdw blurRad="63500" dist="107763" dir="2700000" algn="ctr" rotWithShape="0">
              <a:schemeClr val="bg2">
                <a:alpha val="74998"/>
              </a:schemeClr>
            </a:outerShdw>
          </a:effectLst>
        </p:spPr>
        <p:txBody>
          <a:bodyPr wrap="none" lIns="18000" tIns="36000" rIns="18000" anchor="ctr"/>
          <a:lstStyle/>
          <a:p>
            <a:pPr>
              <a:defRPr/>
            </a:pPr>
            <a:r>
              <a:rPr lang="en-US" altLang="ja-JP" sz="1800">
                <a:effectLst>
                  <a:outerShdw blurRad="38100" dist="38100" dir="2700000" algn="tl">
                    <a:srgbClr val="000000"/>
                  </a:outerShdw>
                </a:effectLst>
                <a:latin typeface="Times New Roman" pitchFamily="18" charset="0"/>
                <a:sym typeface="Wingdings" pitchFamily="2" charset="2"/>
              </a:rPr>
              <a:t></a:t>
            </a:r>
            <a:r>
              <a:rPr lang="th-TH" altLang="ja-JP" sz="1800">
                <a:effectLst>
                  <a:outerShdw blurRad="38100" dist="38100" dir="2700000" algn="tl">
                    <a:srgbClr val="000000"/>
                  </a:outerShdw>
                </a:effectLst>
                <a:latin typeface="Times New Roman" pitchFamily="18" charset="0"/>
                <a:sym typeface="Wingdings" pitchFamily="2" charset="2"/>
              </a:rPr>
              <a:t> </a:t>
            </a:r>
            <a:r>
              <a:rPr lang="en-US" altLang="ja-JP" sz="1800">
                <a:effectLst>
                  <a:outerShdw blurRad="38100" dist="38100" dir="2700000" algn="tl">
                    <a:srgbClr val="000000"/>
                  </a:outerShdw>
                </a:effectLst>
                <a:latin typeface="Times New Roman" pitchFamily="18" charset="0"/>
                <a:sym typeface="Wingdings" pitchFamily="2" charset="2"/>
              </a:rPr>
              <a:t>On-time delivery         </a:t>
            </a:r>
            <a:r>
              <a:rPr lang="th-TH" altLang="ja-JP" sz="1800">
                <a:effectLst>
                  <a:outerShdw blurRad="38100" dist="38100" dir="2700000" algn="tl">
                    <a:srgbClr val="000000"/>
                  </a:outerShdw>
                </a:effectLst>
                <a:latin typeface="Times New Roman" pitchFamily="18" charset="0"/>
                <a:sym typeface="Wingdings" pitchFamily="2" charset="2"/>
              </a:rPr>
              <a:t> </a:t>
            </a:r>
            <a:r>
              <a:rPr lang="en-US" altLang="ja-JP" sz="1800">
                <a:effectLst>
                  <a:outerShdw blurRad="38100" dist="38100" dir="2700000" algn="tl">
                    <a:srgbClr val="000000"/>
                  </a:outerShdw>
                </a:effectLst>
                <a:latin typeface="Times New Roman" pitchFamily="18" charset="0"/>
                <a:sym typeface="Wingdings" pitchFamily="2" charset="2"/>
              </a:rPr>
              <a:t>No delay of production</a:t>
            </a:r>
          </a:p>
          <a:p>
            <a:pPr>
              <a:defRPr/>
            </a:pPr>
            <a:r>
              <a:rPr lang="en-US" altLang="ja-JP" sz="1800">
                <a:effectLst>
                  <a:outerShdw blurRad="38100" dist="38100" dir="2700000" algn="tl">
                    <a:srgbClr val="000000"/>
                  </a:outerShdw>
                </a:effectLst>
                <a:latin typeface="Times New Roman" pitchFamily="18" charset="0"/>
                <a:sym typeface="Wingdings" pitchFamily="2" charset="2"/>
              </a:rPr>
              <a:t></a:t>
            </a:r>
            <a:r>
              <a:rPr lang="th-TH" altLang="ja-JP" sz="1800">
                <a:effectLst>
                  <a:outerShdw blurRad="38100" dist="38100" dir="2700000" algn="tl">
                    <a:srgbClr val="000000"/>
                  </a:outerShdw>
                </a:effectLst>
                <a:latin typeface="Times New Roman" pitchFamily="18" charset="0"/>
                <a:sym typeface="Wingdings" pitchFamily="2" charset="2"/>
              </a:rPr>
              <a:t> </a:t>
            </a:r>
            <a:r>
              <a:rPr lang="en-US" altLang="ja-JP" sz="1800">
                <a:effectLst>
                  <a:outerShdw blurRad="38100" dist="38100" dir="2700000" algn="tl">
                    <a:srgbClr val="000000"/>
                  </a:outerShdw>
                </a:effectLst>
                <a:latin typeface="Times New Roman" pitchFamily="18" charset="0"/>
                <a:sym typeface="Wingdings" pitchFamily="2" charset="2"/>
              </a:rPr>
              <a:t>No excess inventory   </a:t>
            </a:r>
            <a:r>
              <a:rPr lang="th-TH" altLang="ja-JP" sz="1800">
                <a:effectLst>
                  <a:outerShdw blurRad="38100" dist="38100" dir="2700000" algn="tl">
                    <a:srgbClr val="000000"/>
                  </a:outerShdw>
                </a:effectLst>
                <a:latin typeface="Times New Roman" pitchFamily="18" charset="0"/>
                <a:sym typeface="Wingdings" pitchFamily="2" charset="2"/>
              </a:rPr>
              <a:t> </a:t>
            </a:r>
            <a:r>
              <a:rPr lang="en-US" altLang="ja-JP" sz="1800">
                <a:effectLst>
                  <a:outerShdw blurRad="38100" dist="38100" dir="2700000" algn="tl">
                    <a:srgbClr val="000000"/>
                  </a:outerShdw>
                </a:effectLst>
                <a:latin typeface="Times New Roman" pitchFamily="18" charset="0"/>
                <a:sym typeface="Wingdings" pitchFamily="2" charset="2"/>
              </a:rPr>
              <a:t>Higher operating</a:t>
            </a:r>
            <a:endParaRPr lang="en-US" altLang="ja-JP">
              <a:effectLst>
                <a:outerShdw blurRad="38100" dist="38100" dir="2700000" algn="tl">
                  <a:srgbClr val="000000"/>
                </a:outerShdw>
              </a:effectLst>
              <a:latin typeface="Times New Roman" pitchFamily="18" charset="0"/>
              <a:sym typeface="Wingdings" pitchFamily="2" charset="2"/>
            </a:endParaRPr>
          </a:p>
        </p:txBody>
      </p:sp>
      <p:sp>
        <p:nvSpPr>
          <p:cNvPr id="496651" name="Rectangle 11"/>
          <p:cNvSpPr>
            <a:spLocks noChangeArrowheads="1"/>
          </p:cNvSpPr>
          <p:nvPr/>
        </p:nvSpPr>
        <p:spPr bwMode="auto">
          <a:xfrm>
            <a:off x="466725" y="4889500"/>
            <a:ext cx="2352675" cy="685800"/>
          </a:xfrm>
          <a:prstGeom prst="rect">
            <a:avLst/>
          </a:prstGeom>
          <a:solidFill>
            <a:schemeClr val="bg1"/>
          </a:solidFill>
          <a:ln w="9525">
            <a:solidFill>
              <a:schemeClr val="tx1"/>
            </a:solidFill>
            <a:miter lim="800000"/>
            <a:headEnd/>
            <a:tailEnd/>
          </a:ln>
          <a:effectLst>
            <a:outerShdw blurRad="63500" dist="107763" dir="2700000" algn="ctr" rotWithShape="0">
              <a:schemeClr val="bg2">
                <a:alpha val="74998"/>
              </a:schemeClr>
            </a:outerShdw>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ja-JP" altLang="en-US" sz="2400" b="0">
                <a:solidFill>
                  <a:schemeClr val="folHlink"/>
                </a:solidFill>
                <a:effectLst>
                  <a:outerShdw blurRad="38100" dist="38100" dir="2700000" algn="tl">
                    <a:srgbClr val="000000"/>
                  </a:outerShdw>
                </a:effectLst>
                <a:latin typeface="Times New Roman" panose="02020603050405020304" pitchFamily="18" charset="0"/>
              </a:rPr>
              <a:t>Ｓａｆｅｔｙ   </a:t>
            </a:r>
            <a:endParaRPr lang="en-US" altLang="ja-JP" sz="2000">
              <a:effectLst>
                <a:outerShdw blurRad="38100" dist="38100" dir="2700000" algn="tl">
                  <a:srgbClr val="000000"/>
                </a:outerShdw>
              </a:effectLst>
              <a:latin typeface="Times New Roman" panose="02020603050405020304" pitchFamily="18" charset="0"/>
            </a:endParaRPr>
          </a:p>
        </p:txBody>
      </p:sp>
      <p:sp>
        <p:nvSpPr>
          <p:cNvPr id="496652" name="Rectangle 12"/>
          <p:cNvSpPr>
            <a:spLocks noChangeArrowheads="1"/>
          </p:cNvSpPr>
          <p:nvPr/>
        </p:nvSpPr>
        <p:spPr bwMode="auto">
          <a:xfrm>
            <a:off x="3429000" y="4838700"/>
            <a:ext cx="6172200" cy="739775"/>
          </a:xfrm>
          <a:prstGeom prst="rect">
            <a:avLst/>
          </a:prstGeom>
          <a:solidFill>
            <a:schemeClr val="bg1"/>
          </a:solidFill>
          <a:ln w="9525">
            <a:solidFill>
              <a:schemeClr val="tx1"/>
            </a:solidFill>
            <a:miter lim="800000"/>
            <a:headEnd/>
            <a:tailEnd/>
          </a:ln>
          <a:effectLst>
            <a:outerShdw blurRad="63500" dist="107763" dir="2700000" algn="ctr" rotWithShape="0">
              <a:schemeClr val="bg2">
                <a:alpha val="74998"/>
              </a:schemeClr>
            </a:outerShdw>
          </a:effectLst>
        </p:spPr>
        <p:txBody>
          <a:bodyPr wrap="none" lIns="18000" tIns="36000" rIns="18000" anchor="ctr"/>
          <a:lstStyle/>
          <a:p>
            <a:pPr>
              <a:defRPr/>
            </a:pPr>
            <a:r>
              <a:rPr lang="en-US" altLang="ja-JP" sz="1800">
                <a:effectLst>
                  <a:outerShdw blurRad="38100" dist="38100" dir="2700000" algn="tl">
                    <a:srgbClr val="000000"/>
                  </a:outerShdw>
                </a:effectLst>
                <a:latin typeface="Times New Roman" pitchFamily="18" charset="0"/>
                <a:sym typeface="Wingdings" pitchFamily="2" charset="2"/>
              </a:rPr>
              <a:t></a:t>
            </a:r>
            <a:r>
              <a:rPr lang="th-TH" altLang="ja-JP" sz="1800">
                <a:effectLst>
                  <a:outerShdw blurRad="38100" dist="38100" dir="2700000" algn="tl">
                    <a:srgbClr val="000000"/>
                  </a:outerShdw>
                </a:effectLst>
                <a:latin typeface="Times New Roman" pitchFamily="18" charset="0"/>
                <a:sym typeface="Wingdings" pitchFamily="2" charset="2"/>
              </a:rPr>
              <a:t> </a:t>
            </a:r>
            <a:r>
              <a:rPr lang="en-US" altLang="ja-JP" sz="1800">
                <a:effectLst>
                  <a:outerShdw blurRad="38100" dist="38100" dir="2700000" algn="tl">
                    <a:srgbClr val="000000"/>
                  </a:outerShdw>
                </a:effectLst>
                <a:latin typeface="Times New Roman" pitchFamily="18" charset="0"/>
                <a:sym typeface="Wingdings" pitchFamily="2" charset="2"/>
              </a:rPr>
              <a:t>No near miss           </a:t>
            </a:r>
            <a:r>
              <a:rPr lang="th-TH" altLang="ja-JP" sz="1800">
                <a:effectLst>
                  <a:outerShdw blurRad="38100" dist="38100" dir="2700000" algn="tl">
                    <a:srgbClr val="000000"/>
                  </a:outerShdw>
                </a:effectLst>
                <a:latin typeface="Times New Roman" pitchFamily="18" charset="0"/>
                <a:sym typeface="Wingdings" pitchFamily="2" charset="2"/>
              </a:rPr>
              <a:t> </a:t>
            </a:r>
            <a:r>
              <a:rPr lang="en-US" altLang="ja-JP" sz="1800">
                <a:effectLst>
                  <a:outerShdw blurRad="38100" dist="38100" dir="2700000" algn="tl">
                    <a:srgbClr val="000000"/>
                  </a:outerShdw>
                </a:effectLst>
                <a:latin typeface="Times New Roman" pitchFamily="18" charset="0"/>
                <a:sym typeface="Wingdings" pitchFamily="2" charset="2"/>
              </a:rPr>
              <a:t>Eliminating</a:t>
            </a:r>
          </a:p>
          <a:p>
            <a:pPr>
              <a:defRPr/>
            </a:pPr>
            <a:r>
              <a:rPr lang="en-US" altLang="ja-JP" sz="1800">
                <a:effectLst>
                  <a:outerShdw blurRad="38100" dist="38100" dir="2700000" algn="tl">
                    <a:srgbClr val="000000"/>
                  </a:outerShdw>
                </a:effectLst>
                <a:latin typeface="Times New Roman" pitchFamily="18" charset="0"/>
                <a:sym typeface="Wingdings" pitchFamily="2" charset="2"/>
              </a:rPr>
              <a:t></a:t>
            </a:r>
            <a:r>
              <a:rPr lang="th-TH" altLang="ja-JP" sz="1800">
                <a:effectLst>
                  <a:outerShdw blurRad="38100" dist="38100" dir="2700000" algn="tl">
                    <a:srgbClr val="000000"/>
                  </a:outerShdw>
                </a:effectLst>
                <a:latin typeface="Times New Roman" pitchFamily="18" charset="0"/>
                <a:sym typeface="Wingdings" pitchFamily="2" charset="2"/>
              </a:rPr>
              <a:t> </a:t>
            </a:r>
            <a:r>
              <a:rPr lang="en-US" altLang="ja-JP" sz="1800">
                <a:effectLst>
                  <a:outerShdw blurRad="38100" dist="38100" dir="2700000" algn="tl">
                    <a:srgbClr val="000000"/>
                  </a:outerShdw>
                </a:effectLst>
                <a:latin typeface="Times New Roman" pitchFamily="18" charset="0"/>
                <a:sym typeface="Wingdings" pitchFamily="2" charset="2"/>
              </a:rPr>
              <a:t>5S implementation  </a:t>
            </a:r>
            <a:r>
              <a:rPr lang="th-TH" altLang="ja-JP" sz="1800">
                <a:effectLst>
                  <a:outerShdw blurRad="38100" dist="38100" dir="2700000" algn="tl">
                    <a:srgbClr val="000000"/>
                  </a:outerShdw>
                </a:effectLst>
                <a:latin typeface="Times New Roman" pitchFamily="18" charset="0"/>
                <a:sym typeface="Wingdings" pitchFamily="2" charset="2"/>
              </a:rPr>
              <a:t> </a:t>
            </a:r>
            <a:r>
              <a:rPr lang="en-US" altLang="ja-JP" sz="1800">
                <a:effectLst>
                  <a:outerShdw blurRad="38100" dist="38100" dir="2700000" algn="tl">
                    <a:srgbClr val="000000"/>
                  </a:outerShdw>
                </a:effectLst>
                <a:latin typeface="Times New Roman" pitchFamily="18" charset="0"/>
                <a:sym typeface="Wingdings" pitchFamily="2" charset="2"/>
              </a:rPr>
              <a:t>No unsafe area</a:t>
            </a:r>
            <a:endParaRPr lang="en-US" altLang="ja-JP">
              <a:effectLst>
                <a:outerShdw blurRad="38100" dist="38100" dir="2700000" algn="tl">
                  <a:srgbClr val="000000"/>
                </a:outerShdw>
              </a:effectLst>
              <a:latin typeface="Times New Roman" pitchFamily="18" charset="0"/>
              <a:sym typeface="Wingdings" pitchFamily="2" charset="2"/>
            </a:endParaRPr>
          </a:p>
        </p:txBody>
      </p:sp>
      <p:sp>
        <p:nvSpPr>
          <p:cNvPr id="496653" name="Rectangle 13"/>
          <p:cNvSpPr>
            <a:spLocks noChangeArrowheads="1"/>
          </p:cNvSpPr>
          <p:nvPr/>
        </p:nvSpPr>
        <p:spPr bwMode="auto">
          <a:xfrm>
            <a:off x="466725" y="5842000"/>
            <a:ext cx="2352675" cy="685800"/>
          </a:xfrm>
          <a:prstGeom prst="rect">
            <a:avLst/>
          </a:prstGeom>
          <a:solidFill>
            <a:schemeClr val="bg1"/>
          </a:solidFill>
          <a:ln w="9525">
            <a:solidFill>
              <a:schemeClr val="tx1"/>
            </a:solidFill>
            <a:miter lim="800000"/>
            <a:headEnd/>
            <a:tailEnd/>
          </a:ln>
          <a:effectLst>
            <a:outerShdw blurRad="63500" dist="107763" dir="2700000" algn="ctr" rotWithShape="0">
              <a:schemeClr val="bg2">
                <a:alpha val="74998"/>
              </a:schemeClr>
            </a:outerShdw>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ja-JP" altLang="en-US" sz="2400" b="0">
                <a:solidFill>
                  <a:schemeClr val="folHlink"/>
                </a:solidFill>
                <a:effectLst>
                  <a:outerShdw blurRad="38100" dist="38100" dir="2700000" algn="tl">
                    <a:srgbClr val="000000"/>
                  </a:outerShdw>
                </a:effectLst>
                <a:latin typeface="Times New Roman" panose="02020603050405020304" pitchFamily="18" charset="0"/>
              </a:rPr>
              <a:t>Ｍｏｒａｌｅ </a:t>
            </a:r>
            <a:endParaRPr lang="en-US" altLang="ja-JP" sz="2000">
              <a:effectLst>
                <a:outerShdw blurRad="38100" dist="38100" dir="2700000" algn="tl">
                  <a:srgbClr val="000000"/>
                </a:outerShdw>
              </a:effectLst>
              <a:latin typeface="Times New Roman" panose="02020603050405020304" pitchFamily="18" charset="0"/>
            </a:endParaRPr>
          </a:p>
        </p:txBody>
      </p:sp>
      <p:sp>
        <p:nvSpPr>
          <p:cNvPr id="496654" name="Rectangle 14"/>
          <p:cNvSpPr>
            <a:spLocks noChangeArrowheads="1"/>
          </p:cNvSpPr>
          <p:nvPr/>
        </p:nvSpPr>
        <p:spPr bwMode="auto">
          <a:xfrm>
            <a:off x="3429000" y="5786438"/>
            <a:ext cx="6172200" cy="741362"/>
          </a:xfrm>
          <a:prstGeom prst="rect">
            <a:avLst/>
          </a:prstGeom>
          <a:solidFill>
            <a:schemeClr val="bg1"/>
          </a:solidFill>
          <a:ln w="9525">
            <a:solidFill>
              <a:schemeClr val="tx1"/>
            </a:solidFill>
            <a:miter lim="800000"/>
            <a:headEnd/>
            <a:tailEnd/>
          </a:ln>
          <a:effectLst>
            <a:outerShdw blurRad="63500" dist="107763" dir="2700000" algn="ctr" rotWithShape="0">
              <a:schemeClr val="bg2">
                <a:alpha val="74998"/>
              </a:schemeClr>
            </a:outerShdw>
          </a:effectLst>
        </p:spPr>
        <p:txBody>
          <a:bodyPr wrap="none" lIns="18000" tIns="36000" rIns="18000" anchor="ctr"/>
          <a:lstStyle/>
          <a:p>
            <a:pPr>
              <a:defRPr/>
            </a:pPr>
            <a:r>
              <a:rPr lang="en-US" altLang="ja-JP" sz="1800">
                <a:effectLst>
                  <a:outerShdw blurRad="38100" dist="38100" dir="2700000" algn="tl">
                    <a:srgbClr val="000000"/>
                  </a:outerShdw>
                </a:effectLst>
                <a:latin typeface="Times New Roman" pitchFamily="18" charset="0"/>
                <a:sym typeface="Wingdings" pitchFamily="2" charset="2"/>
              </a:rPr>
              <a:t></a:t>
            </a:r>
            <a:r>
              <a:rPr lang="th-TH" altLang="ja-JP" sz="1800">
                <a:effectLst>
                  <a:outerShdw blurRad="38100" dist="38100" dir="2700000" algn="tl">
                    <a:srgbClr val="000000"/>
                  </a:outerShdw>
                </a:effectLst>
                <a:latin typeface="Times New Roman" pitchFamily="18" charset="0"/>
                <a:sym typeface="Wingdings" pitchFamily="2" charset="2"/>
              </a:rPr>
              <a:t> </a:t>
            </a:r>
            <a:r>
              <a:rPr lang="en-US" altLang="ja-JP" sz="1800">
                <a:effectLst>
                  <a:outerShdw blurRad="38100" dist="38100" dir="2700000" algn="tl">
                    <a:srgbClr val="000000"/>
                  </a:outerShdw>
                </a:effectLst>
                <a:latin typeface="Times New Roman" pitchFamily="18" charset="0"/>
                <a:sym typeface="Wingdings" pitchFamily="2" charset="2"/>
              </a:rPr>
              <a:t>Good communication   </a:t>
            </a:r>
            <a:r>
              <a:rPr lang="th-TH" altLang="ja-JP" sz="1800">
                <a:effectLst>
                  <a:outerShdw blurRad="38100" dist="38100" dir="2700000" algn="tl">
                    <a:srgbClr val="000000"/>
                  </a:outerShdw>
                </a:effectLst>
                <a:latin typeface="Times New Roman" pitchFamily="18" charset="0"/>
                <a:sym typeface="Wingdings" pitchFamily="2" charset="2"/>
              </a:rPr>
              <a:t> </a:t>
            </a:r>
            <a:r>
              <a:rPr lang="en-US" altLang="ja-JP" sz="1800">
                <a:effectLst>
                  <a:outerShdw blurRad="38100" dist="38100" dir="2700000" algn="tl">
                    <a:srgbClr val="000000"/>
                  </a:outerShdw>
                </a:effectLst>
                <a:latin typeface="Times New Roman" pitchFamily="18" charset="0"/>
                <a:sym typeface="Wingdings" pitchFamily="2" charset="2"/>
              </a:rPr>
              <a:t>Motivation improvement</a:t>
            </a:r>
          </a:p>
          <a:p>
            <a:pPr>
              <a:defRPr/>
            </a:pPr>
            <a:r>
              <a:rPr lang="en-US" altLang="ja-JP" sz="1800">
                <a:effectLst>
                  <a:outerShdw blurRad="38100" dist="38100" dir="2700000" algn="tl">
                    <a:srgbClr val="000000"/>
                  </a:outerShdw>
                </a:effectLst>
                <a:latin typeface="Times New Roman" pitchFamily="18" charset="0"/>
                <a:sym typeface="Wingdings" pitchFamily="2" charset="2"/>
              </a:rPr>
              <a:t></a:t>
            </a:r>
            <a:r>
              <a:rPr lang="th-TH" altLang="ja-JP" sz="1800">
                <a:effectLst>
                  <a:outerShdw blurRad="38100" dist="38100" dir="2700000" algn="tl">
                    <a:srgbClr val="000000"/>
                  </a:outerShdw>
                </a:effectLst>
                <a:latin typeface="Times New Roman" pitchFamily="18" charset="0"/>
                <a:sym typeface="Wingdings" pitchFamily="2" charset="2"/>
              </a:rPr>
              <a:t> </a:t>
            </a:r>
            <a:r>
              <a:rPr lang="en-US" altLang="ja-JP" sz="1800">
                <a:effectLst>
                  <a:outerShdw blurRad="38100" dist="38100" dir="2700000" algn="tl">
                    <a:srgbClr val="000000"/>
                  </a:outerShdw>
                </a:effectLst>
                <a:latin typeface="Times New Roman" pitchFamily="18" charset="0"/>
                <a:sym typeface="Wingdings" pitchFamily="2" charset="2"/>
              </a:rPr>
              <a:t>Active suggestion         </a:t>
            </a:r>
            <a:r>
              <a:rPr lang="th-TH" altLang="ja-JP" sz="1800">
                <a:effectLst>
                  <a:outerShdw blurRad="38100" dist="38100" dir="2700000" algn="tl">
                    <a:srgbClr val="000000"/>
                  </a:outerShdw>
                </a:effectLst>
                <a:latin typeface="Times New Roman" pitchFamily="18" charset="0"/>
                <a:sym typeface="Wingdings" pitchFamily="2" charset="2"/>
              </a:rPr>
              <a:t> </a:t>
            </a:r>
            <a:r>
              <a:rPr lang="en-US" altLang="ja-JP" sz="1800">
                <a:effectLst>
                  <a:outerShdw blurRad="38100" dist="38100" dir="2700000" algn="tl">
                    <a:srgbClr val="000000"/>
                  </a:outerShdw>
                </a:effectLst>
                <a:latin typeface="Times New Roman" pitchFamily="18" charset="0"/>
                <a:sym typeface="Wingdings" pitchFamily="2" charset="2"/>
              </a:rPr>
              <a:t>Job attendance</a:t>
            </a:r>
            <a:endParaRPr lang="en-US" altLang="ja-JP">
              <a:effectLst>
                <a:outerShdw blurRad="38100" dist="38100" dir="2700000" algn="tl">
                  <a:srgbClr val="000000"/>
                </a:outerShdw>
              </a:effectLst>
              <a:latin typeface="Times New Roman" pitchFamily="18" charset="0"/>
              <a:sym typeface="Wingdings" pitchFamily="2" charset="2"/>
            </a:endParaRPr>
          </a:p>
        </p:txBody>
      </p:sp>
      <p:sp>
        <p:nvSpPr>
          <p:cNvPr id="496659" name="AutoShape 19"/>
          <p:cNvSpPr>
            <a:spLocks noChangeArrowheads="1"/>
          </p:cNvSpPr>
          <p:nvPr/>
        </p:nvSpPr>
        <p:spPr bwMode="auto">
          <a:xfrm>
            <a:off x="2971800" y="1828800"/>
            <a:ext cx="381000" cy="838200"/>
          </a:xfrm>
          <a:prstGeom prst="rightArrow">
            <a:avLst>
              <a:gd name="adj1" fmla="val 50000"/>
              <a:gd name="adj2" fmla="val 25000"/>
            </a:avLst>
          </a:prstGeom>
          <a:solidFill>
            <a:schemeClr val="accent1"/>
          </a:solidFill>
          <a:ln w="9525">
            <a:solidFill>
              <a:schemeClr val="tx1"/>
            </a:solidFill>
            <a:miter lim="800000"/>
            <a:headEnd/>
            <a:tailEnd/>
          </a:ln>
          <a:effectLst/>
        </p:spPr>
        <p:txBody>
          <a:bodyPr wrap="none" lIns="1062000" rIns="1242000" anchor="ctr"/>
          <a:lstStyle/>
          <a:p>
            <a:pPr>
              <a:defRPr/>
            </a:pPr>
            <a:endParaRPr lang="en-US">
              <a:effectLst>
                <a:outerShdw blurRad="38100" dist="38100" dir="2700000" algn="tl">
                  <a:srgbClr val="000000"/>
                </a:outerShdw>
              </a:effectLst>
            </a:endParaRPr>
          </a:p>
        </p:txBody>
      </p:sp>
      <p:sp>
        <p:nvSpPr>
          <p:cNvPr id="496660" name="AutoShape 20"/>
          <p:cNvSpPr>
            <a:spLocks noChangeArrowheads="1"/>
          </p:cNvSpPr>
          <p:nvPr/>
        </p:nvSpPr>
        <p:spPr bwMode="auto">
          <a:xfrm>
            <a:off x="2971800" y="2819400"/>
            <a:ext cx="381000" cy="838200"/>
          </a:xfrm>
          <a:prstGeom prst="rightArrow">
            <a:avLst>
              <a:gd name="adj1" fmla="val 50000"/>
              <a:gd name="adj2" fmla="val 25000"/>
            </a:avLst>
          </a:prstGeom>
          <a:solidFill>
            <a:schemeClr val="accent1"/>
          </a:solidFill>
          <a:ln w="9525">
            <a:solidFill>
              <a:schemeClr val="tx1"/>
            </a:solidFill>
            <a:miter lim="800000"/>
            <a:headEnd/>
            <a:tailEnd/>
          </a:ln>
          <a:effectLst/>
        </p:spPr>
        <p:txBody>
          <a:bodyPr wrap="none" lIns="1062000" rIns="1242000" anchor="ctr"/>
          <a:lstStyle/>
          <a:p>
            <a:pPr>
              <a:defRPr/>
            </a:pPr>
            <a:endParaRPr lang="en-US">
              <a:effectLst>
                <a:outerShdw blurRad="38100" dist="38100" dir="2700000" algn="tl">
                  <a:srgbClr val="000000"/>
                </a:outerShdw>
              </a:effectLst>
            </a:endParaRPr>
          </a:p>
        </p:txBody>
      </p:sp>
      <p:sp>
        <p:nvSpPr>
          <p:cNvPr id="496661" name="AutoShape 21"/>
          <p:cNvSpPr>
            <a:spLocks noChangeArrowheads="1"/>
          </p:cNvSpPr>
          <p:nvPr/>
        </p:nvSpPr>
        <p:spPr bwMode="auto">
          <a:xfrm>
            <a:off x="2971800" y="3771900"/>
            <a:ext cx="381000" cy="838200"/>
          </a:xfrm>
          <a:prstGeom prst="rightArrow">
            <a:avLst>
              <a:gd name="adj1" fmla="val 50000"/>
              <a:gd name="adj2" fmla="val 25000"/>
            </a:avLst>
          </a:prstGeom>
          <a:solidFill>
            <a:schemeClr val="accent1"/>
          </a:solidFill>
          <a:ln w="9525">
            <a:solidFill>
              <a:schemeClr val="tx1"/>
            </a:solidFill>
            <a:miter lim="800000"/>
            <a:headEnd/>
            <a:tailEnd/>
          </a:ln>
          <a:effectLst/>
        </p:spPr>
        <p:txBody>
          <a:bodyPr wrap="none" lIns="1062000" rIns="1242000" anchor="ctr"/>
          <a:lstStyle/>
          <a:p>
            <a:pPr>
              <a:defRPr/>
            </a:pPr>
            <a:endParaRPr lang="en-US">
              <a:effectLst>
                <a:outerShdw blurRad="38100" dist="38100" dir="2700000" algn="tl">
                  <a:srgbClr val="000000"/>
                </a:outerShdw>
              </a:effectLst>
            </a:endParaRPr>
          </a:p>
        </p:txBody>
      </p:sp>
      <p:sp>
        <p:nvSpPr>
          <p:cNvPr id="496662" name="AutoShape 22"/>
          <p:cNvSpPr>
            <a:spLocks noChangeArrowheads="1"/>
          </p:cNvSpPr>
          <p:nvPr/>
        </p:nvSpPr>
        <p:spPr bwMode="auto">
          <a:xfrm>
            <a:off x="2971800" y="4838700"/>
            <a:ext cx="381000" cy="838200"/>
          </a:xfrm>
          <a:prstGeom prst="rightArrow">
            <a:avLst>
              <a:gd name="adj1" fmla="val 50000"/>
              <a:gd name="adj2" fmla="val 25000"/>
            </a:avLst>
          </a:prstGeom>
          <a:solidFill>
            <a:schemeClr val="accent1"/>
          </a:solidFill>
          <a:ln w="9525">
            <a:solidFill>
              <a:schemeClr val="tx1"/>
            </a:solidFill>
            <a:miter lim="800000"/>
            <a:headEnd/>
            <a:tailEnd/>
          </a:ln>
          <a:effectLst/>
        </p:spPr>
        <p:txBody>
          <a:bodyPr wrap="none" lIns="1062000" rIns="1242000" anchor="ctr"/>
          <a:lstStyle/>
          <a:p>
            <a:pPr>
              <a:defRPr/>
            </a:pPr>
            <a:endParaRPr lang="en-US">
              <a:effectLst>
                <a:outerShdw blurRad="38100" dist="38100" dir="2700000" algn="tl">
                  <a:srgbClr val="000000"/>
                </a:outerShdw>
              </a:effectLst>
            </a:endParaRPr>
          </a:p>
        </p:txBody>
      </p:sp>
      <p:sp>
        <p:nvSpPr>
          <p:cNvPr id="496663" name="AutoShape 23"/>
          <p:cNvSpPr>
            <a:spLocks noChangeArrowheads="1"/>
          </p:cNvSpPr>
          <p:nvPr/>
        </p:nvSpPr>
        <p:spPr bwMode="auto">
          <a:xfrm>
            <a:off x="2971800" y="5765800"/>
            <a:ext cx="381000" cy="838200"/>
          </a:xfrm>
          <a:prstGeom prst="rightArrow">
            <a:avLst>
              <a:gd name="adj1" fmla="val 50000"/>
              <a:gd name="adj2" fmla="val 25000"/>
            </a:avLst>
          </a:prstGeom>
          <a:solidFill>
            <a:schemeClr val="accent1"/>
          </a:solidFill>
          <a:ln w="9525">
            <a:solidFill>
              <a:schemeClr val="tx1"/>
            </a:solidFill>
            <a:miter lim="800000"/>
            <a:headEnd/>
            <a:tailEnd/>
          </a:ln>
          <a:effectLst/>
        </p:spPr>
        <p:txBody>
          <a:bodyPr wrap="none" lIns="1062000" rIns="1242000" anchor="ctr"/>
          <a:lstStyle/>
          <a:p>
            <a:pPr>
              <a:defRPr/>
            </a:pPr>
            <a:endParaRPr lang="en-US">
              <a:effectLst>
                <a:outerShdw blurRad="38100" dist="38100" dir="2700000" algn="tl">
                  <a:srgbClr val="000000"/>
                </a:outerShdw>
              </a:effectLst>
            </a:endParaRPr>
          </a:p>
        </p:txBody>
      </p:sp>
      <p:sp>
        <p:nvSpPr>
          <p:cNvPr id="496664" name="Rectangle 24"/>
          <p:cNvSpPr>
            <a:spLocks noChangeArrowheads="1"/>
          </p:cNvSpPr>
          <p:nvPr/>
        </p:nvSpPr>
        <p:spPr bwMode="auto">
          <a:xfrm>
            <a:off x="406400" y="1270000"/>
            <a:ext cx="4419600" cy="457200"/>
          </a:xfrm>
          <a:prstGeom prst="rect">
            <a:avLst/>
          </a:prstGeom>
          <a:noFill/>
          <a:ln w="9525">
            <a:noFill/>
            <a:miter lim="800000"/>
            <a:headEnd/>
            <a:tailEnd/>
          </a:ln>
          <a:effectLst/>
        </p:spPr>
        <p:txBody>
          <a:bodyPr anchor="ctr">
            <a:spAutoFit/>
          </a:bodyPr>
          <a:lstStyle/>
          <a:p>
            <a:pPr>
              <a:spcBef>
                <a:spcPct val="40000"/>
              </a:spcBef>
              <a:defRPr/>
            </a:pPr>
            <a:r>
              <a:rPr lang="en-US" altLang="ja-JP" sz="2400">
                <a:solidFill>
                  <a:schemeClr val="folHlink"/>
                </a:solidFill>
                <a:effectLst>
                  <a:outerShdw blurRad="38100" dist="38100" dir="2700000" algn="tl">
                    <a:srgbClr val="000000"/>
                  </a:outerShdw>
                </a:effectLst>
                <a:latin typeface="Times New Roman" pitchFamily="18" charset="0"/>
                <a:ea typeface="HG丸ｺﾞｼｯｸM-PRO" charset="-128"/>
                <a:cs typeface="Angsana New" pitchFamily="18" charset="-34"/>
              </a:rPr>
              <a:t>④  </a:t>
            </a:r>
            <a:r>
              <a:rPr lang="en-US" altLang="ja-JP" sz="2000">
                <a:solidFill>
                  <a:schemeClr val="folHlink"/>
                </a:solidFill>
                <a:effectLst>
                  <a:outerShdw blurRad="38100" dist="38100" dir="2700000" algn="tl">
                    <a:srgbClr val="000000"/>
                  </a:outerShdw>
                </a:effectLst>
                <a:latin typeface="Times New Roman" pitchFamily="18" charset="0"/>
                <a:ea typeface="HG丸ｺﾞｼｯｸM-PRO" charset="-128"/>
                <a:cs typeface="Angsana New" pitchFamily="18" charset="-34"/>
              </a:rPr>
              <a:t>Check 5 major duties.</a:t>
            </a:r>
            <a:endParaRPr lang="en-US" altLang="ja-JP" sz="2400">
              <a:effectLst>
                <a:outerShdw blurRad="38100" dist="38100" dir="2700000" algn="tl">
                  <a:srgbClr val="000000"/>
                </a:outerShdw>
              </a:effectLst>
              <a:latin typeface="Times New Roman" pitchFamily="18" charset="0"/>
              <a:ea typeface="HG丸ｺﾞｼｯｸM-PRO" charset="-128"/>
              <a:cs typeface="Angsana New" pitchFamily="18" charset="-34"/>
            </a:endParaRPr>
          </a:p>
        </p:txBody>
      </p:sp>
      <p:sp>
        <p:nvSpPr>
          <p:cNvPr id="496667" name="AutoShape 27"/>
          <p:cNvSpPr>
            <a:spLocks noChangeArrowheads="1"/>
          </p:cNvSpPr>
          <p:nvPr/>
        </p:nvSpPr>
        <p:spPr bwMode="auto">
          <a:xfrm>
            <a:off x="1219200" y="76200"/>
            <a:ext cx="7315200" cy="533400"/>
          </a:xfrm>
          <a:prstGeom prst="roundRect">
            <a:avLst>
              <a:gd name="adj" fmla="val 16667"/>
            </a:avLst>
          </a:prstGeom>
          <a:solidFill>
            <a:srgbClr val="008000"/>
          </a:solidFill>
          <a:ln w="9525">
            <a:solidFill>
              <a:schemeClr val="tx1"/>
            </a:solidFill>
            <a:round/>
            <a:headEnd/>
            <a:tailEnd/>
          </a:ln>
          <a:effectLst>
            <a:outerShdw blurRad="63500" dist="107763" dir="2700000" algn="ctr" rotWithShape="0">
              <a:schemeClr val="bg2">
                <a:alpha val="74998"/>
              </a:schemeClr>
            </a:outerShdw>
          </a:effectLst>
        </p:spPr>
        <p:txBody>
          <a:bodyPr wrap="none" anchor="ctr"/>
          <a:lstStyle/>
          <a:p>
            <a:pPr algn="ctr">
              <a:defRPr/>
            </a:pPr>
            <a:r>
              <a:rPr lang="en-US" altLang="ja-JP" sz="2400">
                <a:effectLst>
                  <a:outerShdw blurRad="38100" dist="38100" dir="2700000" algn="tl">
                    <a:srgbClr val="000000"/>
                  </a:outerShdw>
                </a:effectLst>
                <a:latin typeface="Times New Roman" pitchFamily="18" charset="0"/>
              </a:rPr>
              <a:t>A point of selected themes for successful activities</a:t>
            </a:r>
            <a:endParaRPr lang="en-US" altLang="ja-JP">
              <a:effectLst>
                <a:outerShdw blurRad="38100" dist="38100" dir="2700000" algn="tl">
                  <a:srgbClr val="000000"/>
                </a:outerShdw>
              </a:effectLst>
              <a:latin typeface="Times New Roman" pitchFamily="18" charset="0"/>
            </a:endParaRPr>
          </a:p>
        </p:txBody>
      </p:sp>
      <p:grpSp>
        <p:nvGrpSpPr>
          <p:cNvPr id="32789" name="Group 28"/>
          <p:cNvGrpSpPr>
            <a:grpSpLocks/>
          </p:cNvGrpSpPr>
          <p:nvPr/>
        </p:nvGrpSpPr>
        <p:grpSpPr bwMode="auto">
          <a:xfrm>
            <a:off x="85725" y="698500"/>
            <a:ext cx="6024563" cy="466725"/>
            <a:chOff x="78" y="472"/>
            <a:chExt cx="3795" cy="294"/>
          </a:xfrm>
        </p:grpSpPr>
        <p:sp>
          <p:nvSpPr>
            <p:cNvPr id="496669" name="AutoShape 29"/>
            <p:cNvSpPr>
              <a:spLocks noChangeArrowheads="1"/>
            </p:cNvSpPr>
            <p:nvPr/>
          </p:nvSpPr>
          <p:spPr bwMode="auto">
            <a:xfrm>
              <a:off x="86" y="478"/>
              <a:ext cx="3706" cy="288"/>
            </a:xfrm>
            <a:prstGeom prst="roundRect">
              <a:avLst>
                <a:gd name="adj" fmla="val 22917"/>
              </a:avLst>
            </a:prstGeom>
            <a:solidFill>
              <a:srgbClr val="008000"/>
            </a:solidFill>
            <a:ln w="9525">
              <a:solidFill>
                <a:schemeClr val="tx1"/>
              </a:solidFill>
              <a:round/>
              <a:headEnd/>
              <a:tailEnd/>
            </a:ln>
            <a:effectLst>
              <a:outerShdw blurRad="63500" dist="107763" dir="2700000" algn="ctr" rotWithShape="0">
                <a:schemeClr val="bg2">
                  <a:alpha val="74998"/>
                </a:schemeClr>
              </a:outerShdw>
            </a:effectLst>
          </p:spPr>
          <p:txBody>
            <a:bodyPr wrap="none" lIns="1062000" rIns="1242000" anchor="ctr"/>
            <a:lstStyle/>
            <a:p>
              <a:pPr>
                <a:defRPr/>
              </a:pPr>
              <a:endParaRPr lang="en-US">
                <a:effectLst>
                  <a:outerShdw blurRad="38100" dist="38100" dir="2700000" algn="tl">
                    <a:srgbClr val="000000"/>
                  </a:outerShdw>
                </a:effectLst>
              </a:endParaRPr>
            </a:p>
          </p:txBody>
        </p:sp>
        <p:sp>
          <p:nvSpPr>
            <p:cNvPr id="496670" name="Text Box 30"/>
            <p:cNvSpPr txBox="1">
              <a:spLocks noChangeArrowheads="1"/>
            </p:cNvSpPr>
            <p:nvPr/>
          </p:nvSpPr>
          <p:spPr bwMode="auto">
            <a:xfrm>
              <a:off x="78" y="472"/>
              <a:ext cx="3795" cy="288"/>
            </a:xfrm>
            <a:prstGeom prst="rect">
              <a:avLst/>
            </a:prstGeom>
            <a:noFill/>
            <a:ln w="9525">
              <a:noFill/>
              <a:miter lim="800000"/>
              <a:headEnd/>
              <a:tailEnd/>
            </a:ln>
            <a:effectLst/>
          </p:spPr>
          <p:txBody>
            <a:bodyPr lIns="36000" rIns="36000">
              <a:spAutoFit/>
            </a:bodyPr>
            <a:lstStyle/>
            <a:p>
              <a:pPr algn="ctr">
                <a:spcBef>
                  <a:spcPct val="50000"/>
                </a:spcBef>
                <a:defRPr/>
              </a:pPr>
              <a:r>
                <a:rPr lang="en-US" altLang="ja-JP" sz="2400">
                  <a:effectLst>
                    <a:outerShdw blurRad="38100" dist="38100" dir="2700000" algn="tl">
                      <a:srgbClr val="000000"/>
                    </a:outerShdw>
                  </a:effectLst>
                  <a:ea typeface="イワタ中丸ゴシック体(GT)" charset="-128"/>
                </a:rPr>
                <a:t>(1) A Viewpoint of problem (Key point)</a:t>
              </a: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794" name="Group 4"/>
          <p:cNvGrpSpPr>
            <a:grpSpLocks/>
          </p:cNvGrpSpPr>
          <p:nvPr/>
        </p:nvGrpSpPr>
        <p:grpSpPr bwMode="auto">
          <a:xfrm>
            <a:off x="127000" y="777875"/>
            <a:ext cx="7202488" cy="519113"/>
            <a:chOff x="78" y="472"/>
            <a:chExt cx="3795" cy="327"/>
          </a:xfrm>
        </p:grpSpPr>
        <p:sp>
          <p:nvSpPr>
            <p:cNvPr id="494597" name="AutoShape 5"/>
            <p:cNvSpPr>
              <a:spLocks noChangeArrowheads="1"/>
            </p:cNvSpPr>
            <p:nvPr/>
          </p:nvSpPr>
          <p:spPr bwMode="auto">
            <a:xfrm>
              <a:off x="86" y="478"/>
              <a:ext cx="3705" cy="288"/>
            </a:xfrm>
            <a:prstGeom prst="roundRect">
              <a:avLst>
                <a:gd name="adj" fmla="val 22917"/>
              </a:avLst>
            </a:prstGeom>
            <a:solidFill>
              <a:srgbClr val="008000"/>
            </a:solidFill>
            <a:ln w="9525">
              <a:solidFill>
                <a:schemeClr val="tx1"/>
              </a:solidFill>
              <a:round/>
              <a:headEnd/>
              <a:tailEnd/>
            </a:ln>
            <a:effectLst>
              <a:outerShdw blurRad="63500" dist="107763" dir="2700000" algn="ctr" rotWithShape="0">
                <a:schemeClr val="bg2">
                  <a:alpha val="74998"/>
                </a:schemeClr>
              </a:outerShdw>
            </a:effectLst>
          </p:spPr>
          <p:txBody>
            <a:bodyPr wrap="none" lIns="1062000" rIns="1242000" anchor="ctr"/>
            <a:lstStyle/>
            <a:p>
              <a:pPr>
                <a:defRPr/>
              </a:pPr>
              <a:endParaRPr lang="en-US">
                <a:effectLst>
                  <a:outerShdw blurRad="38100" dist="38100" dir="2700000" algn="tl">
                    <a:srgbClr val="000000"/>
                  </a:outerShdw>
                </a:effectLst>
              </a:endParaRPr>
            </a:p>
          </p:txBody>
        </p:sp>
        <p:sp>
          <p:nvSpPr>
            <p:cNvPr id="494598" name="Text Box 6"/>
            <p:cNvSpPr txBox="1">
              <a:spLocks noChangeArrowheads="1"/>
            </p:cNvSpPr>
            <p:nvPr/>
          </p:nvSpPr>
          <p:spPr bwMode="auto">
            <a:xfrm>
              <a:off x="78" y="472"/>
              <a:ext cx="3795" cy="327"/>
            </a:xfrm>
            <a:prstGeom prst="rect">
              <a:avLst/>
            </a:prstGeom>
            <a:noFill/>
            <a:ln w="9525">
              <a:noFill/>
              <a:miter lim="800000"/>
              <a:headEnd/>
              <a:tailEnd/>
            </a:ln>
            <a:effectLst/>
          </p:spPr>
          <p:txBody>
            <a:bodyPr lIns="36000" rIns="36000">
              <a:spAutoFit/>
            </a:bodyPr>
            <a:lstStyle/>
            <a:p>
              <a:pPr algn="ctr">
                <a:spcBef>
                  <a:spcPct val="50000"/>
                </a:spcBef>
                <a:defRPr/>
              </a:pPr>
              <a:r>
                <a:rPr lang="en-US" altLang="ja-JP" sz="2000">
                  <a:effectLst>
                    <a:outerShdw blurRad="38100" dist="38100" dir="2700000" algn="tl">
                      <a:srgbClr val="000000"/>
                    </a:outerShdw>
                  </a:effectLst>
                  <a:ea typeface="イワタ中丸ゴシック体(GT)" charset="-128"/>
                </a:rPr>
                <a:t>(2) Select the themes that are appropriate with ability</a:t>
              </a:r>
              <a:r>
                <a:rPr lang="en-US" altLang="ja-JP">
                  <a:effectLst>
                    <a:outerShdw blurRad="38100" dist="38100" dir="2700000" algn="tl">
                      <a:srgbClr val="000000"/>
                    </a:outerShdw>
                  </a:effectLst>
                  <a:ea typeface="イワタ中丸ゴシック体(GT)" charset="-128"/>
                </a:rPr>
                <a:t> </a:t>
              </a:r>
            </a:p>
          </p:txBody>
        </p:sp>
      </p:grpSp>
      <p:sp>
        <p:nvSpPr>
          <p:cNvPr id="494601" name="Rectangle 9"/>
          <p:cNvSpPr>
            <a:spLocks noChangeArrowheads="1"/>
          </p:cNvSpPr>
          <p:nvPr/>
        </p:nvSpPr>
        <p:spPr bwMode="auto">
          <a:xfrm>
            <a:off x="368300" y="1536700"/>
            <a:ext cx="9269413" cy="5029200"/>
          </a:xfrm>
          <a:prstGeom prst="rect">
            <a:avLst/>
          </a:prstGeom>
          <a:solidFill>
            <a:schemeClr val="bg1"/>
          </a:solidFill>
          <a:ln w="9525">
            <a:solidFill>
              <a:schemeClr val="tx1"/>
            </a:solidFill>
            <a:miter lim="800000"/>
            <a:headEnd/>
            <a:tailEnd/>
          </a:ln>
          <a:effectLst/>
        </p:spPr>
        <p:txBody>
          <a:bodyPr wrap="none" anchor="ctr"/>
          <a:lstStyle/>
          <a:p>
            <a:pPr algn="ctr">
              <a:defRPr/>
            </a:pPr>
            <a:endParaRPr lang="th-TH" sz="2200">
              <a:effectLst>
                <a:outerShdw blurRad="38100" dist="38100" dir="2700000" algn="tl">
                  <a:srgbClr val="000000"/>
                </a:outerShdw>
              </a:effectLst>
              <a:latin typeface="HG丸ｺﾞｼｯｸM-PRO" charset="-128"/>
              <a:ea typeface="HG丸ｺﾞｼｯｸM-PRO" charset="-128"/>
            </a:endParaRPr>
          </a:p>
        </p:txBody>
      </p:sp>
      <p:sp>
        <p:nvSpPr>
          <p:cNvPr id="494602" name="Line 10"/>
          <p:cNvSpPr>
            <a:spLocks noChangeShapeType="1"/>
          </p:cNvSpPr>
          <p:nvPr/>
        </p:nvSpPr>
        <p:spPr bwMode="auto">
          <a:xfrm>
            <a:off x="969963" y="1536700"/>
            <a:ext cx="0" cy="5029200"/>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4603" name="Line 11"/>
          <p:cNvSpPr>
            <a:spLocks noChangeShapeType="1"/>
          </p:cNvSpPr>
          <p:nvPr/>
        </p:nvSpPr>
        <p:spPr bwMode="auto">
          <a:xfrm>
            <a:off x="1571625" y="1993900"/>
            <a:ext cx="0" cy="4572000"/>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4604" name="Line 12"/>
          <p:cNvSpPr>
            <a:spLocks noChangeShapeType="1"/>
          </p:cNvSpPr>
          <p:nvPr/>
        </p:nvSpPr>
        <p:spPr bwMode="auto">
          <a:xfrm>
            <a:off x="5303838" y="1536700"/>
            <a:ext cx="0" cy="5029200"/>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4605" name="Line 13"/>
          <p:cNvSpPr>
            <a:spLocks noChangeShapeType="1"/>
          </p:cNvSpPr>
          <p:nvPr/>
        </p:nvSpPr>
        <p:spPr bwMode="auto">
          <a:xfrm>
            <a:off x="368300" y="1993900"/>
            <a:ext cx="9269413" cy="0"/>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4606" name="Line 14"/>
          <p:cNvSpPr>
            <a:spLocks noChangeShapeType="1"/>
          </p:cNvSpPr>
          <p:nvPr/>
        </p:nvSpPr>
        <p:spPr bwMode="auto">
          <a:xfrm>
            <a:off x="969963" y="3517900"/>
            <a:ext cx="8667750" cy="0"/>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4607" name="Line 15"/>
          <p:cNvSpPr>
            <a:spLocks noChangeShapeType="1"/>
          </p:cNvSpPr>
          <p:nvPr/>
        </p:nvSpPr>
        <p:spPr bwMode="auto">
          <a:xfrm>
            <a:off x="969963" y="5041900"/>
            <a:ext cx="8667750" cy="0"/>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4608" name="Text Box 16"/>
          <p:cNvSpPr txBox="1">
            <a:spLocks noChangeArrowheads="1"/>
          </p:cNvSpPr>
          <p:nvPr/>
        </p:nvSpPr>
        <p:spPr bwMode="auto">
          <a:xfrm>
            <a:off x="1666875" y="1536700"/>
            <a:ext cx="3197225" cy="457200"/>
          </a:xfrm>
          <a:prstGeom prst="rect">
            <a:avLst/>
          </a:prstGeom>
          <a:noFill/>
          <a:ln w="9525">
            <a:noFill/>
            <a:miter lim="800000"/>
            <a:headEnd/>
            <a:tailEnd/>
          </a:ln>
          <a:effectLst/>
        </p:spPr>
        <p:txBody>
          <a:bodyPr>
            <a:spAutoFit/>
          </a:bodyPr>
          <a:lstStyle/>
          <a:p>
            <a:pPr algn="ctr">
              <a:defRPr/>
            </a:pPr>
            <a:r>
              <a:rPr lang="en-US" altLang="ja-JP" sz="2400">
                <a:effectLst>
                  <a:outerShdw blurRad="38100" dist="38100" dir="2700000" algn="tl">
                    <a:srgbClr val="000000"/>
                  </a:outerShdw>
                </a:effectLst>
                <a:ea typeface="イワタ中丸ゴシック体(GT)" charset="-128"/>
              </a:rPr>
              <a:t>Level of problem </a:t>
            </a:r>
          </a:p>
        </p:txBody>
      </p:sp>
      <p:sp>
        <p:nvSpPr>
          <p:cNvPr id="494609" name="Text Box 17"/>
          <p:cNvSpPr txBox="1">
            <a:spLocks noChangeArrowheads="1"/>
          </p:cNvSpPr>
          <p:nvPr/>
        </p:nvSpPr>
        <p:spPr bwMode="auto">
          <a:xfrm>
            <a:off x="5786438" y="1536700"/>
            <a:ext cx="3065462" cy="457200"/>
          </a:xfrm>
          <a:prstGeom prst="rect">
            <a:avLst/>
          </a:prstGeom>
          <a:noFill/>
          <a:ln w="9525">
            <a:noFill/>
            <a:miter lim="800000"/>
            <a:headEnd/>
            <a:tailEnd/>
          </a:ln>
          <a:effectLst/>
        </p:spPr>
        <p:txBody>
          <a:bodyPr>
            <a:spAutoFit/>
          </a:bodyPr>
          <a:lstStyle/>
          <a:p>
            <a:pPr algn="ctr">
              <a:defRPr/>
            </a:pPr>
            <a:r>
              <a:rPr lang="en-US" altLang="ja-JP" sz="2400">
                <a:effectLst>
                  <a:outerShdw blurRad="38100" dist="38100" dir="2700000" algn="tl">
                    <a:srgbClr val="000000"/>
                  </a:outerShdw>
                </a:effectLst>
                <a:ea typeface="イワタ中丸ゴシック体(GT)" charset="-128"/>
              </a:rPr>
              <a:t>correspondence </a:t>
            </a:r>
          </a:p>
        </p:txBody>
      </p:sp>
      <p:sp>
        <p:nvSpPr>
          <p:cNvPr id="494610" name="Text Box 18"/>
          <p:cNvSpPr txBox="1">
            <a:spLocks noChangeArrowheads="1"/>
          </p:cNvSpPr>
          <p:nvPr/>
        </p:nvSpPr>
        <p:spPr bwMode="auto">
          <a:xfrm>
            <a:off x="969963" y="2451100"/>
            <a:ext cx="601662" cy="428625"/>
          </a:xfrm>
          <a:prstGeom prst="rect">
            <a:avLst/>
          </a:prstGeom>
          <a:noFill/>
          <a:ln w="9525">
            <a:noFill/>
            <a:miter lim="800000"/>
            <a:headEnd/>
            <a:tailEnd/>
          </a:ln>
          <a:effectLst/>
        </p:spPr>
        <p:txBody>
          <a:bodyPr>
            <a:spAutoFit/>
          </a:bodyPr>
          <a:lstStyle/>
          <a:p>
            <a:pPr algn="ctr">
              <a:defRPr/>
            </a:pPr>
            <a:r>
              <a:rPr lang="ja-JP" altLang="en-US" sz="2200">
                <a:effectLst>
                  <a:outerShdw blurRad="38100" dist="38100" dir="2700000" algn="tl">
                    <a:srgbClr val="000000"/>
                  </a:outerShdw>
                </a:effectLst>
                <a:latin typeface="HG丸ｺﾞｼｯｸM-PRO" charset="-128"/>
                <a:ea typeface="HG丸ｺﾞｼｯｸM-PRO" charset="-128"/>
              </a:rPr>
              <a:t>Ａ</a:t>
            </a:r>
            <a:endParaRPr lang="en-US" altLang="ja-JP" sz="2200">
              <a:effectLst>
                <a:outerShdw blurRad="38100" dist="38100" dir="2700000" algn="tl">
                  <a:srgbClr val="000000"/>
                </a:outerShdw>
              </a:effectLst>
              <a:latin typeface="HG丸ｺﾞｼｯｸM-PRO" charset="-128"/>
              <a:ea typeface="HG丸ｺﾞｼｯｸM-PRO" charset="-128"/>
            </a:endParaRPr>
          </a:p>
        </p:txBody>
      </p:sp>
      <p:sp>
        <p:nvSpPr>
          <p:cNvPr id="494611" name="Text Box 19"/>
          <p:cNvSpPr txBox="1">
            <a:spLocks noChangeArrowheads="1"/>
          </p:cNvSpPr>
          <p:nvPr/>
        </p:nvSpPr>
        <p:spPr bwMode="auto">
          <a:xfrm>
            <a:off x="969963" y="3975100"/>
            <a:ext cx="601662" cy="428625"/>
          </a:xfrm>
          <a:prstGeom prst="rect">
            <a:avLst/>
          </a:prstGeom>
          <a:noFill/>
          <a:ln w="9525">
            <a:noFill/>
            <a:miter lim="800000"/>
            <a:headEnd/>
            <a:tailEnd/>
          </a:ln>
          <a:effectLst/>
        </p:spPr>
        <p:txBody>
          <a:bodyPr>
            <a:spAutoFit/>
          </a:bodyPr>
          <a:lstStyle/>
          <a:p>
            <a:pPr algn="ctr">
              <a:defRPr/>
            </a:pPr>
            <a:r>
              <a:rPr lang="ja-JP" altLang="en-US" sz="2200">
                <a:effectLst>
                  <a:outerShdw blurRad="38100" dist="38100" dir="2700000" algn="tl">
                    <a:srgbClr val="000000"/>
                  </a:outerShdw>
                </a:effectLst>
                <a:latin typeface="HG丸ｺﾞｼｯｸM-PRO" charset="-128"/>
                <a:ea typeface="HG丸ｺﾞｼｯｸM-PRO" charset="-128"/>
              </a:rPr>
              <a:t>Ｂ</a:t>
            </a:r>
            <a:endParaRPr lang="en-US" altLang="ja-JP" sz="2200">
              <a:effectLst>
                <a:outerShdw blurRad="38100" dist="38100" dir="2700000" algn="tl">
                  <a:srgbClr val="000000"/>
                </a:outerShdw>
              </a:effectLst>
              <a:latin typeface="HG丸ｺﾞｼｯｸM-PRO" charset="-128"/>
              <a:ea typeface="HG丸ｺﾞｼｯｸM-PRO" charset="-128"/>
              <a:cs typeface="Angsana New" pitchFamily="18" charset="-34"/>
            </a:endParaRPr>
          </a:p>
        </p:txBody>
      </p:sp>
      <p:sp>
        <p:nvSpPr>
          <p:cNvPr id="494612" name="Text Box 20"/>
          <p:cNvSpPr txBox="1">
            <a:spLocks noChangeArrowheads="1"/>
          </p:cNvSpPr>
          <p:nvPr/>
        </p:nvSpPr>
        <p:spPr bwMode="auto">
          <a:xfrm>
            <a:off x="969963" y="5499100"/>
            <a:ext cx="601662" cy="428625"/>
          </a:xfrm>
          <a:prstGeom prst="rect">
            <a:avLst/>
          </a:prstGeom>
          <a:noFill/>
          <a:ln w="9525">
            <a:noFill/>
            <a:miter lim="800000"/>
            <a:headEnd/>
            <a:tailEnd/>
          </a:ln>
          <a:effectLst/>
        </p:spPr>
        <p:txBody>
          <a:bodyPr>
            <a:spAutoFit/>
          </a:bodyPr>
          <a:lstStyle/>
          <a:p>
            <a:pPr algn="ctr">
              <a:defRPr/>
            </a:pPr>
            <a:r>
              <a:rPr lang="ja-JP" altLang="en-US" sz="2200">
                <a:effectLst>
                  <a:outerShdw blurRad="38100" dist="38100" dir="2700000" algn="tl">
                    <a:srgbClr val="000000"/>
                  </a:outerShdw>
                </a:effectLst>
                <a:latin typeface="HG丸ｺﾞｼｯｸM-PRO" charset="-128"/>
                <a:ea typeface="HG丸ｺﾞｼｯｸM-PRO" charset="-128"/>
              </a:rPr>
              <a:t>Ｃ</a:t>
            </a:r>
            <a:endParaRPr lang="en-US" altLang="ja-JP" sz="2200">
              <a:effectLst>
                <a:outerShdw blurRad="38100" dist="38100" dir="2700000" algn="tl">
                  <a:srgbClr val="000000"/>
                </a:outerShdw>
              </a:effectLst>
              <a:latin typeface="HG丸ｺﾞｼｯｸM-PRO" charset="-128"/>
              <a:ea typeface="HG丸ｺﾞｼｯｸM-PRO" charset="-128"/>
            </a:endParaRPr>
          </a:p>
        </p:txBody>
      </p:sp>
      <p:sp>
        <p:nvSpPr>
          <p:cNvPr id="494613" name="Text Box 21"/>
          <p:cNvSpPr txBox="1">
            <a:spLocks noChangeArrowheads="1"/>
          </p:cNvSpPr>
          <p:nvPr/>
        </p:nvSpPr>
        <p:spPr bwMode="auto">
          <a:xfrm rot="10800000">
            <a:off x="57150" y="2278063"/>
            <a:ext cx="915988" cy="3532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en-US" altLang="ja-JP" sz="2000">
                <a:solidFill>
                  <a:schemeClr val="folHlink"/>
                </a:solidFill>
                <a:effectLst>
                  <a:outerShdw blurRad="38100" dist="38100" dir="2700000" algn="tl">
                    <a:srgbClr val="000000"/>
                  </a:outerShdw>
                </a:effectLst>
                <a:ea typeface="イワタ中丸ゴシック体(GT)" charset="-128"/>
              </a:rPr>
              <a:t>Problem point</a:t>
            </a:r>
            <a:r>
              <a:rPr lang="en-US" altLang="ja-JP" sz="4800">
                <a:effectLst>
                  <a:outerShdw blurRad="38100" dist="38100" dir="2700000" algn="tl">
                    <a:srgbClr val="000000"/>
                  </a:outerShdw>
                </a:effectLst>
                <a:ea typeface="イワタ中丸ゴシック体(GT)" charset="-128"/>
              </a:rPr>
              <a:t> </a:t>
            </a:r>
          </a:p>
        </p:txBody>
      </p:sp>
      <p:sp>
        <p:nvSpPr>
          <p:cNvPr id="494614" name="Text Box 22"/>
          <p:cNvSpPr txBox="1">
            <a:spLocks noChangeArrowheads="1"/>
          </p:cNvSpPr>
          <p:nvPr/>
        </p:nvSpPr>
        <p:spPr bwMode="auto">
          <a:xfrm>
            <a:off x="1571625" y="2298700"/>
            <a:ext cx="3732213" cy="701675"/>
          </a:xfrm>
          <a:prstGeom prst="rect">
            <a:avLst/>
          </a:prstGeom>
          <a:noFill/>
          <a:ln w="9525">
            <a:noFill/>
            <a:miter lim="800000"/>
            <a:headEnd/>
            <a:tailEnd/>
          </a:ln>
          <a:effectLst/>
        </p:spPr>
        <p:txBody>
          <a:bodyPr>
            <a:spAutoFit/>
          </a:bodyPr>
          <a:lstStyle/>
          <a:p>
            <a:pPr>
              <a:defRPr/>
            </a:pPr>
            <a:r>
              <a:rPr lang="en-US" altLang="ja-JP" sz="2000">
                <a:effectLst>
                  <a:outerShdw blurRad="38100" dist="38100" dir="2700000" algn="tl">
                    <a:srgbClr val="000000"/>
                  </a:outerShdw>
                </a:effectLst>
                <a:ea typeface="イワタ中丸ゴシック体(GT)" charset="-128"/>
              </a:rPr>
              <a:t>Discuss with members and solve promptly</a:t>
            </a:r>
          </a:p>
        </p:txBody>
      </p:sp>
      <p:sp>
        <p:nvSpPr>
          <p:cNvPr id="494615" name="Text Box 23"/>
          <p:cNvSpPr txBox="1">
            <a:spLocks noChangeArrowheads="1"/>
          </p:cNvSpPr>
          <p:nvPr/>
        </p:nvSpPr>
        <p:spPr bwMode="auto">
          <a:xfrm>
            <a:off x="1571625" y="3790950"/>
            <a:ext cx="3732213" cy="701675"/>
          </a:xfrm>
          <a:prstGeom prst="rect">
            <a:avLst/>
          </a:prstGeom>
          <a:noFill/>
          <a:ln w="9525">
            <a:noFill/>
            <a:miter lim="800000"/>
            <a:headEnd/>
            <a:tailEnd/>
          </a:ln>
          <a:effectLst/>
        </p:spPr>
        <p:txBody>
          <a:bodyPr>
            <a:spAutoFit/>
          </a:bodyPr>
          <a:lstStyle/>
          <a:p>
            <a:pPr>
              <a:defRPr/>
            </a:pPr>
            <a:r>
              <a:rPr lang="en-US" altLang="ja-JP" sz="2000">
                <a:effectLst>
                  <a:outerShdw blurRad="38100" dist="38100" dir="2700000" algn="tl">
                    <a:srgbClr val="000000"/>
                  </a:outerShdw>
                </a:effectLst>
              </a:rPr>
              <a:t>May solve by themselves but takes 2-4 months</a:t>
            </a:r>
            <a:endParaRPr lang="en-US" altLang="ja-JP">
              <a:effectLst>
                <a:outerShdw blurRad="38100" dist="38100" dir="2700000" algn="tl">
                  <a:srgbClr val="000000"/>
                </a:outerShdw>
              </a:effectLst>
            </a:endParaRPr>
          </a:p>
        </p:txBody>
      </p:sp>
      <p:sp>
        <p:nvSpPr>
          <p:cNvPr id="494616" name="Text Box 24"/>
          <p:cNvSpPr txBox="1">
            <a:spLocks noChangeArrowheads="1"/>
          </p:cNvSpPr>
          <p:nvPr/>
        </p:nvSpPr>
        <p:spPr bwMode="auto">
          <a:xfrm>
            <a:off x="1571625" y="5314950"/>
            <a:ext cx="4054475" cy="701675"/>
          </a:xfrm>
          <a:prstGeom prst="rect">
            <a:avLst/>
          </a:prstGeom>
          <a:noFill/>
          <a:ln w="9525">
            <a:noFill/>
            <a:miter lim="800000"/>
            <a:headEnd/>
            <a:tailEnd/>
          </a:ln>
          <a:effectLst/>
        </p:spPr>
        <p:txBody>
          <a:bodyPr>
            <a:spAutoFit/>
          </a:bodyPr>
          <a:lstStyle/>
          <a:p>
            <a:pPr>
              <a:defRPr/>
            </a:pPr>
            <a:r>
              <a:rPr lang="en-US" altLang="ja-JP" sz="2000">
                <a:effectLst>
                  <a:outerShdw blurRad="38100" dist="38100" dir="2700000" algn="tl">
                    <a:srgbClr val="000000"/>
                  </a:outerShdw>
                </a:effectLst>
                <a:ea typeface="イワタ中丸ゴシック体(GT)" charset="-128"/>
              </a:rPr>
              <a:t>Cannot solve by themselves. (high skill, high cost)</a:t>
            </a:r>
          </a:p>
        </p:txBody>
      </p:sp>
      <p:sp>
        <p:nvSpPr>
          <p:cNvPr id="494617" name="Text Box 25"/>
          <p:cNvSpPr txBox="1">
            <a:spLocks noChangeArrowheads="1"/>
          </p:cNvSpPr>
          <p:nvPr/>
        </p:nvSpPr>
        <p:spPr bwMode="auto">
          <a:xfrm>
            <a:off x="5545138" y="2266950"/>
            <a:ext cx="3967162" cy="519113"/>
          </a:xfrm>
          <a:prstGeom prst="rect">
            <a:avLst/>
          </a:prstGeom>
          <a:noFill/>
          <a:ln w="9525">
            <a:noFill/>
            <a:miter lim="800000"/>
            <a:headEnd/>
            <a:tailEnd/>
          </a:ln>
          <a:effectLst/>
        </p:spPr>
        <p:txBody>
          <a:bodyPr>
            <a:spAutoFit/>
          </a:bodyPr>
          <a:lstStyle/>
          <a:p>
            <a:pPr>
              <a:defRPr/>
            </a:pPr>
            <a:r>
              <a:rPr lang="en-US" altLang="ja-JP" sz="2000">
                <a:effectLst>
                  <a:outerShdw blurRad="38100" dist="38100" dir="2700000" algn="tl">
                    <a:srgbClr val="000000"/>
                  </a:outerShdw>
                </a:effectLst>
                <a:ea typeface="イワタ中丸ゴシック体(GT)" charset="-128"/>
              </a:rPr>
              <a:t>Take measures immediately</a:t>
            </a:r>
            <a:r>
              <a:rPr lang="en-US" altLang="ja-JP">
                <a:effectLst>
                  <a:outerShdw blurRad="38100" dist="38100" dir="2700000" algn="tl">
                    <a:srgbClr val="000000"/>
                  </a:outerShdw>
                </a:effectLst>
                <a:ea typeface="イワタ中丸ゴシック体(GT)" charset="-128"/>
              </a:rPr>
              <a:t> </a:t>
            </a:r>
          </a:p>
        </p:txBody>
      </p:sp>
      <p:sp>
        <p:nvSpPr>
          <p:cNvPr id="494618" name="Text Box 26"/>
          <p:cNvSpPr txBox="1">
            <a:spLocks noChangeArrowheads="1"/>
          </p:cNvSpPr>
          <p:nvPr/>
        </p:nvSpPr>
        <p:spPr bwMode="auto">
          <a:xfrm>
            <a:off x="5545138" y="3790950"/>
            <a:ext cx="3967162" cy="701675"/>
          </a:xfrm>
          <a:prstGeom prst="rect">
            <a:avLst/>
          </a:prstGeom>
          <a:noFill/>
          <a:ln w="9525">
            <a:noFill/>
            <a:miter lim="800000"/>
            <a:headEnd/>
            <a:tailEnd/>
          </a:ln>
          <a:effectLst/>
        </p:spPr>
        <p:txBody>
          <a:bodyPr>
            <a:spAutoFit/>
          </a:bodyPr>
          <a:lstStyle/>
          <a:p>
            <a:pPr>
              <a:spcBef>
                <a:spcPct val="50000"/>
              </a:spcBef>
              <a:defRPr/>
            </a:pPr>
            <a:r>
              <a:rPr lang="en-US" altLang="ja-JP" sz="2000">
                <a:effectLst>
                  <a:outerShdw blurRad="38100" dist="38100" dir="2700000" algn="tl">
                    <a:srgbClr val="000000"/>
                  </a:outerShdw>
                </a:effectLst>
                <a:ea typeface="イワタ中丸ゴシック体(GT)" charset="-128"/>
              </a:rPr>
              <a:t>Take up the theme of the QC circle activity</a:t>
            </a:r>
          </a:p>
        </p:txBody>
      </p:sp>
      <p:sp>
        <p:nvSpPr>
          <p:cNvPr id="494619" name="Text Box 27"/>
          <p:cNvSpPr txBox="1">
            <a:spLocks noChangeArrowheads="1"/>
          </p:cNvSpPr>
          <p:nvPr/>
        </p:nvSpPr>
        <p:spPr bwMode="auto">
          <a:xfrm>
            <a:off x="5545138" y="5314950"/>
            <a:ext cx="3732212" cy="396875"/>
          </a:xfrm>
          <a:prstGeom prst="rect">
            <a:avLst/>
          </a:prstGeom>
          <a:noFill/>
          <a:ln w="9525">
            <a:noFill/>
            <a:miter lim="800000"/>
            <a:headEnd/>
            <a:tailEnd/>
          </a:ln>
          <a:effectLst/>
        </p:spPr>
        <p:txBody>
          <a:bodyPr>
            <a:spAutoFit/>
          </a:bodyPr>
          <a:lstStyle/>
          <a:p>
            <a:pPr>
              <a:defRPr/>
            </a:pPr>
            <a:r>
              <a:rPr lang="en-US" altLang="ja-JP" sz="2000">
                <a:effectLst>
                  <a:outerShdw blurRad="38100" dist="38100" dir="2700000" algn="tl">
                    <a:srgbClr val="000000"/>
                  </a:outerShdw>
                </a:effectLst>
                <a:ea typeface="イワタ中丸ゴシック体(GT)" charset="-128"/>
              </a:rPr>
              <a:t>Do not make a theme.</a:t>
            </a:r>
          </a:p>
        </p:txBody>
      </p:sp>
      <p:sp>
        <p:nvSpPr>
          <p:cNvPr id="494623" name="AutoShape 31"/>
          <p:cNvSpPr>
            <a:spLocks noChangeArrowheads="1"/>
          </p:cNvSpPr>
          <p:nvPr/>
        </p:nvSpPr>
        <p:spPr bwMode="auto">
          <a:xfrm>
            <a:off x="1219200" y="76200"/>
            <a:ext cx="7315200" cy="533400"/>
          </a:xfrm>
          <a:prstGeom prst="roundRect">
            <a:avLst>
              <a:gd name="adj" fmla="val 16667"/>
            </a:avLst>
          </a:prstGeom>
          <a:solidFill>
            <a:srgbClr val="008000"/>
          </a:solidFill>
          <a:ln w="9525">
            <a:solidFill>
              <a:schemeClr val="tx1"/>
            </a:solidFill>
            <a:round/>
            <a:headEnd/>
            <a:tailEnd/>
          </a:ln>
          <a:effectLst>
            <a:outerShdw blurRad="63500" dist="107763" dir="2700000" algn="ctr" rotWithShape="0">
              <a:schemeClr val="bg2">
                <a:alpha val="74998"/>
              </a:schemeClr>
            </a:outerShdw>
          </a:effectLst>
        </p:spPr>
        <p:txBody>
          <a:bodyPr wrap="none" anchor="ctr"/>
          <a:lstStyle/>
          <a:p>
            <a:pPr algn="ctr">
              <a:defRPr/>
            </a:pPr>
            <a:r>
              <a:rPr lang="en-US" altLang="ja-JP" sz="2000">
                <a:effectLst>
                  <a:outerShdw blurRad="38100" dist="38100" dir="2700000" algn="tl">
                    <a:srgbClr val="000000"/>
                  </a:outerShdw>
                </a:effectLst>
                <a:ea typeface="イワタ中丸ゴシック体(GT)" charset="-128"/>
              </a:rPr>
              <a:t>A point of selected themes for successful activities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2549" name="AutoShape 5"/>
          <p:cNvSpPr>
            <a:spLocks noChangeArrowheads="1"/>
          </p:cNvSpPr>
          <p:nvPr/>
        </p:nvSpPr>
        <p:spPr bwMode="auto">
          <a:xfrm>
            <a:off x="704850" y="692150"/>
            <a:ext cx="5400675" cy="576263"/>
          </a:xfrm>
          <a:prstGeom prst="roundRect">
            <a:avLst>
              <a:gd name="adj" fmla="val 22917"/>
            </a:avLst>
          </a:prstGeom>
          <a:solidFill>
            <a:srgbClr val="008000"/>
          </a:solidFill>
          <a:ln w="9525">
            <a:solidFill>
              <a:schemeClr val="tx1"/>
            </a:solidFill>
            <a:round/>
            <a:headEnd/>
            <a:tailEnd/>
          </a:ln>
          <a:effectLst>
            <a:outerShdw blurRad="63500" dist="107763" dir="2700000" algn="ctr" rotWithShape="0">
              <a:schemeClr val="bg2">
                <a:alpha val="74998"/>
              </a:schemeClr>
            </a:outerShdw>
          </a:effectLst>
        </p:spPr>
        <p:txBody>
          <a:bodyPr wrap="none" lIns="1062000" rIns="1242000" anchor="ctr"/>
          <a:lstStyle/>
          <a:p>
            <a:pPr>
              <a:defRPr/>
            </a:pPr>
            <a:endParaRPr lang="en-US">
              <a:effectLst>
                <a:outerShdw blurRad="38100" dist="38100" dir="2700000" algn="tl">
                  <a:srgbClr val="000000"/>
                </a:outerShdw>
              </a:effectLst>
            </a:endParaRPr>
          </a:p>
        </p:txBody>
      </p:sp>
      <p:sp>
        <p:nvSpPr>
          <p:cNvPr id="492550" name="Text Box 6"/>
          <p:cNvSpPr txBox="1">
            <a:spLocks noChangeArrowheads="1"/>
          </p:cNvSpPr>
          <p:nvPr/>
        </p:nvSpPr>
        <p:spPr bwMode="auto">
          <a:xfrm>
            <a:off x="704850" y="836613"/>
            <a:ext cx="5329238" cy="306387"/>
          </a:xfrm>
          <a:prstGeom prst="rect">
            <a:avLst/>
          </a:prstGeom>
          <a:noFill/>
          <a:ln w="9525">
            <a:noFill/>
            <a:miter lim="800000"/>
            <a:headEnd/>
            <a:tailEnd/>
          </a:ln>
          <a:effectLst/>
        </p:spPr>
        <p:txBody>
          <a:bodyPr lIns="36000" rIns="36000">
            <a:spAutoFit/>
          </a:bodyPr>
          <a:lstStyle/>
          <a:p>
            <a:pPr algn="ctr">
              <a:spcBef>
                <a:spcPct val="50000"/>
              </a:spcBef>
              <a:defRPr/>
            </a:pPr>
            <a:r>
              <a:rPr lang="en-US" altLang="ja-JP" sz="1400">
                <a:effectLst>
                  <a:outerShdw blurRad="38100" dist="38100" dir="2700000" algn="tl">
                    <a:srgbClr val="000000"/>
                  </a:outerShdw>
                </a:effectLst>
                <a:ea typeface="イワタ中丸ゴシック体(GT)" charset="-128"/>
              </a:rPr>
              <a:t>(3) Evaluate themes based on priority and make a decision.</a:t>
            </a:r>
          </a:p>
        </p:txBody>
      </p:sp>
      <p:sp>
        <p:nvSpPr>
          <p:cNvPr id="492636" name="AutoShape 92"/>
          <p:cNvSpPr>
            <a:spLocks noChangeArrowheads="1"/>
          </p:cNvSpPr>
          <p:nvPr/>
        </p:nvSpPr>
        <p:spPr bwMode="auto">
          <a:xfrm>
            <a:off x="1219200" y="76200"/>
            <a:ext cx="7315200" cy="533400"/>
          </a:xfrm>
          <a:prstGeom prst="roundRect">
            <a:avLst>
              <a:gd name="adj" fmla="val 16667"/>
            </a:avLst>
          </a:prstGeom>
          <a:solidFill>
            <a:srgbClr val="008000"/>
          </a:solidFill>
          <a:ln w="9525">
            <a:solidFill>
              <a:schemeClr val="tx1"/>
            </a:solidFill>
            <a:round/>
            <a:headEnd/>
            <a:tailEnd/>
          </a:ln>
          <a:effectLst>
            <a:outerShdw blurRad="63500" dist="107763" dir="2700000" algn="ctr" rotWithShape="0">
              <a:schemeClr val="bg2">
                <a:alpha val="74998"/>
              </a:schemeClr>
            </a:outerShdw>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en-US" altLang="ja-JP" sz="2000">
                <a:effectLst>
                  <a:outerShdw blurRad="38100" dist="38100" dir="2700000" algn="tl">
                    <a:srgbClr val="000000"/>
                  </a:outerShdw>
                </a:effectLst>
                <a:ea typeface="イワタ中丸ゴシック体(GT)" charset="-128"/>
              </a:rPr>
              <a:t>A point of selected themes for successful activities</a:t>
            </a:r>
          </a:p>
        </p:txBody>
      </p:sp>
      <p:sp>
        <p:nvSpPr>
          <p:cNvPr id="492637" name="Text Box 93"/>
          <p:cNvSpPr txBox="1">
            <a:spLocks noChangeArrowheads="1"/>
          </p:cNvSpPr>
          <p:nvPr/>
        </p:nvSpPr>
        <p:spPr bwMode="auto">
          <a:xfrm>
            <a:off x="1065213" y="4741863"/>
            <a:ext cx="2027237" cy="457200"/>
          </a:xfrm>
          <a:prstGeom prst="rect">
            <a:avLst/>
          </a:prstGeom>
          <a:noFill/>
          <a:ln w="9525">
            <a:noFill/>
            <a:miter lim="800000"/>
            <a:headEnd/>
            <a:tailEnd/>
          </a:ln>
          <a:effectLst/>
        </p:spPr>
        <p:txBody>
          <a:bodyPr>
            <a:spAutoFit/>
          </a:bodyPr>
          <a:lstStyle/>
          <a:p>
            <a:pPr algn="ctr">
              <a:spcBef>
                <a:spcPct val="50000"/>
              </a:spcBef>
              <a:defRPr/>
            </a:pPr>
            <a:r>
              <a:rPr lang="en-US" altLang="ja-JP" sz="2400">
                <a:effectLst>
                  <a:outerShdw blurRad="38100" dist="38100" dir="2700000" algn="tl">
                    <a:srgbClr val="000000"/>
                  </a:outerShdw>
                </a:effectLst>
                <a:latin typeface="Angsana New" pitchFamily="18" charset="-34"/>
                <a:ea typeface="HG丸ｺﾞｼｯｸM-PRO" charset="-128"/>
                <a:cs typeface="Angsana New" pitchFamily="18" charset="-34"/>
              </a:rPr>
              <a:t>Theme  2</a:t>
            </a:r>
          </a:p>
        </p:txBody>
      </p:sp>
      <p:sp>
        <p:nvSpPr>
          <p:cNvPr id="492638" name="Text Box 94"/>
          <p:cNvSpPr txBox="1">
            <a:spLocks noChangeArrowheads="1"/>
          </p:cNvSpPr>
          <p:nvPr/>
        </p:nvSpPr>
        <p:spPr bwMode="auto">
          <a:xfrm>
            <a:off x="1065213" y="5389563"/>
            <a:ext cx="2027237" cy="457200"/>
          </a:xfrm>
          <a:prstGeom prst="rect">
            <a:avLst/>
          </a:prstGeom>
          <a:noFill/>
          <a:ln w="9525">
            <a:noFill/>
            <a:miter lim="800000"/>
            <a:headEnd/>
            <a:tailEnd/>
          </a:ln>
          <a:effectLst/>
        </p:spPr>
        <p:txBody>
          <a:bodyPr>
            <a:spAutoFit/>
          </a:bodyPr>
          <a:lstStyle/>
          <a:p>
            <a:pPr algn="ctr">
              <a:spcBef>
                <a:spcPct val="50000"/>
              </a:spcBef>
              <a:defRPr/>
            </a:pPr>
            <a:r>
              <a:rPr lang="en-US" altLang="ja-JP" sz="2400">
                <a:effectLst>
                  <a:outerShdw blurRad="38100" dist="38100" dir="2700000" algn="tl">
                    <a:srgbClr val="000000"/>
                  </a:outerShdw>
                </a:effectLst>
                <a:latin typeface="Angsana New" pitchFamily="18" charset="-34"/>
                <a:ea typeface="HG丸ｺﾞｼｯｸM-PRO" charset="-128"/>
                <a:cs typeface="Angsana New" pitchFamily="18" charset="-34"/>
              </a:rPr>
              <a:t>Theme  3</a:t>
            </a:r>
          </a:p>
        </p:txBody>
      </p:sp>
      <p:sp>
        <p:nvSpPr>
          <p:cNvPr id="492639" name="Text Box 95"/>
          <p:cNvSpPr txBox="1">
            <a:spLocks noChangeArrowheads="1"/>
          </p:cNvSpPr>
          <p:nvPr/>
        </p:nvSpPr>
        <p:spPr bwMode="auto">
          <a:xfrm>
            <a:off x="1073150" y="6064250"/>
            <a:ext cx="2027238" cy="457200"/>
          </a:xfrm>
          <a:prstGeom prst="rect">
            <a:avLst/>
          </a:prstGeom>
          <a:noFill/>
          <a:ln w="9525">
            <a:noFill/>
            <a:miter lim="800000"/>
            <a:headEnd/>
            <a:tailEnd/>
          </a:ln>
          <a:effectLst/>
        </p:spPr>
        <p:txBody>
          <a:bodyPr>
            <a:spAutoFit/>
          </a:bodyPr>
          <a:lstStyle/>
          <a:p>
            <a:pPr algn="ctr">
              <a:spcBef>
                <a:spcPct val="50000"/>
              </a:spcBef>
              <a:defRPr/>
            </a:pPr>
            <a:r>
              <a:rPr lang="en-US" altLang="ja-JP" sz="2400">
                <a:effectLst>
                  <a:outerShdw blurRad="38100" dist="38100" dir="2700000" algn="tl">
                    <a:srgbClr val="000000"/>
                  </a:outerShdw>
                </a:effectLst>
                <a:latin typeface="Angsana New" pitchFamily="18" charset="-34"/>
                <a:ea typeface="HG丸ｺﾞｼｯｸM-PRO" charset="-128"/>
                <a:cs typeface="Angsana New" pitchFamily="18" charset="-34"/>
              </a:rPr>
              <a:t>Theme  4</a:t>
            </a:r>
          </a:p>
        </p:txBody>
      </p:sp>
      <p:sp>
        <p:nvSpPr>
          <p:cNvPr id="492551" name="AutoShape 7"/>
          <p:cNvSpPr>
            <a:spLocks noChangeArrowheads="1"/>
          </p:cNvSpPr>
          <p:nvPr/>
        </p:nvSpPr>
        <p:spPr bwMode="auto">
          <a:xfrm>
            <a:off x="200025" y="1447800"/>
            <a:ext cx="9525000" cy="5410200"/>
          </a:xfrm>
          <a:prstGeom prst="roundRect">
            <a:avLst>
              <a:gd name="adj" fmla="val 4426"/>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sp>
        <p:nvSpPr>
          <p:cNvPr id="492553" name="Text Box 9"/>
          <p:cNvSpPr txBox="1">
            <a:spLocks noChangeArrowheads="1"/>
          </p:cNvSpPr>
          <p:nvPr/>
        </p:nvSpPr>
        <p:spPr bwMode="auto">
          <a:xfrm>
            <a:off x="4160838" y="1549400"/>
            <a:ext cx="5511800" cy="366713"/>
          </a:xfrm>
          <a:prstGeom prst="rect">
            <a:avLst/>
          </a:prstGeom>
          <a:noFill/>
          <a:ln w="9525">
            <a:noFill/>
            <a:miter lim="800000"/>
            <a:headEnd/>
            <a:tailEnd/>
          </a:ln>
          <a:effectLst/>
        </p:spPr>
        <p:txBody>
          <a:bodyPr>
            <a:spAutoFit/>
          </a:bodyPr>
          <a:lstStyle/>
          <a:p>
            <a:pPr>
              <a:spcBef>
                <a:spcPct val="50000"/>
              </a:spcBef>
              <a:defRPr/>
            </a:pPr>
            <a:r>
              <a:rPr lang="en-US" altLang="ja-JP" sz="1800">
                <a:effectLst>
                  <a:outerShdw blurRad="38100" dist="38100" dir="2700000" algn="tl">
                    <a:srgbClr val="000000"/>
                  </a:outerShdw>
                </a:effectLst>
              </a:rPr>
              <a:t>◎ :  3 pts.</a:t>
            </a:r>
            <a:r>
              <a:rPr lang="ja-JP" altLang="en-US" sz="1800">
                <a:effectLst>
                  <a:outerShdw blurRad="38100" dist="38100" dir="2700000" algn="tl">
                    <a:srgbClr val="000000"/>
                  </a:outerShdw>
                </a:effectLst>
              </a:rPr>
              <a:t>　</a:t>
            </a:r>
            <a:r>
              <a:rPr lang="en-US" altLang="ja-JP" sz="1800">
                <a:effectLst>
                  <a:outerShdw blurRad="38100" dist="38100" dir="2700000" algn="tl">
                    <a:srgbClr val="000000"/>
                  </a:outerShdw>
                </a:effectLst>
              </a:rPr>
              <a:t>○  :  2 pts.</a:t>
            </a:r>
            <a:r>
              <a:rPr lang="ja-JP" altLang="en-US" sz="1800">
                <a:effectLst>
                  <a:outerShdw blurRad="38100" dist="38100" dir="2700000" algn="tl">
                    <a:srgbClr val="000000"/>
                  </a:outerShdw>
                </a:effectLst>
              </a:rPr>
              <a:t>　</a:t>
            </a:r>
            <a:r>
              <a:rPr lang="en-US" altLang="ja-JP" sz="1800">
                <a:effectLst>
                  <a:outerShdw blurRad="38100" dist="38100" dir="2700000" algn="tl">
                    <a:srgbClr val="000000"/>
                  </a:outerShdw>
                </a:effectLst>
              </a:rPr>
              <a:t> △  :  1 pts. </a:t>
            </a:r>
          </a:p>
        </p:txBody>
      </p:sp>
      <p:sp>
        <p:nvSpPr>
          <p:cNvPr id="492554" name="Text Box 10"/>
          <p:cNvSpPr txBox="1">
            <a:spLocks noChangeArrowheads="1"/>
          </p:cNvSpPr>
          <p:nvPr/>
        </p:nvSpPr>
        <p:spPr bwMode="auto">
          <a:xfrm>
            <a:off x="8678863" y="4132263"/>
            <a:ext cx="954087" cy="366712"/>
          </a:xfrm>
          <a:prstGeom prst="rect">
            <a:avLst/>
          </a:prstGeom>
          <a:noFill/>
          <a:ln w="9525">
            <a:noFill/>
            <a:miter lim="800000"/>
            <a:headEnd/>
            <a:tailEnd/>
          </a:ln>
          <a:effectLst/>
        </p:spPr>
        <p:txBody>
          <a:bodyPr>
            <a:spAutoFit/>
          </a:bodyPr>
          <a:lstStyle/>
          <a:p>
            <a:pPr algn="ctr">
              <a:spcBef>
                <a:spcPct val="50000"/>
              </a:spcBef>
              <a:defRPr/>
            </a:pPr>
            <a:r>
              <a:rPr lang="ja-JP" altLang="en-US" sz="1800">
                <a:effectLst>
                  <a:outerShdw blurRad="38100" dist="38100" dir="2700000" algn="tl">
                    <a:srgbClr val="000000"/>
                  </a:outerShdw>
                </a:effectLst>
                <a:latin typeface="Times New Roman" pitchFamily="18" charset="0"/>
                <a:ea typeface="HG丸ｺﾞｼｯｸM-PRO" charset="-128"/>
              </a:rPr>
              <a:t>１８</a:t>
            </a:r>
            <a:endParaRPr lang="en-US" altLang="ja-JP" sz="1800">
              <a:effectLst>
                <a:outerShdw blurRad="38100" dist="38100" dir="2700000" algn="tl">
                  <a:srgbClr val="000000"/>
                </a:outerShdw>
              </a:effectLst>
              <a:latin typeface="Times New Roman" pitchFamily="18" charset="0"/>
              <a:ea typeface="HG丸ｺﾞｼｯｸM-PRO" charset="-128"/>
            </a:endParaRPr>
          </a:p>
        </p:txBody>
      </p:sp>
      <p:sp>
        <p:nvSpPr>
          <p:cNvPr id="492555" name="Text Box 11"/>
          <p:cNvSpPr txBox="1">
            <a:spLocks noChangeArrowheads="1"/>
          </p:cNvSpPr>
          <p:nvPr/>
        </p:nvSpPr>
        <p:spPr bwMode="auto">
          <a:xfrm>
            <a:off x="8678863" y="4799013"/>
            <a:ext cx="954087" cy="366712"/>
          </a:xfrm>
          <a:prstGeom prst="rect">
            <a:avLst/>
          </a:prstGeom>
          <a:noFill/>
          <a:ln w="9525">
            <a:noFill/>
            <a:miter lim="800000"/>
            <a:headEnd/>
            <a:tailEnd/>
          </a:ln>
          <a:effectLst/>
        </p:spPr>
        <p:txBody>
          <a:bodyPr>
            <a:spAutoFit/>
          </a:bodyPr>
          <a:lstStyle/>
          <a:p>
            <a:pPr algn="ctr">
              <a:spcBef>
                <a:spcPct val="50000"/>
              </a:spcBef>
              <a:defRPr/>
            </a:pPr>
            <a:r>
              <a:rPr lang="ja-JP" altLang="en-US" sz="1800">
                <a:effectLst>
                  <a:outerShdw blurRad="38100" dist="38100" dir="2700000" algn="tl">
                    <a:srgbClr val="000000"/>
                  </a:outerShdw>
                </a:effectLst>
                <a:latin typeface="Times New Roman" pitchFamily="18" charset="0"/>
                <a:ea typeface="HG丸ｺﾞｼｯｸM-PRO" charset="-128"/>
              </a:rPr>
              <a:t>２３</a:t>
            </a:r>
            <a:endParaRPr lang="en-US" altLang="ja-JP" sz="1800">
              <a:effectLst>
                <a:outerShdw blurRad="38100" dist="38100" dir="2700000" algn="tl">
                  <a:srgbClr val="000000"/>
                </a:outerShdw>
              </a:effectLst>
              <a:latin typeface="Times New Roman" pitchFamily="18" charset="0"/>
              <a:ea typeface="HG丸ｺﾞｼｯｸM-PRO" charset="-128"/>
            </a:endParaRPr>
          </a:p>
        </p:txBody>
      </p:sp>
      <p:sp>
        <p:nvSpPr>
          <p:cNvPr id="492556" name="Text Box 12"/>
          <p:cNvSpPr txBox="1">
            <a:spLocks noChangeArrowheads="1"/>
          </p:cNvSpPr>
          <p:nvPr/>
        </p:nvSpPr>
        <p:spPr bwMode="auto">
          <a:xfrm>
            <a:off x="8678863" y="5465763"/>
            <a:ext cx="954087" cy="368300"/>
          </a:xfrm>
          <a:prstGeom prst="rect">
            <a:avLst/>
          </a:prstGeom>
          <a:noFill/>
          <a:ln w="9525">
            <a:noFill/>
            <a:miter lim="800000"/>
            <a:headEnd/>
            <a:tailEnd/>
          </a:ln>
          <a:effectLst/>
        </p:spPr>
        <p:txBody>
          <a:bodyPr>
            <a:spAutoFit/>
          </a:bodyPr>
          <a:lstStyle/>
          <a:p>
            <a:pPr algn="ctr">
              <a:spcBef>
                <a:spcPct val="50000"/>
              </a:spcBef>
              <a:defRPr/>
            </a:pPr>
            <a:r>
              <a:rPr lang="ja-JP" altLang="en-US" sz="1800">
                <a:effectLst>
                  <a:outerShdw blurRad="38100" dist="38100" dir="2700000" algn="tl">
                    <a:srgbClr val="000000"/>
                  </a:outerShdw>
                </a:effectLst>
                <a:latin typeface="Times New Roman" pitchFamily="18" charset="0"/>
                <a:ea typeface="HG丸ｺﾞｼｯｸM-PRO" charset="-128"/>
              </a:rPr>
              <a:t>１８</a:t>
            </a:r>
            <a:endParaRPr lang="en-US" altLang="ja-JP" sz="1800">
              <a:effectLst>
                <a:outerShdw blurRad="38100" dist="38100" dir="2700000" algn="tl">
                  <a:srgbClr val="000000"/>
                </a:outerShdw>
              </a:effectLst>
              <a:latin typeface="Times New Roman" pitchFamily="18" charset="0"/>
              <a:ea typeface="HG丸ｺﾞｼｯｸM-PRO" charset="-128"/>
            </a:endParaRPr>
          </a:p>
        </p:txBody>
      </p:sp>
      <p:sp>
        <p:nvSpPr>
          <p:cNvPr id="492557" name="Text Box 13"/>
          <p:cNvSpPr txBox="1">
            <a:spLocks noChangeArrowheads="1"/>
          </p:cNvSpPr>
          <p:nvPr/>
        </p:nvSpPr>
        <p:spPr bwMode="auto">
          <a:xfrm>
            <a:off x="8678863" y="6103938"/>
            <a:ext cx="954087" cy="366712"/>
          </a:xfrm>
          <a:prstGeom prst="rect">
            <a:avLst/>
          </a:prstGeom>
          <a:noFill/>
          <a:ln w="9525">
            <a:noFill/>
            <a:miter lim="800000"/>
            <a:headEnd/>
            <a:tailEnd/>
          </a:ln>
          <a:effectLst/>
        </p:spPr>
        <p:txBody>
          <a:bodyPr>
            <a:spAutoFit/>
          </a:bodyPr>
          <a:lstStyle/>
          <a:p>
            <a:pPr algn="ctr">
              <a:spcBef>
                <a:spcPct val="50000"/>
              </a:spcBef>
              <a:defRPr/>
            </a:pPr>
            <a:r>
              <a:rPr lang="ja-JP" altLang="en-US" sz="1800">
                <a:effectLst>
                  <a:outerShdw blurRad="38100" dist="38100" dir="2700000" algn="tl">
                    <a:srgbClr val="000000"/>
                  </a:outerShdw>
                </a:effectLst>
                <a:latin typeface="Times New Roman" pitchFamily="18" charset="0"/>
                <a:ea typeface="HG丸ｺﾞｼｯｸM-PRO" charset="-128"/>
              </a:rPr>
              <a:t>１７</a:t>
            </a:r>
            <a:endParaRPr lang="en-US" altLang="ja-JP" sz="1800">
              <a:effectLst>
                <a:outerShdw blurRad="38100" dist="38100" dir="2700000" algn="tl">
                  <a:srgbClr val="000000"/>
                </a:outerShdw>
              </a:effectLst>
              <a:latin typeface="Times New Roman" pitchFamily="18" charset="0"/>
              <a:ea typeface="HG丸ｺﾞｼｯｸM-PRO" charset="-128"/>
            </a:endParaRPr>
          </a:p>
        </p:txBody>
      </p:sp>
      <p:sp>
        <p:nvSpPr>
          <p:cNvPr id="492558" name="Line 14"/>
          <p:cNvSpPr>
            <a:spLocks noChangeShapeType="1"/>
          </p:cNvSpPr>
          <p:nvPr/>
        </p:nvSpPr>
        <p:spPr bwMode="auto">
          <a:xfrm>
            <a:off x="352425" y="1993900"/>
            <a:ext cx="9191625" cy="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2559" name="Line 15"/>
          <p:cNvSpPr>
            <a:spLocks noChangeShapeType="1"/>
          </p:cNvSpPr>
          <p:nvPr/>
        </p:nvSpPr>
        <p:spPr bwMode="auto">
          <a:xfrm>
            <a:off x="352425" y="3997325"/>
            <a:ext cx="9191625" cy="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2560" name="Line 16"/>
          <p:cNvSpPr>
            <a:spLocks noChangeShapeType="1"/>
          </p:cNvSpPr>
          <p:nvPr/>
        </p:nvSpPr>
        <p:spPr bwMode="auto">
          <a:xfrm>
            <a:off x="352425" y="4665663"/>
            <a:ext cx="9191625" cy="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2561" name="Line 17"/>
          <p:cNvSpPr>
            <a:spLocks noChangeShapeType="1"/>
          </p:cNvSpPr>
          <p:nvPr/>
        </p:nvSpPr>
        <p:spPr bwMode="auto">
          <a:xfrm>
            <a:off x="352425" y="5334000"/>
            <a:ext cx="9191625" cy="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2562" name="Line 18"/>
          <p:cNvSpPr>
            <a:spLocks noChangeShapeType="1"/>
          </p:cNvSpPr>
          <p:nvPr/>
        </p:nvSpPr>
        <p:spPr bwMode="auto">
          <a:xfrm>
            <a:off x="352425" y="6002338"/>
            <a:ext cx="9191625" cy="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2563" name="Line 19"/>
          <p:cNvSpPr>
            <a:spLocks noChangeShapeType="1"/>
          </p:cNvSpPr>
          <p:nvPr/>
        </p:nvSpPr>
        <p:spPr bwMode="auto">
          <a:xfrm>
            <a:off x="352425" y="6669088"/>
            <a:ext cx="9191625" cy="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2564" name="Line 20"/>
          <p:cNvSpPr>
            <a:spLocks noChangeShapeType="1"/>
          </p:cNvSpPr>
          <p:nvPr/>
        </p:nvSpPr>
        <p:spPr bwMode="auto">
          <a:xfrm>
            <a:off x="352425" y="1993900"/>
            <a:ext cx="0" cy="4675188"/>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2565" name="Line 21"/>
          <p:cNvSpPr>
            <a:spLocks noChangeShapeType="1"/>
          </p:cNvSpPr>
          <p:nvPr/>
        </p:nvSpPr>
        <p:spPr bwMode="auto">
          <a:xfrm>
            <a:off x="1117600" y="4049713"/>
            <a:ext cx="0" cy="2619375"/>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2566" name="Line 22"/>
          <p:cNvSpPr>
            <a:spLocks noChangeShapeType="1"/>
          </p:cNvSpPr>
          <p:nvPr/>
        </p:nvSpPr>
        <p:spPr bwMode="auto">
          <a:xfrm>
            <a:off x="3814763" y="2439988"/>
            <a:ext cx="0" cy="422910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2567" name="Line 23"/>
          <p:cNvSpPr>
            <a:spLocks noChangeShapeType="1"/>
          </p:cNvSpPr>
          <p:nvPr/>
        </p:nvSpPr>
        <p:spPr bwMode="auto">
          <a:xfrm>
            <a:off x="7394575" y="2439988"/>
            <a:ext cx="0" cy="422910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2568" name="Line 24"/>
          <p:cNvSpPr>
            <a:spLocks noChangeShapeType="1"/>
          </p:cNvSpPr>
          <p:nvPr/>
        </p:nvSpPr>
        <p:spPr bwMode="auto">
          <a:xfrm>
            <a:off x="8112125" y="2439988"/>
            <a:ext cx="0" cy="422910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2569" name="Line 25"/>
          <p:cNvSpPr>
            <a:spLocks noChangeShapeType="1"/>
          </p:cNvSpPr>
          <p:nvPr/>
        </p:nvSpPr>
        <p:spPr bwMode="auto">
          <a:xfrm>
            <a:off x="8829675" y="1993900"/>
            <a:ext cx="0" cy="4675188"/>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2570" name="Line 26"/>
          <p:cNvSpPr>
            <a:spLocks noChangeShapeType="1"/>
          </p:cNvSpPr>
          <p:nvPr/>
        </p:nvSpPr>
        <p:spPr bwMode="auto">
          <a:xfrm>
            <a:off x="9536113" y="1993900"/>
            <a:ext cx="0" cy="4675188"/>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2571" name="Line 27"/>
          <p:cNvSpPr>
            <a:spLocks noChangeShapeType="1"/>
          </p:cNvSpPr>
          <p:nvPr/>
        </p:nvSpPr>
        <p:spPr bwMode="auto">
          <a:xfrm>
            <a:off x="3097213" y="2439988"/>
            <a:ext cx="5732462" cy="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2572" name="Line 28"/>
          <p:cNvSpPr>
            <a:spLocks noChangeShapeType="1"/>
          </p:cNvSpPr>
          <p:nvPr/>
        </p:nvSpPr>
        <p:spPr bwMode="auto">
          <a:xfrm>
            <a:off x="352425" y="1993900"/>
            <a:ext cx="2744788" cy="2003425"/>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2573" name="Line 29"/>
          <p:cNvSpPr>
            <a:spLocks noChangeShapeType="1"/>
          </p:cNvSpPr>
          <p:nvPr/>
        </p:nvSpPr>
        <p:spPr bwMode="auto">
          <a:xfrm>
            <a:off x="352425" y="1993900"/>
            <a:ext cx="765175" cy="2055813"/>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2574" name="Line 30"/>
          <p:cNvSpPr>
            <a:spLocks noChangeShapeType="1"/>
          </p:cNvSpPr>
          <p:nvPr/>
        </p:nvSpPr>
        <p:spPr bwMode="auto">
          <a:xfrm>
            <a:off x="4529138" y="2439988"/>
            <a:ext cx="0" cy="422910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2575" name="Line 31"/>
          <p:cNvSpPr>
            <a:spLocks noChangeShapeType="1"/>
          </p:cNvSpPr>
          <p:nvPr/>
        </p:nvSpPr>
        <p:spPr bwMode="auto">
          <a:xfrm>
            <a:off x="6680200" y="1993900"/>
            <a:ext cx="0" cy="4675188"/>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2576" name="Line 32"/>
          <p:cNvSpPr>
            <a:spLocks noChangeShapeType="1"/>
          </p:cNvSpPr>
          <p:nvPr/>
        </p:nvSpPr>
        <p:spPr bwMode="auto">
          <a:xfrm>
            <a:off x="5964238" y="2439988"/>
            <a:ext cx="0" cy="422910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2577" name="Line 33"/>
          <p:cNvSpPr>
            <a:spLocks noChangeShapeType="1"/>
          </p:cNvSpPr>
          <p:nvPr/>
        </p:nvSpPr>
        <p:spPr bwMode="auto">
          <a:xfrm>
            <a:off x="3097213" y="1993900"/>
            <a:ext cx="0" cy="4675188"/>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2578" name="Text Box 34"/>
          <p:cNvSpPr txBox="1">
            <a:spLocks noChangeArrowheads="1"/>
          </p:cNvSpPr>
          <p:nvPr/>
        </p:nvSpPr>
        <p:spPr bwMode="auto">
          <a:xfrm rot="10800000">
            <a:off x="8805863" y="2643188"/>
            <a:ext cx="609600" cy="1146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en-US" altLang="ja-JP" sz="1400">
                <a:solidFill>
                  <a:schemeClr val="folHlink"/>
                </a:solidFill>
                <a:effectLst>
                  <a:outerShdw blurRad="38100" dist="38100" dir="2700000" algn="tl">
                    <a:srgbClr val="000000"/>
                  </a:outerShdw>
                </a:effectLst>
                <a:ea typeface="イワタ中丸ゴシック体(GT)" charset="-128"/>
              </a:rPr>
              <a:t>Overall evaluation</a:t>
            </a:r>
          </a:p>
        </p:txBody>
      </p:sp>
      <p:sp>
        <p:nvSpPr>
          <p:cNvPr id="492579" name="Text Box 35"/>
          <p:cNvSpPr txBox="1">
            <a:spLocks noChangeArrowheads="1"/>
          </p:cNvSpPr>
          <p:nvPr/>
        </p:nvSpPr>
        <p:spPr bwMode="auto">
          <a:xfrm>
            <a:off x="6680200" y="2038350"/>
            <a:ext cx="2149475" cy="274638"/>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spcBef>
                <a:spcPct val="50000"/>
              </a:spcBef>
            </a:pPr>
            <a:r>
              <a:rPr lang="en-US" altLang="ja-JP" sz="1200">
                <a:solidFill>
                  <a:schemeClr val="folHlink"/>
                </a:solidFill>
                <a:effectLst>
                  <a:outerShdw blurRad="38100" dist="38100" dir="2700000" algn="tl">
                    <a:srgbClr val="000000"/>
                  </a:outerShdw>
                </a:effectLst>
                <a:ea typeface="イワタ中丸ゴシック体(GT)" charset="-128"/>
              </a:rPr>
              <a:t>Actual circle capability</a:t>
            </a:r>
          </a:p>
        </p:txBody>
      </p:sp>
      <p:sp>
        <p:nvSpPr>
          <p:cNvPr id="492580" name="Text Box 36"/>
          <p:cNvSpPr txBox="1">
            <a:spLocks noChangeArrowheads="1"/>
          </p:cNvSpPr>
          <p:nvPr/>
        </p:nvSpPr>
        <p:spPr bwMode="auto">
          <a:xfrm>
            <a:off x="3159125" y="2038350"/>
            <a:ext cx="3570288" cy="396875"/>
          </a:xfrm>
          <a:prstGeom prst="rect">
            <a:avLst/>
          </a:prstGeom>
          <a:noFill/>
          <a:ln w="9525">
            <a:noFill/>
            <a:miter lim="800000"/>
            <a:headEnd/>
            <a:tailEnd/>
          </a:ln>
          <a:effectLst/>
        </p:spPr>
        <p:txBody>
          <a:bodyPr>
            <a:spAutoFit/>
          </a:bodyPr>
          <a:lstStyle/>
          <a:p>
            <a:pPr algn="ctr">
              <a:spcBef>
                <a:spcPct val="50000"/>
              </a:spcBef>
              <a:defRPr/>
            </a:pPr>
            <a:r>
              <a:rPr lang="en-US" altLang="ja-JP" sz="1600">
                <a:solidFill>
                  <a:schemeClr val="folHlink"/>
                </a:solidFill>
                <a:effectLst>
                  <a:outerShdw blurRad="38100" dist="38100" dir="2700000" algn="tl">
                    <a:srgbClr val="000000"/>
                  </a:outerShdw>
                </a:effectLst>
                <a:latin typeface="Times New Roman" pitchFamily="18" charset="0"/>
                <a:ea typeface="HG丸ｺﾞｼｯｸM-PRO" charset="-128"/>
                <a:cs typeface="Angsana New" pitchFamily="18" charset="-34"/>
              </a:rPr>
              <a:t> </a:t>
            </a:r>
            <a:r>
              <a:rPr lang="en-US" altLang="ja-JP" sz="2000">
                <a:solidFill>
                  <a:schemeClr val="folHlink"/>
                </a:solidFill>
                <a:effectLst>
                  <a:outerShdw blurRad="38100" dist="38100" dir="2700000" algn="tl">
                    <a:srgbClr val="000000"/>
                  </a:outerShdw>
                </a:effectLst>
                <a:ea typeface="HG丸ｺﾞｼｯｸM-PRO" charset="-128"/>
                <a:cs typeface="Angsana New" pitchFamily="18" charset="-34"/>
              </a:rPr>
              <a:t>Necessity</a:t>
            </a:r>
          </a:p>
        </p:txBody>
      </p:sp>
      <p:sp>
        <p:nvSpPr>
          <p:cNvPr id="492581" name="Text Box 37"/>
          <p:cNvSpPr txBox="1">
            <a:spLocks noChangeArrowheads="1"/>
          </p:cNvSpPr>
          <p:nvPr/>
        </p:nvSpPr>
        <p:spPr bwMode="auto">
          <a:xfrm>
            <a:off x="1100138" y="2387600"/>
            <a:ext cx="2147887" cy="366713"/>
          </a:xfrm>
          <a:prstGeom prst="rect">
            <a:avLst/>
          </a:prstGeom>
          <a:noFill/>
          <a:ln w="9525">
            <a:noFill/>
            <a:miter lim="800000"/>
            <a:headEnd/>
            <a:tailEnd/>
          </a:ln>
          <a:effectLst/>
        </p:spPr>
        <p:txBody>
          <a:bodyPr>
            <a:spAutoFit/>
          </a:bodyPr>
          <a:lstStyle/>
          <a:p>
            <a:pPr algn="ctr">
              <a:spcBef>
                <a:spcPct val="50000"/>
              </a:spcBef>
              <a:defRPr/>
            </a:pPr>
            <a:r>
              <a:rPr lang="en-US" altLang="ja-JP" sz="1800">
                <a:effectLst>
                  <a:outerShdw blurRad="38100" dist="38100" dir="2700000" algn="tl">
                    <a:srgbClr val="000000"/>
                  </a:outerShdw>
                </a:effectLst>
                <a:ea typeface="イワタ中丸ゴシック体(GT)" charset="-128"/>
              </a:rPr>
              <a:t>Evaluation items</a:t>
            </a:r>
          </a:p>
        </p:txBody>
      </p:sp>
      <p:sp>
        <p:nvSpPr>
          <p:cNvPr id="492582" name="Text Box 38"/>
          <p:cNvSpPr txBox="1">
            <a:spLocks noChangeArrowheads="1"/>
          </p:cNvSpPr>
          <p:nvPr/>
        </p:nvSpPr>
        <p:spPr bwMode="auto">
          <a:xfrm>
            <a:off x="809625" y="3595688"/>
            <a:ext cx="2146300" cy="304800"/>
          </a:xfrm>
          <a:prstGeom prst="rect">
            <a:avLst/>
          </a:prstGeom>
          <a:noFill/>
          <a:ln w="9525">
            <a:noFill/>
            <a:miter lim="800000"/>
            <a:headEnd/>
            <a:tailEnd/>
          </a:ln>
          <a:effectLst/>
        </p:spPr>
        <p:txBody>
          <a:bodyPr>
            <a:spAutoFit/>
          </a:bodyPr>
          <a:lstStyle/>
          <a:p>
            <a:pPr algn="ctr">
              <a:spcBef>
                <a:spcPct val="50000"/>
              </a:spcBef>
              <a:defRPr/>
            </a:pPr>
            <a:r>
              <a:rPr lang="en-US" altLang="ja-JP" sz="1400">
                <a:effectLst>
                  <a:outerShdw blurRad="38100" dist="38100" dir="2700000" algn="tl">
                    <a:srgbClr val="000000"/>
                  </a:outerShdw>
                </a:effectLst>
                <a:ea typeface="イワタ中丸ゴシック体(GT)" charset="-128"/>
              </a:rPr>
              <a:t>Nominated   themes</a:t>
            </a:r>
          </a:p>
        </p:txBody>
      </p:sp>
      <p:sp>
        <p:nvSpPr>
          <p:cNvPr id="492583" name="Text Box 39"/>
          <p:cNvSpPr txBox="1">
            <a:spLocks noChangeArrowheads="1"/>
          </p:cNvSpPr>
          <p:nvPr/>
        </p:nvSpPr>
        <p:spPr bwMode="auto">
          <a:xfrm>
            <a:off x="352425" y="3554413"/>
            <a:ext cx="717550" cy="366712"/>
          </a:xfrm>
          <a:prstGeom prst="rect">
            <a:avLst/>
          </a:prstGeom>
          <a:noFill/>
          <a:ln w="9525">
            <a:noFill/>
            <a:miter lim="800000"/>
            <a:headEnd/>
            <a:tailEnd/>
          </a:ln>
          <a:effectLst/>
        </p:spPr>
        <p:txBody>
          <a:bodyPr>
            <a:spAutoFit/>
          </a:bodyPr>
          <a:lstStyle/>
          <a:p>
            <a:pPr algn="ctr">
              <a:spcBef>
                <a:spcPct val="50000"/>
              </a:spcBef>
              <a:defRPr/>
            </a:pPr>
            <a:r>
              <a:rPr lang="ja-JP" altLang="en-US" sz="1800">
                <a:effectLst>
                  <a:outerShdw blurRad="38100" dist="38100" dir="2700000" algn="tl">
                    <a:srgbClr val="000000"/>
                  </a:outerShdw>
                </a:effectLst>
                <a:latin typeface="Times New Roman" pitchFamily="18" charset="0"/>
                <a:ea typeface="HG丸ｺﾞｼｯｸM-PRO" charset="-128"/>
              </a:rPr>
              <a:t>Ｎｏ</a:t>
            </a:r>
            <a:endParaRPr lang="en-US" altLang="ja-JP" sz="1800">
              <a:effectLst>
                <a:outerShdw blurRad="38100" dist="38100" dir="2700000" algn="tl">
                  <a:srgbClr val="000000"/>
                </a:outerShdw>
              </a:effectLst>
              <a:latin typeface="Times New Roman" pitchFamily="18" charset="0"/>
              <a:ea typeface="HG丸ｺﾞｼｯｸM-PRO" charset="-128"/>
            </a:endParaRPr>
          </a:p>
        </p:txBody>
      </p:sp>
      <p:sp>
        <p:nvSpPr>
          <p:cNvPr id="492584" name="Text Box 40"/>
          <p:cNvSpPr txBox="1">
            <a:spLocks noChangeArrowheads="1"/>
          </p:cNvSpPr>
          <p:nvPr/>
        </p:nvSpPr>
        <p:spPr bwMode="auto">
          <a:xfrm rot="10800000">
            <a:off x="3151188" y="2903538"/>
            <a:ext cx="396875"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en-US" altLang="ja-JP" sz="1400">
                <a:solidFill>
                  <a:schemeClr val="folHlink"/>
                </a:solidFill>
                <a:effectLst>
                  <a:outerShdw blurRad="38100" dist="38100" dir="2700000" algn="tl">
                    <a:srgbClr val="000000"/>
                  </a:outerShdw>
                </a:effectLst>
                <a:ea typeface="イワタ中丸ゴシック体(GT)" charset="-128"/>
              </a:rPr>
              <a:t>effect</a:t>
            </a:r>
          </a:p>
        </p:txBody>
      </p:sp>
      <p:sp>
        <p:nvSpPr>
          <p:cNvPr id="492585" name="Text Box 41"/>
          <p:cNvSpPr txBox="1">
            <a:spLocks noChangeArrowheads="1"/>
          </p:cNvSpPr>
          <p:nvPr/>
        </p:nvSpPr>
        <p:spPr bwMode="auto">
          <a:xfrm rot="10800000">
            <a:off x="3875088" y="2973388"/>
            <a:ext cx="396875" cy="81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en-US" altLang="ja-JP" sz="1400">
                <a:solidFill>
                  <a:schemeClr val="folHlink"/>
                </a:solidFill>
                <a:effectLst>
                  <a:outerShdw blurRad="38100" dist="38100" dir="2700000" algn="tl">
                    <a:srgbClr val="000000"/>
                  </a:outerShdw>
                </a:effectLst>
                <a:ea typeface="イワタ中丸ゴシック体(GT)" charset="-128"/>
              </a:rPr>
              <a:t>Urgency</a:t>
            </a:r>
          </a:p>
        </p:txBody>
      </p:sp>
      <p:sp>
        <p:nvSpPr>
          <p:cNvPr id="492586" name="Text Box 42"/>
          <p:cNvSpPr txBox="1">
            <a:spLocks noChangeArrowheads="1"/>
          </p:cNvSpPr>
          <p:nvPr/>
        </p:nvSpPr>
        <p:spPr bwMode="auto">
          <a:xfrm rot="10800000">
            <a:off x="4368800" y="2820988"/>
            <a:ext cx="609600" cy="96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en-US" altLang="ja-JP" sz="1400">
                <a:solidFill>
                  <a:schemeClr val="folHlink"/>
                </a:solidFill>
                <a:effectLst>
                  <a:outerShdw blurRad="38100" dist="38100" dir="2700000" algn="tl">
                    <a:srgbClr val="000000"/>
                  </a:outerShdw>
                </a:effectLst>
                <a:ea typeface="イワタ中丸ゴシック体(GT)" charset="-128"/>
              </a:rPr>
              <a:t>extent of problem</a:t>
            </a:r>
          </a:p>
        </p:txBody>
      </p:sp>
      <p:sp>
        <p:nvSpPr>
          <p:cNvPr id="492587" name="Text Box 43"/>
          <p:cNvSpPr txBox="1">
            <a:spLocks noChangeArrowheads="1"/>
          </p:cNvSpPr>
          <p:nvPr/>
        </p:nvSpPr>
        <p:spPr bwMode="auto">
          <a:xfrm rot="10800000">
            <a:off x="5202238" y="2859088"/>
            <a:ext cx="609600" cy="930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en-US" altLang="ja-JP" sz="1400">
                <a:solidFill>
                  <a:schemeClr val="folHlink"/>
                </a:solidFill>
                <a:effectLst>
                  <a:outerShdw blurRad="38100" dist="38100" dir="2700000" algn="tl">
                    <a:srgbClr val="000000"/>
                  </a:outerShdw>
                </a:effectLst>
                <a:ea typeface="イワタ中丸ゴシック体(GT)" charset="-128"/>
              </a:rPr>
              <a:t>future outlook</a:t>
            </a:r>
          </a:p>
        </p:txBody>
      </p:sp>
      <p:sp>
        <p:nvSpPr>
          <p:cNvPr id="492588" name="Text Box 44"/>
          <p:cNvSpPr txBox="1">
            <a:spLocks noChangeArrowheads="1"/>
          </p:cNvSpPr>
          <p:nvPr/>
        </p:nvSpPr>
        <p:spPr bwMode="auto">
          <a:xfrm rot="10800000">
            <a:off x="5959475" y="2751138"/>
            <a:ext cx="609600" cy="103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en-US" altLang="ja-JP" sz="1400">
                <a:solidFill>
                  <a:schemeClr val="folHlink"/>
                </a:solidFill>
                <a:effectLst>
                  <a:outerShdw blurRad="38100" dist="38100" dir="2700000" algn="tl">
                    <a:srgbClr val="000000"/>
                  </a:outerShdw>
                </a:effectLst>
                <a:ea typeface="イワタ中丸ゴシック体(GT)" charset="-128"/>
              </a:rPr>
              <a:t>supervisor’s policy</a:t>
            </a:r>
          </a:p>
        </p:txBody>
      </p:sp>
      <p:sp>
        <p:nvSpPr>
          <p:cNvPr id="492589" name="Text Box 45"/>
          <p:cNvSpPr txBox="1">
            <a:spLocks noChangeArrowheads="1"/>
          </p:cNvSpPr>
          <p:nvPr/>
        </p:nvSpPr>
        <p:spPr bwMode="auto">
          <a:xfrm rot="10800000">
            <a:off x="6605588" y="2420938"/>
            <a:ext cx="609600" cy="136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en-US" altLang="ja-JP" sz="1400">
                <a:solidFill>
                  <a:schemeClr val="folHlink"/>
                </a:solidFill>
                <a:effectLst>
                  <a:outerShdw blurRad="38100" dist="38100" dir="2700000" algn="tl">
                    <a:srgbClr val="000000"/>
                  </a:outerShdw>
                </a:effectLst>
                <a:ea typeface="イワタ中丸ゴシック体(GT)" charset="-128"/>
              </a:rPr>
              <a:t>Total participation</a:t>
            </a:r>
          </a:p>
        </p:txBody>
      </p:sp>
      <p:sp>
        <p:nvSpPr>
          <p:cNvPr id="492590" name="Text Box 46"/>
          <p:cNvSpPr txBox="1">
            <a:spLocks noChangeArrowheads="1"/>
          </p:cNvSpPr>
          <p:nvPr/>
        </p:nvSpPr>
        <p:spPr bwMode="auto">
          <a:xfrm rot="10800000">
            <a:off x="7364413" y="2779713"/>
            <a:ext cx="609600"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en-US" altLang="ja-JP" sz="1400">
                <a:solidFill>
                  <a:schemeClr val="folHlink"/>
                </a:solidFill>
                <a:effectLst>
                  <a:outerShdw blurRad="38100" dist="38100" dir="2700000" algn="tl">
                    <a:srgbClr val="000000"/>
                  </a:outerShdw>
                </a:effectLst>
                <a:ea typeface="イワタ中丸ゴシック体(GT)" charset="-128"/>
              </a:rPr>
              <a:t>Activities period</a:t>
            </a:r>
          </a:p>
        </p:txBody>
      </p:sp>
      <p:sp>
        <p:nvSpPr>
          <p:cNvPr id="492591" name="Text Box 47"/>
          <p:cNvSpPr txBox="1">
            <a:spLocks noChangeArrowheads="1"/>
          </p:cNvSpPr>
          <p:nvPr/>
        </p:nvSpPr>
        <p:spPr bwMode="auto">
          <a:xfrm rot="-5400000">
            <a:off x="8404225" y="2420938"/>
            <a:ext cx="4587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10800000">
            <a:spAutoFit/>
          </a:bodyPr>
          <a:lstStyle/>
          <a:p>
            <a:pPr algn="ctr">
              <a:spcBef>
                <a:spcPct val="50000"/>
              </a:spcBef>
              <a:defRPr/>
            </a:pPr>
            <a:endParaRPr lang="th-TH" altLang="ja-JP" sz="1800">
              <a:solidFill>
                <a:schemeClr val="folHlink"/>
              </a:solidFill>
              <a:effectLst>
                <a:outerShdw blurRad="38100" dist="38100" dir="2700000" algn="tl">
                  <a:srgbClr val="000000"/>
                </a:outerShdw>
              </a:effectLst>
              <a:latin typeface="Times New Roman" pitchFamily="18" charset="0"/>
              <a:ea typeface="HG丸ｺﾞｼｯｸM-PRO" charset="-128"/>
              <a:cs typeface="Angsana New" pitchFamily="18" charset="-34"/>
            </a:endParaRPr>
          </a:p>
        </p:txBody>
      </p:sp>
      <p:sp>
        <p:nvSpPr>
          <p:cNvPr id="492592" name="Text Box 48"/>
          <p:cNvSpPr txBox="1">
            <a:spLocks noChangeArrowheads="1"/>
          </p:cNvSpPr>
          <p:nvPr/>
        </p:nvSpPr>
        <p:spPr bwMode="auto">
          <a:xfrm>
            <a:off x="352425" y="4198938"/>
            <a:ext cx="717550" cy="366712"/>
          </a:xfrm>
          <a:prstGeom prst="rect">
            <a:avLst/>
          </a:prstGeom>
          <a:noFill/>
          <a:ln w="9525">
            <a:noFill/>
            <a:miter lim="800000"/>
            <a:headEnd/>
            <a:tailEnd/>
          </a:ln>
          <a:effectLst/>
        </p:spPr>
        <p:txBody>
          <a:bodyPr>
            <a:spAutoFit/>
          </a:bodyPr>
          <a:lstStyle/>
          <a:p>
            <a:pPr algn="ctr">
              <a:spcBef>
                <a:spcPct val="50000"/>
              </a:spcBef>
              <a:defRPr/>
            </a:pPr>
            <a:r>
              <a:rPr lang="ja-JP" altLang="en-US" sz="1800">
                <a:effectLst>
                  <a:outerShdw blurRad="38100" dist="38100" dir="2700000" algn="tl">
                    <a:srgbClr val="000000"/>
                  </a:outerShdw>
                </a:effectLst>
                <a:latin typeface="Times New Roman" pitchFamily="18" charset="0"/>
                <a:ea typeface="HG丸ｺﾞｼｯｸM-PRO" charset="-128"/>
              </a:rPr>
              <a:t>１</a:t>
            </a:r>
            <a:endParaRPr lang="en-US" altLang="ja-JP" sz="1800">
              <a:effectLst>
                <a:outerShdw blurRad="38100" dist="38100" dir="2700000" algn="tl">
                  <a:srgbClr val="000000"/>
                </a:outerShdw>
              </a:effectLst>
              <a:latin typeface="Times New Roman" pitchFamily="18" charset="0"/>
              <a:ea typeface="HG丸ｺﾞｼｯｸM-PRO" charset="-128"/>
            </a:endParaRPr>
          </a:p>
        </p:txBody>
      </p:sp>
      <p:sp>
        <p:nvSpPr>
          <p:cNvPr id="492593" name="Text Box 49"/>
          <p:cNvSpPr txBox="1">
            <a:spLocks noChangeArrowheads="1"/>
          </p:cNvSpPr>
          <p:nvPr/>
        </p:nvSpPr>
        <p:spPr bwMode="auto">
          <a:xfrm>
            <a:off x="352425" y="4887913"/>
            <a:ext cx="717550" cy="366712"/>
          </a:xfrm>
          <a:prstGeom prst="rect">
            <a:avLst/>
          </a:prstGeom>
          <a:noFill/>
          <a:ln w="9525">
            <a:noFill/>
            <a:miter lim="800000"/>
            <a:headEnd/>
            <a:tailEnd/>
          </a:ln>
          <a:effectLst/>
        </p:spPr>
        <p:txBody>
          <a:bodyPr>
            <a:spAutoFit/>
          </a:bodyPr>
          <a:lstStyle/>
          <a:p>
            <a:pPr algn="ctr">
              <a:spcBef>
                <a:spcPct val="50000"/>
              </a:spcBef>
              <a:defRPr/>
            </a:pPr>
            <a:r>
              <a:rPr lang="ja-JP" altLang="en-US" sz="1800">
                <a:effectLst>
                  <a:outerShdw blurRad="38100" dist="38100" dir="2700000" algn="tl">
                    <a:srgbClr val="000000"/>
                  </a:outerShdw>
                </a:effectLst>
                <a:latin typeface="Times New Roman" pitchFamily="18" charset="0"/>
                <a:ea typeface="HG丸ｺﾞｼｯｸM-PRO" charset="-128"/>
              </a:rPr>
              <a:t>２</a:t>
            </a:r>
            <a:endParaRPr lang="en-US" altLang="ja-JP" sz="1800">
              <a:effectLst>
                <a:outerShdw blurRad="38100" dist="38100" dir="2700000" algn="tl">
                  <a:srgbClr val="000000"/>
                </a:outerShdw>
              </a:effectLst>
              <a:latin typeface="Times New Roman" pitchFamily="18" charset="0"/>
              <a:ea typeface="HG丸ｺﾞｼｯｸM-PRO" charset="-128"/>
            </a:endParaRPr>
          </a:p>
        </p:txBody>
      </p:sp>
      <p:sp>
        <p:nvSpPr>
          <p:cNvPr id="492594" name="Text Box 50"/>
          <p:cNvSpPr txBox="1">
            <a:spLocks noChangeArrowheads="1"/>
          </p:cNvSpPr>
          <p:nvPr/>
        </p:nvSpPr>
        <p:spPr bwMode="auto">
          <a:xfrm>
            <a:off x="352425" y="5554663"/>
            <a:ext cx="717550" cy="368300"/>
          </a:xfrm>
          <a:prstGeom prst="rect">
            <a:avLst/>
          </a:prstGeom>
          <a:noFill/>
          <a:ln w="9525">
            <a:noFill/>
            <a:miter lim="800000"/>
            <a:headEnd/>
            <a:tailEnd/>
          </a:ln>
          <a:effectLst/>
        </p:spPr>
        <p:txBody>
          <a:bodyPr>
            <a:spAutoFit/>
          </a:bodyPr>
          <a:lstStyle/>
          <a:p>
            <a:pPr algn="ctr">
              <a:spcBef>
                <a:spcPct val="50000"/>
              </a:spcBef>
              <a:defRPr/>
            </a:pPr>
            <a:r>
              <a:rPr lang="ja-JP" altLang="en-US" sz="1800">
                <a:effectLst>
                  <a:outerShdw blurRad="38100" dist="38100" dir="2700000" algn="tl">
                    <a:srgbClr val="000000"/>
                  </a:outerShdw>
                </a:effectLst>
                <a:latin typeface="Times New Roman" pitchFamily="18" charset="0"/>
                <a:ea typeface="HG丸ｺﾞｼｯｸM-PRO" charset="-128"/>
              </a:rPr>
              <a:t>３</a:t>
            </a:r>
            <a:endParaRPr lang="en-US" altLang="ja-JP" sz="1800">
              <a:effectLst>
                <a:outerShdw blurRad="38100" dist="38100" dir="2700000" algn="tl">
                  <a:srgbClr val="000000"/>
                </a:outerShdw>
              </a:effectLst>
              <a:latin typeface="Times New Roman" pitchFamily="18" charset="0"/>
              <a:ea typeface="HG丸ｺﾞｼｯｸM-PRO" charset="-128"/>
            </a:endParaRPr>
          </a:p>
        </p:txBody>
      </p:sp>
      <p:sp>
        <p:nvSpPr>
          <p:cNvPr id="492595" name="Text Box 51"/>
          <p:cNvSpPr txBox="1">
            <a:spLocks noChangeArrowheads="1"/>
          </p:cNvSpPr>
          <p:nvPr/>
        </p:nvSpPr>
        <p:spPr bwMode="auto">
          <a:xfrm>
            <a:off x="352425" y="6156325"/>
            <a:ext cx="717550" cy="366713"/>
          </a:xfrm>
          <a:prstGeom prst="rect">
            <a:avLst/>
          </a:prstGeom>
          <a:noFill/>
          <a:ln w="9525">
            <a:noFill/>
            <a:miter lim="800000"/>
            <a:headEnd/>
            <a:tailEnd/>
          </a:ln>
          <a:effectLst/>
        </p:spPr>
        <p:txBody>
          <a:bodyPr>
            <a:spAutoFit/>
          </a:bodyPr>
          <a:lstStyle/>
          <a:p>
            <a:pPr algn="ctr">
              <a:spcBef>
                <a:spcPct val="50000"/>
              </a:spcBef>
              <a:defRPr/>
            </a:pPr>
            <a:r>
              <a:rPr lang="ja-JP" altLang="en-US" sz="1800">
                <a:effectLst>
                  <a:outerShdw blurRad="38100" dist="38100" dir="2700000" algn="tl">
                    <a:srgbClr val="000000"/>
                  </a:outerShdw>
                </a:effectLst>
                <a:latin typeface="Times New Roman" pitchFamily="18" charset="0"/>
                <a:ea typeface="HG丸ｺﾞｼｯｸM-PRO" charset="-128"/>
              </a:rPr>
              <a:t>４</a:t>
            </a:r>
            <a:endParaRPr lang="en-US" altLang="ja-JP" sz="1800">
              <a:effectLst>
                <a:outerShdw blurRad="38100" dist="38100" dir="2700000" algn="tl">
                  <a:srgbClr val="000000"/>
                </a:outerShdw>
              </a:effectLst>
              <a:latin typeface="Times New Roman" pitchFamily="18" charset="0"/>
              <a:ea typeface="HG丸ｺﾞｼｯｸM-PRO" charset="-128"/>
            </a:endParaRPr>
          </a:p>
        </p:txBody>
      </p:sp>
      <p:sp>
        <p:nvSpPr>
          <p:cNvPr id="492596" name="Text Box 52"/>
          <p:cNvSpPr txBox="1">
            <a:spLocks noChangeArrowheads="1"/>
          </p:cNvSpPr>
          <p:nvPr/>
        </p:nvSpPr>
        <p:spPr bwMode="auto">
          <a:xfrm>
            <a:off x="1069975" y="4140200"/>
            <a:ext cx="2027238" cy="457200"/>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spcBef>
                <a:spcPct val="50000"/>
              </a:spcBef>
            </a:pPr>
            <a:r>
              <a:rPr lang="en-US" altLang="ja-JP" sz="2400">
                <a:effectLst>
                  <a:outerShdw blurRad="38100" dist="38100" dir="2700000" algn="tl">
                    <a:srgbClr val="000000"/>
                  </a:outerShdw>
                </a:effectLst>
                <a:latin typeface="Angsana New" pitchFamily="18" charset="-34"/>
                <a:ea typeface="HG丸ｺﾞｼｯｸM-PRO" pitchFamily="50" charset="-128"/>
                <a:cs typeface="Angsana New" pitchFamily="18" charset="-34"/>
              </a:rPr>
              <a:t>Theme  1</a:t>
            </a:r>
          </a:p>
        </p:txBody>
      </p:sp>
      <p:sp>
        <p:nvSpPr>
          <p:cNvPr id="492600" name="Text Box 56"/>
          <p:cNvSpPr txBox="1">
            <a:spLocks noChangeArrowheads="1"/>
          </p:cNvSpPr>
          <p:nvPr/>
        </p:nvSpPr>
        <p:spPr bwMode="auto">
          <a:xfrm>
            <a:off x="3248025" y="4022725"/>
            <a:ext cx="458788" cy="668338"/>
          </a:xfrm>
          <a:prstGeom prst="rect">
            <a:avLst/>
          </a:prstGeom>
          <a:noFill/>
          <a:ln w="9525">
            <a:noFill/>
            <a:miter lim="800000"/>
            <a:headEnd/>
            <a:tailEnd/>
          </a:ln>
          <a:effectLst/>
        </p:spPr>
        <p:txBody>
          <a:bodyPr vert="eaVert">
            <a:spAutoFit/>
          </a:bodyPr>
          <a:lstStyle/>
          <a:p>
            <a:pPr algn="ctr">
              <a:defRPr/>
            </a:pPr>
            <a:r>
              <a:rPr lang="en-US" altLang="ja-JP" sz="1800">
                <a:effectLst>
                  <a:outerShdw blurRad="38100" dist="38100" dir="2700000" algn="tl">
                    <a:srgbClr val="000000"/>
                  </a:outerShdw>
                </a:effectLst>
                <a:latin typeface="Times New Roman" pitchFamily="18" charset="0"/>
                <a:ea typeface="HG丸ｺﾞｼｯｸM-PRO" charset="-128"/>
              </a:rPr>
              <a:t>○</a:t>
            </a:r>
          </a:p>
        </p:txBody>
      </p:sp>
      <p:sp>
        <p:nvSpPr>
          <p:cNvPr id="492601" name="Text Box 57"/>
          <p:cNvSpPr txBox="1">
            <a:spLocks noChangeArrowheads="1"/>
          </p:cNvSpPr>
          <p:nvPr/>
        </p:nvSpPr>
        <p:spPr bwMode="auto">
          <a:xfrm>
            <a:off x="8283575" y="6027738"/>
            <a:ext cx="458788" cy="666750"/>
          </a:xfrm>
          <a:prstGeom prst="rect">
            <a:avLst/>
          </a:prstGeom>
          <a:noFill/>
          <a:ln w="9525">
            <a:noFill/>
            <a:miter lim="800000"/>
            <a:headEnd/>
            <a:tailEnd/>
          </a:ln>
          <a:effectLst/>
        </p:spPr>
        <p:txBody>
          <a:bodyPr vert="eaVert">
            <a:spAutoFit/>
          </a:bodyPr>
          <a:lstStyle/>
          <a:p>
            <a:pPr algn="ctr">
              <a:defRPr/>
            </a:pPr>
            <a:r>
              <a:rPr lang="en-US" altLang="ja-JP" sz="1800">
                <a:effectLst>
                  <a:outerShdw blurRad="38100" dist="38100" dir="2700000" algn="tl">
                    <a:srgbClr val="000000"/>
                  </a:outerShdw>
                </a:effectLst>
                <a:latin typeface="Times New Roman" pitchFamily="18" charset="0"/>
                <a:ea typeface="HG丸ｺﾞｼｯｸM-PRO" charset="-128"/>
              </a:rPr>
              <a:t>○</a:t>
            </a:r>
          </a:p>
        </p:txBody>
      </p:sp>
      <p:sp>
        <p:nvSpPr>
          <p:cNvPr id="492602" name="Text Box 58"/>
          <p:cNvSpPr txBox="1">
            <a:spLocks noChangeArrowheads="1"/>
          </p:cNvSpPr>
          <p:nvPr/>
        </p:nvSpPr>
        <p:spPr bwMode="auto">
          <a:xfrm>
            <a:off x="7550150" y="6027738"/>
            <a:ext cx="457200" cy="666750"/>
          </a:xfrm>
          <a:prstGeom prst="rect">
            <a:avLst/>
          </a:prstGeom>
          <a:noFill/>
          <a:ln w="9525">
            <a:noFill/>
            <a:miter lim="800000"/>
            <a:headEnd/>
            <a:tailEnd/>
          </a:ln>
          <a:effectLst/>
        </p:spPr>
        <p:txBody>
          <a:bodyPr vert="eaVert">
            <a:spAutoFit/>
          </a:bodyPr>
          <a:lstStyle/>
          <a:p>
            <a:pPr algn="ctr">
              <a:defRPr/>
            </a:pPr>
            <a:r>
              <a:rPr lang="en-US" altLang="ja-JP" sz="1800">
                <a:effectLst>
                  <a:outerShdw blurRad="38100" dist="38100" dir="2700000" algn="tl">
                    <a:srgbClr val="000000"/>
                  </a:outerShdw>
                </a:effectLst>
                <a:latin typeface="Times New Roman" pitchFamily="18" charset="0"/>
                <a:ea typeface="HG丸ｺﾞｼｯｸM-PRO" charset="-128"/>
              </a:rPr>
              <a:t>○</a:t>
            </a:r>
          </a:p>
        </p:txBody>
      </p:sp>
      <p:sp>
        <p:nvSpPr>
          <p:cNvPr id="492603" name="Text Box 59"/>
          <p:cNvSpPr txBox="1">
            <a:spLocks noChangeArrowheads="1"/>
          </p:cNvSpPr>
          <p:nvPr/>
        </p:nvSpPr>
        <p:spPr bwMode="auto">
          <a:xfrm>
            <a:off x="6115050" y="6027738"/>
            <a:ext cx="458788" cy="666750"/>
          </a:xfrm>
          <a:prstGeom prst="rect">
            <a:avLst/>
          </a:prstGeom>
          <a:noFill/>
          <a:ln w="9525">
            <a:noFill/>
            <a:miter lim="800000"/>
            <a:headEnd/>
            <a:tailEnd/>
          </a:ln>
          <a:effectLst/>
        </p:spPr>
        <p:txBody>
          <a:bodyPr vert="eaVert">
            <a:spAutoFit/>
          </a:bodyPr>
          <a:lstStyle/>
          <a:p>
            <a:pPr algn="ctr">
              <a:defRPr/>
            </a:pPr>
            <a:r>
              <a:rPr lang="en-US" altLang="ja-JP" sz="1800">
                <a:effectLst>
                  <a:outerShdw blurRad="38100" dist="38100" dir="2700000" algn="tl">
                    <a:srgbClr val="000000"/>
                  </a:outerShdw>
                </a:effectLst>
                <a:latin typeface="Times New Roman" pitchFamily="18" charset="0"/>
                <a:ea typeface="HG丸ｺﾞｼｯｸM-PRO" charset="-128"/>
              </a:rPr>
              <a:t>○</a:t>
            </a:r>
          </a:p>
        </p:txBody>
      </p:sp>
      <p:sp>
        <p:nvSpPr>
          <p:cNvPr id="492604" name="Text Box 60"/>
          <p:cNvSpPr txBox="1">
            <a:spLocks noChangeArrowheads="1"/>
          </p:cNvSpPr>
          <p:nvPr/>
        </p:nvSpPr>
        <p:spPr bwMode="auto">
          <a:xfrm>
            <a:off x="5400675" y="6027738"/>
            <a:ext cx="457200" cy="666750"/>
          </a:xfrm>
          <a:prstGeom prst="rect">
            <a:avLst/>
          </a:prstGeom>
          <a:noFill/>
          <a:ln w="9525">
            <a:noFill/>
            <a:miter lim="800000"/>
            <a:headEnd/>
            <a:tailEnd/>
          </a:ln>
          <a:effectLst/>
        </p:spPr>
        <p:txBody>
          <a:bodyPr vert="eaVert">
            <a:spAutoFit/>
          </a:bodyPr>
          <a:lstStyle/>
          <a:p>
            <a:pPr algn="ctr">
              <a:defRPr/>
            </a:pPr>
            <a:r>
              <a:rPr lang="en-US" altLang="ja-JP" sz="1800">
                <a:effectLst>
                  <a:outerShdw blurRad="38100" dist="38100" dir="2700000" algn="tl">
                    <a:srgbClr val="000000"/>
                  </a:outerShdw>
                </a:effectLst>
                <a:latin typeface="Times New Roman" pitchFamily="18" charset="0"/>
                <a:ea typeface="HG丸ｺﾞｼｯｸM-PRO" charset="-128"/>
              </a:rPr>
              <a:t>○</a:t>
            </a:r>
          </a:p>
        </p:txBody>
      </p:sp>
      <p:sp>
        <p:nvSpPr>
          <p:cNvPr id="492605" name="Text Box 61"/>
          <p:cNvSpPr txBox="1">
            <a:spLocks noChangeArrowheads="1"/>
          </p:cNvSpPr>
          <p:nvPr/>
        </p:nvSpPr>
        <p:spPr bwMode="auto">
          <a:xfrm>
            <a:off x="7550150" y="5359400"/>
            <a:ext cx="457200" cy="668338"/>
          </a:xfrm>
          <a:prstGeom prst="rect">
            <a:avLst/>
          </a:prstGeom>
          <a:noFill/>
          <a:ln w="9525">
            <a:noFill/>
            <a:miter lim="800000"/>
            <a:headEnd/>
            <a:tailEnd/>
          </a:ln>
          <a:effectLst/>
        </p:spPr>
        <p:txBody>
          <a:bodyPr vert="eaVert">
            <a:spAutoFit/>
          </a:bodyPr>
          <a:lstStyle/>
          <a:p>
            <a:pPr algn="ctr">
              <a:defRPr/>
            </a:pPr>
            <a:r>
              <a:rPr lang="en-US" altLang="ja-JP" sz="1800">
                <a:effectLst>
                  <a:outerShdw blurRad="38100" dist="38100" dir="2700000" algn="tl">
                    <a:srgbClr val="000000"/>
                  </a:outerShdw>
                </a:effectLst>
                <a:latin typeface="Times New Roman" pitchFamily="18" charset="0"/>
                <a:ea typeface="HG丸ｺﾞｼｯｸM-PRO" charset="-128"/>
              </a:rPr>
              <a:t>○</a:t>
            </a:r>
          </a:p>
        </p:txBody>
      </p:sp>
      <p:sp>
        <p:nvSpPr>
          <p:cNvPr id="492606" name="Text Box 62"/>
          <p:cNvSpPr txBox="1">
            <a:spLocks noChangeArrowheads="1"/>
          </p:cNvSpPr>
          <p:nvPr/>
        </p:nvSpPr>
        <p:spPr bwMode="auto">
          <a:xfrm>
            <a:off x="3965575" y="6027738"/>
            <a:ext cx="458788" cy="666750"/>
          </a:xfrm>
          <a:prstGeom prst="rect">
            <a:avLst/>
          </a:prstGeom>
          <a:noFill/>
          <a:ln w="9525">
            <a:noFill/>
            <a:miter lim="800000"/>
            <a:headEnd/>
            <a:tailEnd/>
          </a:ln>
          <a:effectLst/>
        </p:spPr>
        <p:txBody>
          <a:bodyPr vert="eaVert">
            <a:spAutoFit/>
          </a:bodyPr>
          <a:lstStyle/>
          <a:p>
            <a:pPr algn="ctr">
              <a:defRPr/>
            </a:pPr>
            <a:r>
              <a:rPr lang="en-US" altLang="ja-JP" sz="1800">
                <a:effectLst>
                  <a:outerShdw blurRad="38100" dist="38100" dir="2700000" algn="tl">
                    <a:srgbClr val="000000"/>
                  </a:outerShdw>
                </a:effectLst>
                <a:latin typeface="Times New Roman" pitchFamily="18" charset="0"/>
                <a:ea typeface="HG丸ｺﾞｼｯｸM-PRO" charset="-128"/>
              </a:rPr>
              <a:t>○</a:t>
            </a:r>
          </a:p>
        </p:txBody>
      </p:sp>
      <p:sp>
        <p:nvSpPr>
          <p:cNvPr id="492607" name="Text Box 63"/>
          <p:cNvSpPr txBox="1">
            <a:spLocks noChangeArrowheads="1"/>
          </p:cNvSpPr>
          <p:nvPr/>
        </p:nvSpPr>
        <p:spPr bwMode="auto">
          <a:xfrm>
            <a:off x="3248025" y="6027738"/>
            <a:ext cx="458788" cy="666750"/>
          </a:xfrm>
          <a:prstGeom prst="rect">
            <a:avLst/>
          </a:prstGeom>
          <a:noFill/>
          <a:ln w="9525">
            <a:noFill/>
            <a:miter lim="800000"/>
            <a:headEnd/>
            <a:tailEnd/>
          </a:ln>
          <a:effectLst/>
        </p:spPr>
        <p:txBody>
          <a:bodyPr vert="eaVert">
            <a:spAutoFit/>
          </a:bodyPr>
          <a:lstStyle/>
          <a:p>
            <a:pPr algn="ctr">
              <a:defRPr/>
            </a:pPr>
            <a:r>
              <a:rPr lang="en-US" altLang="ja-JP" sz="1800">
                <a:effectLst>
                  <a:outerShdw blurRad="38100" dist="38100" dir="2700000" algn="tl">
                    <a:srgbClr val="000000"/>
                  </a:outerShdw>
                </a:effectLst>
                <a:latin typeface="Times New Roman" pitchFamily="18" charset="0"/>
                <a:ea typeface="HG丸ｺﾞｼｯｸM-PRO" charset="-128"/>
              </a:rPr>
              <a:t>○</a:t>
            </a:r>
          </a:p>
        </p:txBody>
      </p:sp>
      <p:sp>
        <p:nvSpPr>
          <p:cNvPr id="492608" name="Text Box 64"/>
          <p:cNvSpPr txBox="1">
            <a:spLocks noChangeArrowheads="1"/>
          </p:cNvSpPr>
          <p:nvPr/>
        </p:nvSpPr>
        <p:spPr bwMode="auto">
          <a:xfrm>
            <a:off x="6115050" y="4691063"/>
            <a:ext cx="458788" cy="668337"/>
          </a:xfrm>
          <a:prstGeom prst="rect">
            <a:avLst/>
          </a:prstGeom>
          <a:noFill/>
          <a:ln w="9525">
            <a:noFill/>
            <a:miter lim="800000"/>
            <a:headEnd/>
            <a:tailEnd/>
          </a:ln>
          <a:effectLst/>
        </p:spPr>
        <p:txBody>
          <a:bodyPr vert="eaVert">
            <a:spAutoFit/>
          </a:bodyPr>
          <a:lstStyle/>
          <a:p>
            <a:pPr algn="ctr">
              <a:defRPr/>
            </a:pPr>
            <a:r>
              <a:rPr lang="en-US" altLang="ja-JP" sz="1800">
                <a:effectLst>
                  <a:outerShdw blurRad="38100" dist="38100" dir="2700000" algn="tl">
                    <a:srgbClr val="000000"/>
                  </a:outerShdw>
                </a:effectLst>
                <a:latin typeface="Times New Roman" pitchFamily="18" charset="0"/>
                <a:ea typeface="HG丸ｺﾞｼｯｸM-PRO" charset="-128"/>
              </a:rPr>
              <a:t>○</a:t>
            </a:r>
          </a:p>
        </p:txBody>
      </p:sp>
      <p:sp>
        <p:nvSpPr>
          <p:cNvPr id="492609" name="Text Box 65"/>
          <p:cNvSpPr txBox="1">
            <a:spLocks noChangeArrowheads="1"/>
          </p:cNvSpPr>
          <p:nvPr/>
        </p:nvSpPr>
        <p:spPr bwMode="auto">
          <a:xfrm>
            <a:off x="3965575" y="4022725"/>
            <a:ext cx="458788" cy="668338"/>
          </a:xfrm>
          <a:prstGeom prst="rect">
            <a:avLst/>
          </a:prstGeom>
          <a:noFill/>
          <a:ln w="9525">
            <a:noFill/>
            <a:miter lim="800000"/>
            <a:headEnd/>
            <a:tailEnd/>
          </a:ln>
          <a:effectLst/>
        </p:spPr>
        <p:txBody>
          <a:bodyPr vert="eaVert">
            <a:spAutoFit/>
          </a:bodyPr>
          <a:lstStyle/>
          <a:p>
            <a:pPr algn="ctr">
              <a:defRPr/>
            </a:pPr>
            <a:r>
              <a:rPr lang="en-US" altLang="ja-JP" sz="1800">
                <a:effectLst>
                  <a:outerShdw blurRad="38100" dist="38100" dir="2700000" algn="tl">
                    <a:srgbClr val="000000"/>
                  </a:outerShdw>
                </a:effectLst>
                <a:latin typeface="Times New Roman" pitchFamily="18" charset="0"/>
                <a:ea typeface="HG丸ｺﾞｼｯｸM-PRO" charset="-128"/>
              </a:rPr>
              <a:t>○</a:t>
            </a:r>
          </a:p>
        </p:txBody>
      </p:sp>
      <p:sp>
        <p:nvSpPr>
          <p:cNvPr id="492610" name="Text Box 66"/>
          <p:cNvSpPr txBox="1">
            <a:spLocks noChangeArrowheads="1"/>
          </p:cNvSpPr>
          <p:nvPr/>
        </p:nvSpPr>
        <p:spPr bwMode="auto">
          <a:xfrm>
            <a:off x="4683125" y="4022725"/>
            <a:ext cx="458788" cy="668338"/>
          </a:xfrm>
          <a:prstGeom prst="rect">
            <a:avLst/>
          </a:prstGeom>
          <a:noFill/>
          <a:ln w="9525">
            <a:noFill/>
            <a:miter lim="800000"/>
            <a:headEnd/>
            <a:tailEnd/>
          </a:ln>
          <a:effectLst/>
        </p:spPr>
        <p:txBody>
          <a:bodyPr vert="eaVert">
            <a:spAutoFit/>
          </a:bodyPr>
          <a:lstStyle/>
          <a:p>
            <a:pPr algn="ctr">
              <a:defRPr/>
            </a:pPr>
            <a:r>
              <a:rPr lang="en-US" altLang="ja-JP" sz="1800">
                <a:effectLst>
                  <a:outerShdw blurRad="38100" dist="38100" dir="2700000" algn="tl">
                    <a:srgbClr val="000000"/>
                  </a:outerShdw>
                </a:effectLst>
                <a:latin typeface="Times New Roman" pitchFamily="18" charset="0"/>
                <a:ea typeface="HG丸ｺﾞｼｯｸM-PRO" charset="-128"/>
              </a:rPr>
              <a:t>○</a:t>
            </a:r>
          </a:p>
        </p:txBody>
      </p:sp>
      <p:sp>
        <p:nvSpPr>
          <p:cNvPr id="492611" name="Text Box 67"/>
          <p:cNvSpPr txBox="1">
            <a:spLocks noChangeArrowheads="1"/>
          </p:cNvSpPr>
          <p:nvPr/>
        </p:nvSpPr>
        <p:spPr bwMode="auto">
          <a:xfrm>
            <a:off x="6115050" y="4022725"/>
            <a:ext cx="458788" cy="668338"/>
          </a:xfrm>
          <a:prstGeom prst="rect">
            <a:avLst/>
          </a:prstGeom>
          <a:noFill/>
          <a:ln w="9525">
            <a:noFill/>
            <a:miter lim="800000"/>
            <a:headEnd/>
            <a:tailEnd/>
          </a:ln>
          <a:effectLst/>
        </p:spPr>
        <p:txBody>
          <a:bodyPr vert="eaVert">
            <a:spAutoFit/>
          </a:bodyPr>
          <a:lstStyle/>
          <a:p>
            <a:pPr algn="ctr">
              <a:defRPr/>
            </a:pPr>
            <a:r>
              <a:rPr lang="en-US" altLang="ja-JP" sz="1800">
                <a:effectLst>
                  <a:outerShdw blurRad="38100" dist="38100" dir="2700000" algn="tl">
                    <a:srgbClr val="000000"/>
                  </a:outerShdw>
                </a:effectLst>
                <a:latin typeface="Times New Roman" pitchFamily="18" charset="0"/>
                <a:ea typeface="HG丸ｺﾞｼｯｸM-PRO" charset="-128"/>
              </a:rPr>
              <a:t>○</a:t>
            </a:r>
          </a:p>
        </p:txBody>
      </p:sp>
      <p:sp>
        <p:nvSpPr>
          <p:cNvPr id="492612" name="Text Box 68"/>
          <p:cNvSpPr txBox="1">
            <a:spLocks noChangeArrowheads="1"/>
          </p:cNvSpPr>
          <p:nvPr/>
        </p:nvSpPr>
        <p:spPr bwMode="auto">
          <a:xfrm>
            <a:off x="3965575" y="5359400"/>
            <a:ext cx="458788" cy="668338"/>
          </a:xfrm>
          <a:prstGeom prst="rect">
            <a:avLst/>
          </a:prstGeom>
          <a:noFill/>
          <a:ln w="9525">
            <a:noFill/>
            <a:miter lim="800000"/>
            <a:headEnd/>
            <a:tailEnd/>
          </a:ln>
          <a:effectLst/>
        </p:spPr>
        <p:txBody>
          <a:bodyPr vert="eaVert">
            <a:spAutoFit/>
          </a:bodyPr>
          <a:lstStyle/>
          <a:p>
            <a:pPr algn="ctr">
              <a:defRPr/>
            </a:pPr>
            <a:r>
              <a:rPr lang="en-US" altLang="ja-JP" sz="1800">
                <a:effectLst>
                  <a:outerShdw blurRad="38100" dist="38100" dir="2700000" algn="tl">
                    <a:srgbClr val="000000"/>
                  </a:outerShdw>
                </a:effectLst>
                <a:latin typeface="Times New Roman" pitchFamily="18" charset="0"/>
                <a:ea typeface="HG丸ｺﾞｼｯｸM-PRO" charset="-128"/>
              </a:rPr>
              <a:t>○</a:t>
            </a:r>
          </a:p>
        </p:txBody>
      </p:sp>
      <p:sp>
        <p:nvSpPr>
          <p:cNvPr id="492613" name="Text Box 69"/>
          <p:cNvSpPr txBox="1">
            <a:spLocks noChangeArrowheads="1"/>
          </p:cNvSpPr>
          <p:nvPr/>
        </p:nvSpPr>
        <p:spPr bwMode="auto">
          <a:xfrm>
            <a:off x="4683125" y="5359400"/>
            <a:ext cx="458788" cy="668338"/>
          </a:xfrm>
          <a:prstGeom prst="rect">
            <a:avLst/>
          </a:prstGeom>
          <a:noFill/>
          <a:ln w="9525">
            <a:noFill/>
            <a:miter lim="800000"/>
            <a:headEnd/>
            <a:tailEnd/>
          </a:ln>
          <a:effectLst/>
        </p:spPr>
        <p:txBody>
          <a:bodyPr vert="eaVert">
            <a:spAutoFit/>
          </a:bodyPr>
          <a:lstStyle/>
          <a:p>
            <a:pPr algn="ctr">
              <a:defRPr/>
            </a:pPr>
            <a:r>
              <a:rPr lang="en-US" altLang="ja-JP" sz="1800">
                <a:effectLst>
                  <a:outerShdw blurRad="38100" dist="38100" dir="2700000" algn="tl">
                    <a:srgbClr val="000000"/>
                  </a:outerShdw>
                </a:effectLst>
                <a:latin typeface="Times New Roman" pitchFamily="18" charset="0"/>
                <a:ea typeface="HG丸ｺﾞｼｯｸM-PRO" charset="-128"/>
              </a:rPr>
              <a:t>○</a:t>
            </a:r>
          </a:p>
        </p:txBody>
      </p:sp>
      <p:sp>
        <p:nvSpPr>
          <p:cNvPr id="492614" name="Text Box 70"/>
          <p:cNvSpPr txBox="1">
            <a:spLocks noChangeArrowheads="1"/>
          </p:cNvSpPr>
          <p:nvPr/>
        </p:nvSpPr>
        <p:spPr bwMode="auto">
          <a:xfrm>
            <a:off x="5400675" y="5359400"/>
            <a:ext cx="457200" cy="668338"/>
          </a:xfrm>
          <a:prstGeom prst="rect">
            <a:avLst/>
          </a:prstGeom>
          <a:noFill/>
          <a:ln w="9525">
            <a:noFill/>
            <a:miter lim="800000"/>
            <a:headEnd/>
            <a:tailEnd/>
          </a:ln>
          <a:effectLst/>
        </p:spPr>
        <p:txBody>
          <a:bodyPr vert="eaVert">
            <a:spAutoFit/>
          </a:bodyPr>
          <a:lstStyle/>
          <a:p>
            <a:pPr algn="ctr">
              <a:defRPr/>
            </a:pPr>
            <a:r>
              <a:rPr lang="en-US" altLang="ja-JP" sz="1800">
                <a:effectLst>
                  <a:outerShdw blurRad="38100" dist="38100" dir="2700000" algn="tl">
                    <a:srgbClr val="000000"/>
                  </a:outerShdw>
                </a:effectLst>
                <a:latin typeface="Times New Roman" pitchFamily="18" charset="0"/>
                <a:ea typeface="HG丸ｺﾞｼｯｸM-PRO" charset="-128"/>
              </a:rPr>
              <a:t>○</a:t>
            </a:r>
          </a:p>
        </p:txBody>
      </p:sp>
      <p:sp>
        <p:nvSpPr>
          <p:cNvPr id="492615" name="Text Box 71"/>
          <p:cNvSpPr txBox="1">
            <a:spLocks noChangeArrowheads="1"/>
          </p:cNvSpPr>
          <p:nvPr/>
        </p:nvSpPr>
        <p:spPr bwMode="auto">
          <a:xfrm>
            <a:off x="6115050" y="5359400"/>
            <a:ext cx="458788" cy="668338"/>
          </a:xfrm>
          <a:prstGeom prst="rect">
            <a:avLst/>
          </a:prstGeom>
          <a:noFill/>
          <a:ln w="9525">
            <a:noFill/>
            <a:miter lim="800000"/>
            <a:headEnd/>
            <a:tailEnd/>
          </a:ln>
          <a:effectLst/>
        </p:spPr>
        <p:txBody>
          <a:bodyPr vert="eaVert">
            <a:spAutoFit/>
          </a:bodyPr>
          <a:lstStyle/>
          <a:p>
            <a:pPr algn="ctr">
              <a:defRPr/>
            </a:pPr>
            <a:r>
              <a:rPr lang="en-US" altLang="ja-JP" sz="1800">
                <a:effectLst>
                  <a:outerShdw blurRad="38100" dist="38100" dir="2700000" algn="tl">
                    <a:srgbClr val="000000"/>
                  </a:outerShdw>
                </a:effectLst>
                <a:latin typeface="Times New Roman" pitchFamily="18" charset="0"/>
                <a:ea typeface="HG丸ｺﾞｼｯｸM-PRO" charset="-128"/>
              </a:rPr>
              <a:t>○</a:t>
            </a:r>
          </a:p>
        </p:txBody>
      </p:sp>
      <p:sp>
        <p:nvSpPr>
          <p:cNvPr id="492616" name="Text Box 72"/>
          <p:cNvSpPr txBox="1">
            <a:spLocks noChangeArrowheads="1"/>
          </p:cNvSpPr>
          <p:nvPr/>
        </p:nvSpPr>
        <p:spPr bwMode="auto">
          <a:xfrm>
            <a:off x="4683125" y="6027738"/>
            <a:ext cx="458788" cy="666750"/>
          </a:xfrm>
          <a:prstGeom prst="rect">
            <a:avLst/>
          </a:prstGeom>
          <a:noFill/>
          <a:ln w="9525">
            <a:noFill/>
            <a:miter lim="800000"/>
            <a:headEnd/>
            <a:tailEnd/>
          </a:ln>
          <a:effectLst/>
        </p:spPr>
        <p:txBody>
          <a:bodyPr vert="eaVert">
            <a:spAutoFit/>
          </a:bodyPr>
          <a:lstStyle/>
          <a:p>
            <a:pPr algn="ctr">
              <a:defRPr/>
            </a:pPr>
            <a:r>
              <a:rPr lang="en-US" altLang="ja-JP" sz="1800">
                <a:effectLst>
                  <a:outerShdw blurRad="38100" dist="38100" dir="2700000" algn="tl">
                    <a:srgbClr val="000000"/>
                  </a:outerShdw>
                </a:effectLst>
                <a:latin typeface="Times New Roman" pitchFamily="18" charset="0"/>
                <a:ea typeface="HG丸ｺﾞｼｯｸM-PRO" charset="-128"/>
              </a:rPr>
              <a:t>○</a:t>
            </a:r>
          </a:p>
        </p:txBody>
      </p:sp>
      <p:sp>
        <p:nvSpPr>
          <p:cNvPr id="492617" name="Text Box 73"/>
          <p:cNvSpPr txBox="1">
            <a:spLocks noChangeArrowheads="1"/>
          </p:cNvSpPr>
          <p:nvPr/>
        </p:nvSpPr>
        <p:spPr bwMode="auto">
          <a:xfrm>
            <a:off x="8283575" y="5359400"/>
            <a:ext cx="458788" cy="668338"/>
          </a:xfrm>
          <a:prstGeom prst="rect">
            <a:avLst/>
          </a:prstGeom>
          <a:noFill/>
          <a:ln w="9525">
            <a:noFill/>
            <a:miter lim="800000"/>
            <a:headEnd/>
            <a:tailEnd/>
          </a:ln>
          <a:effectLst/>
        </p:spPr>
        <p:txBody>
          <a:bodyPr vert="eaVert">
            <a:spAutoFit/>
          </a:bodyPr>
          <a:lstStyle/>
          <a:p>
            <a:pPr algn="ctr">
              <a:defRPr/>
            </a:pPr>
            <a:r>
              <a:rPr lang="en-US" altLang="ja-JP" sz="1800">
                <a:effectLst>
                  <a:outerShdw blurRad="38100" dist="38100" dir="2700000" algn="tl">
                    <a:srgbClr val="000000"/>
                  </a:outerShdw>
                </a:effectLst>
                <a:latin typeface="Times New Roman" pitchFamily="18" charset="0"/>
                <a:ea typeface="HG丸ｺﾞｼｯｸM-PRO" charset="-128"/>
              </a:rPr>
              <a:t>○</a:t>
            </a:r>
          </a:p>
        </p:txBody>
      </p:sp>
      <p:sp>
        <p:nvSpPr>
          <p:cNvPr id="492618" name="Text Box 74"/>
          <p:cNvSpPr txBox="1">
            <a:spLocks noChangeArrowheads="1"/>
          </p:cNvSpPr>
          <p:nvPr/>
        </p:nvSpPr>
        <p:spPr bwMode="auto">
          <a:xfrm>
            <a:off x="3248025" y="4691063"/>
            <a:ext cx="458788" cy="668337"/>
          </a:xfrm>
          <a:prstGeom prst="rect">
            <a:avLst/>
          </a:prstGeom>
          <a:noFill/>
          <a:ln w="9525">
            <a:noFill/>
            <a:miter lim="800000"/>
            <a:headEnd/>
            <a:tailEnd/>
          </a:ln>
          <a:effectLst/>
        </p:spPr>
        <p:txBody>
          <a:bodyPr vert="eaVert">
            <a:spAutoFit/>
          </a:bodyPr>
          <a:lstStyle/>
          <a:p>
            <a:pPr algn="ctr">
              <a:defRPr/>
            </a:pPr>
            <a:r>
              <a:rPr lang="en-US" altLang="ja-JP" sz="1800">
                <a:effectLst>
                  <a:outerShdw blurRad="38100" dist="38100" dir="2700000" algn="tl">
                    <a:srgbClr val="000000"/>
                  </a:outerShdw>
                </a:effectLst>
                <a:latin typeface="Times New Roman" pitchFamily="18" charset="0"/>
                <a:ea typeface="HG丸ｺﾞｼｯｸM-PRO" charset="-128"/>
              </a:rPr>
              <a:t>◎</a:t>
            </a:r>
          </a:p>
        </p:txBody>
      </p:sp>
      <p:sp>
        <p:nvSpPr>
          <p:cNvPr id="492619" name="Text Box 75"/>
          <p:cNvSpPr txBox="1">
            <a:spLocks noChangeArrowheads="1"/>
          </p:cNvSpPr>
          <p:nvPr/>
        </p:nvSpPr>
        <p:spPr bwMode="auto">
          <a:xfrm>
            <a:off x="4754563" y="4691063"/>
            <a:ext cx="457200" cy="668337"/>
          </a:xfrm>
          <a:prstGeom prst="rect">
            <a:avLst/>
          </a:prstGeom>
          <a:noFill/>
          <a:ln w="9525">
            <a:noFill/>
            <a:miter lim="800000"/>
            <a:headEnd/>
            <a:tailEnd/>
          </a:ln>
          <a:effectLst/>
        </p:spPr>
        <p:txBody>
          <a:bodyPr vert="eaVert">
            <a:spAutoFit/>
          </a:bodyPr>
          <a:lstStyle/>
          <a:p>
            <a:pPr algn="ctr">
              <a:defRPr/>
            </a:pPr>
            <a:r>
              <a:rPr lang="en-US" altLang="ja-JP" sz="1800">
                <a:effectLst>
                  <a:outerShdw blurRad="38100" dist="38100" dir="2700000" algn="tl">
                    <a:srgbClr val="000000"/>
                  </a:outerShdw>
                </a:effectLst>
                <a:latin typeface="Times New Roman" pitchFamily="18" charset="0"/>
                <a:ea typeface="HG丸ｺﾞｼｯｸM-PRO" charset="-128"/>
              </a:rPr>
              <a:t>◎</a:t>
            </a:r>
          </a:p>
        </p:txBody>
      </p:sp>
      <p:sp>
        <p:nvSpPr>
          <p:cNvPr id="492620" name="Text Box 76"/>
          <p:cNvSpPr txBox="1">
            <a:spLocks noChangeArrowheads="1"/>
          </p:cNvSpPr>
          <p:nvPr/>
        </p:nvSpPr>
        <p:spPr bwMode="auto">
          <a:xfrm>
            <a:off x="5400675" y="4691063"/>
            <a:ext cx="457200" cy="668337"/>
          </a:xfrm>
          <a:prstGeom prst="rect">
            <a:avLst/>
          </a:prstGeom>
          <a:noFill/>
          <a:ln w="9525">
            <a:noFill/>
            <a:miter lim="800000"/>
            <a:headEnd/>
            <a:tailEnd/>
          </a:ln>
          <a:effectLst/>
        </p:spPr>
        <p:txBody>
          <a:bodyPr vert="eaVert">
            <a:spAutoFit/>
          </a:bodyPr>
          <a:lstStyle/>
          <a:p>
            <a:pPr algn="ctr">
              <a:defRPr/>
            </a:pPr>
            <a:r>
              <a:rPr lang="en-US" altLang="ja-JP" sz="1800">
                <a:effectLst>
                  <a:outerShdw blurRad="38100" dist="38100" dir="2700000" algn="tl">
                    <a:srgbClr val="000000"/>
                  </a:outerShdw>
                </a:effectLst>
                <a:latin typeface="Times New Roman" pitchFamily="18" charset="0"/>
                <a:ea typeface="HG丸ｺﾞｼｯｸM-PRO" charset="-128"/>
              </a:rPr>
              <a:t>◎</a:t>
            </a:r>
          </a:p>
        </p:txBody>
      </p:sp>
      <p:sp>
        <p:nvSpPr>
          <p:cNvPr id="492621" name="Text Box 77"/>
          <p:cNvSpPr txBox="1">
            <a:spLocks noChangeArrowheads="1"/>
          </p:cNvSpPr>
          <p:nvPr/>
        </p:nvSpPr>
        <p:spPr bwMode="auto">
          <a:xfrm>
            <a:off x="6829425" y="6027738"/>
            <a:ext cx="460375" cy="666750"/>
          </a:xfrm>
          <a:prstGeom prst="rect">
            <a:avLst/>
          </a:prstGeom>
          <a:noFill/>
          <a:ln w="9525">
            <a:noFill/>
            <a:miter lim="800000"/>
            <a:headEnd/>
            <a:tailEnd/>
          </a:ln>
          <a:effectLst/>
        </p:spPr>
        <p:txBody>
          <a:bodyPr vert="eaVert">
            <a:spAutoFit/>
          </a:bodyPr>
          <a:lstStyle/>
          <a:p>
            <a:pPr algn="ctr">
              <a:defRPr/>
            </a:pPr>
            <a:r>
              <a:rPr lang="en-US" altLang="ja-JP" sz="1800">
                <a:effectLst>
                  <a:outerShdw blurRad="38100" dist="38100" dir="2700000" algn="tl">
                    <a:srgbClr val="000000"/>
                  </a:outerShdw>
                </a:effectLst>
                <a:latin typeface="Times New Roman" pitchFamily="18" charset="0"/>
                <a:ea typeface="HG丸ｺﾞｼｯｸM-PRO" charset="-128"/>
              </a:rPr>
              <a:t>◎</a:t>
            </a:r>
          </a:p>
        </p:txBody>
      </p:sp>
      <p:sp>
        <p:nvSpPr>
          <p:cNvPr id="492622" name="Text Box 78"/>
          <p:cNvSpPr txBox="1">
            <a:spLocks noChangeArrowheads="1"/>
          </p:cNvSpPr>
          <p:nvPr/>
        </p:nvSpPr>
        <p:spPr bwMode="auto">
          <a:xfrm>
            <a:off x="6829425" y="5359400"/>
            <a:ext cx="460375" cy="668338"/>
          </a:xfrm>
          <a:prstGeom prst="rect">
            <a:avLst/>
          </a:prstGeom>
          <a:noFill/>
          <a:ln w="9525">
            <a:noFill/>
            <a:miter lim="800000"/>
            <a:headEnd/>
            <a:tailEnd/>
          </a:ln>
          <a:effectLst/>
        </p:spPr>
        <p:txBody>
          <a:bodyPr vert="eaVert">
            <a:spAutoFit/>
          </a:bodyPr>
          <a:lstStyle/>
          <a:p>
            <a:pPr algn="ctr">
              <a:defRPr/>
            </a:pPr>
            <a:r>
              <a:rPr lang="en-US" altLang="ja-JP" sz="1800">
                <a:effectLst>
                  <a:outerShdw blurRad="38100" dist="38100" dir="2700000" algn="tl">
                    <a:srgbClr val="000000"/>
                  </a:outerShdw>
                </a:effectLst>
                <a:latin typeface="Times New Roman" pitchFamily="18" charset="0"/>
                <a:ea typeface="HG丸ｺﾞｼｯｸM-PRO" charset="-128"/>
              </a:rPr>
              <a:t>◎</a:t>
            </a:r>
          </a:p>
        </p:txBody>
      </p:sp>
      <p:sp>
        <p:nvSpPr>
          <p:cNvPr id="492623" name="Text Box 79"/>
          <p:cNvSpPr txBox="1">
            <a:spLocks noChangeArrowheads="1"/>
          </p:cNvSpPr>
          <p:nvPr/>
        </p:nvSpPr>
        <p:spPr bwMode="auto">
          <a:xfrm>
            <a:off x="6829425" y="4691063"/>
            <a:ext cx="460375" cy="668337"/>
          </a:xfrm>
          <a:prstGeom prst="rect">
            <a:avLst/>
          </a:prstGeom>
          <a:noFill/>
          <a:ln w="9525">
            <a:noFill/>
            <a:miter lim="800000"/>
            <a:headEnd/>
            <a:tailEnd/>
          </a:ln>
          <a:effectLst/>
        </p:spPr>
        <p:txBody>
          <a:bodyPr vert="eaVert">
            <a:spAutoFit/>
          </a:bodyPr>
          <a:lstStyle/>
          <a:p>
            <a:pPr algn="ctr">
              <a:defRPr/>
            </a:pPr>
            <a:r>
              <a:rPr lang="en-US" altLang="ja-JP" sz="1800">
                <a:effectLst>
                  <a:outerShdw blurRad="38100" dist="38100" dir="2700000" algn="tl">
                    <a:srgbClr val="000000"/>
                  </a:outerShdw>
                </a:effectLst>
                <a:latin typeface="Times New Roman" pitchFamily="18" charset="0"/>
                <a:ea typeface="HG丸ｺﾞｼｯｸM-PRO" charset="-128"/>
              </a:rPr>
              <a:t>◎</a:t>
            </a:r>
          </a:p>
        </p:txBody>
      </p:sp>
      <p:sp>
        <p:nvSpPr>
          <p:cNvPr id="492624" name="Text Box 80"/>
          <p:cNvSpPr txBox="1">
            <a:spLocks noChangeArrowheads="1"/>
          </p:cNvSpPr>
          <p:nvPr/>
        </p:nvSpPr>
        <p:spPr bwMode="auto">
          <a:xfrm>
            <a:off x="7550150" y="4691063"/>
            <a:ext cx="457200" cy="668337"/>
          </a:xfrm>
          <a:prstGeom prst="rect">
            <a:avLst/>
          </a:prstGeom>
          <a:noFill/>
          <a:ln w="9525">
            <a:noFill/>
            <a:miter lim="800000"/>
            <a:headEnd/>
            <a:tailEnd/>
          </a:ln>
          <a:effectLst/>
        </p:spPr>
        <p:txBody>
          <a:bodyPr vert="eaVert">
            <a:spAutoFit/>
          </a:bodyPr>
          <a:lstStyle/>
          <a:p>
            <a:pPr algn="ctr">
              <a:defRPr/>
            </a:pPr>
            <a:r>
              <a:rPr lang="en-US" altLang="ja-JP" sz="1800">
                <a:effectLst>
                  <a:outerShdw blurRad="38100" dist="38100" dir="2700000" algn="tl">
                    <a:srgbClr val="000000"/>
                  </a:outerShdw>
                </a:effectLst>
                <a:latin typeface="Times New Roman" pitchFamily="18" charset="0"/>
                <a:ea typeface="HG丸ｺﾞｼｯｸM-PRO" charset="-128"/>
              </a:rPr>
              <a:t>◎</a:t>
            </a:r>
          </a:p>
        </p:txBody>
      </p:sp>
      <p:sp>
        <p:nvSpPr>
          <p:cNvPr id="492625" name="Text Box 81"/>
          <p:cNvSpPr txBox="1">
            <a:spLocks noChangeArrowheads="1"/>
          </p:cNvSpPr>
          <p:nvPr/>
        </p:nvSpPr>
        <p:spPr bwMode="auto">
          <a:xfrm>
            <a:off x="8261350" y="4691063"/>
            <a:ext cx="460375" cy="668337"/>
          </a:xfrm>
          <a:prstGeom prst="rect">
            <a:avLst/>
          </a:prstGeom>
          <a:noFill/>
          <a:ln w="9525">
            <a:noFill/>
            <a:miter lim="800000"/>
            <a:headEnd/>
            <a:tailEnd/>
          </a:ln>
          <a:effectLst/>
        </p:spPr>
        <p:txBody>
          <a:bodyPr vert="eaVert">
            <a:spAutoFit/>
          </a:bodyPr>
          <a:lstStyle/>
          <a:p>
            <a:pPr algn="ctr">
              <a:defRPr/>
            </a:pPr>
            <a:r>
              <a:rPr lang="en-US" altLang="ja-JP" sz="1800">
                <a:effectLst>
                  <a:outerShdw blurRad="38100" dist="38100" dir="2700000" algn="tl">
                    <a:srgbClr val="000000"/>
                  </a:outerShdw>
                </a:effectLst>
                <a:latin typeface="Times New Roman" pitchFamily="18" charset="0"/>
                <a:ea typeface="HG丸ｺﾞｼｯｸM-PRO" charset="-128"/>
              </a:rPr>
              <a:t>◎</a:t>
            </a:r>
          </a:p>
        </p:txBody>
      </p:sp>
      <p:sp>
        <p:nvSpPr>
          <p:cNvPr id="492626" name="Text Box 82"/>
          <p:cNvSpPr txBox="1">
            <a:spLocks noChangeArrowheads="1"/>
          </p:cNvSpPr>
          <p:nvPr/>
        </p:nvSpPr>
        <p:spPr bwMode="auto">
          <a:xfrm>
            <a:off x="5400675" y="4022725"/>
            <a:ext cx="457200" cy="668338"/>
          </a:xfrm>
          <a:prstGeom prst="rect">
            <a:avLst/>
          </a:prstGeom>
          <a:noFill/>
          <a:ln w="9525">
            <a:noFill/>
            <a:miter lim="800000"/>
            <a:headEnd/>
            <a:tailEnd/>
          </a:ln>
          <a:effectLst/>
        </p:spPr>
        <p:txBody>
          <a:bodyPr vert="eaVert">
            <a:spAutoFit/>
          </a:bodyPr>
          <a:lstStyle/>
          <a:p>
            <a:pPr algn="ctr">
              <a:defRPr/>
            </a:pPr>
            <a:r>
              <a:rPr lang="en-US" altLang="ja-JP" sz="1800">
                <a:effectLst>
                  <a:outerShdw blurRad="38100" dist="38100" dir="2700000" algn="tl">
                    <a:srgbClr val="000000"/>
                  </a:outerShdw>
                </a:effectLst>
                <a:latin typeface="Times New Roman" pitchFamily="18" charset="0"/>
                <a:ea typeface="HG丸ｺﾞｼｯｸM-PRO" charset="-128"/>
              </a:rPr>
              <a:t>△</a:t>
            </a:r>
          </a:p>
        </p:txBody>
      </p:sp>
      <p:sp>
        <p:nvSpPr>
          <p:cNvPr id="492627" name="Text Box 83"/>
          <p:cNvSpPr txBox="1">
            <a:spLocks noChangeArrowheads="1"/>
          </p:cNvSpPr>
          <p:nvPr/>
        </p:nvSpPr>
        <p:spPr bwMode="auto">
          <a:xfrm>
            <a:off x="6829425" y="4022725"/>
            <a:ext cx="460375" cy="668338"/>
          </a:xfrm>
          <a:prstGeom prst="rect">
            <a:avLst/>
          </a:prstGeom>
          <a:noFill/>
          <a:ln w="9525">
            <a:noFill/>
            <a:miter lim="800000"/>
            <a:headEnd/>
            <a:tailEnd/>
          </a:ln>
          <a:effectLst/>
        </p:spPr>
        <p:txBody>
          <a:bodyPr vert="eaVert">
            <a:spAutoFit/>
          </a:bodyPr>
          <a:lstStyle/>
          <a:p>
            <a:pPr algn="ctr">
              <a:defRPr/>
            </a:pPr>
            <a:r>
              <a:rPr lang="en-US" altLang="ja-JP" sz="1800">
                <a:effectLst>
                  <a:outerShdw blurRad="38100" dist="38100" dir="2700000" algn="tl">
                    <a:srgbClr val="000000"/>
                  </a:outerShdw>
                </a:effectLst>
                <a:latin typeface="Times New Roman" pitchFamily="18" charset="0"/>
                <a:ea typeface="HG丸ｺﾞｼｯｸM-PRO" charset="-128"/>
              </a:rPr>
              <a:t>◎</a:t>
            </a:r>
          </a:p>
        </p:txBody>
      </p:sp>
      <p:sp>
        <p:nvSpPr>
          <p:cNvPr id="492628" name="Text Box 84"/>
          <p:cNvSpPr txBox="1">
            <a:spLocks noChangeArrowheads="1"/>
          </p:cNvSpPr>
          <p:nvPr/>
        </p:nvSpPr>
        <p:spPr bwMode="auto">
          <a:xfrm>
            <a:off x="7550150" y="4022725"/>
            <a:ext cx="457200" cy="668338"/>
          </a:xfrm>
          <a:prstGeom prst="rect">
            <a:avLst/>
          </a:prstGeom>
          <a:noFill/>
          <a:ln w="9525">
            <a:noFill/>
            <a:miter lim="800000"/>
            <a:headEnd/>
            <a:tailEnd/>
          </a:ln>
          <a:effectLst/>
        </p:spPr>
        <p:txBody>
          <a:bodyPr vert="eaVert">
            <a:spAutoFit/>
          </a:bodyPr>
          <a:lstStyle/>
          <a:p>
            <a:pPr algn="ctr">
              <a:defRPr/>
            </a:pPr>
            <a:r>
              <a:rPr lang="en-US" altLang="ja-JP" sz="1800">
                <a:effectLst>
                  <a:outerShdw blurRad="38100" dist="38100" dir="2700000" algn="tl">
                    <a:srgbClr val="000000"/>
                  </a:outerShdw>
                </a:effectLst>
                <a:latin typeface="Times New Roman" pitchFamily="18" charset="0"/>
                <a:ea typeface="HG丸ｺﾞｼｯｸM-PRO" charset="-128"/>
              </a:rPr>
              <a:t>◎</a:t>
            </a:r>
          </a:p>
        </p:txBody>
      </p:sp>
      <p:sp>
        <p:nvSpPr>
          <p:cNvPr id="492629" name="Text Box 85"/>
          <p:cNvSpPr txBox="1">
            <a:spLocks noChangeArrowheads="1"/>
          </p:cNvSpPr>
          <p:nvPr/>
        </p:nvSpPr>
        <p:spPr bwMode="auto">
          <a:xfrm>
            <a:off x="8213725" y="4022725"/>
            <a:ext cx="460375" cy="668338"/>
          </a:xfrm>
          <a:prstGeom prst="rect">
            <a:avLst/>
          </a:prstGeom>
          <a:noFill/>
          <a:ln w="9525">
            <a:noFill/>
            <a:miter lim="800000"/>
            <a:headEnd/>
            <a:tailEnd/>
          </a:ln>
          <a:effectLst/>
        </p:spPr>
        <p:txBody>
          <a:bodyPr vert="eaVert">
            <a:spAutoFit/>
          </a:bodyPr>
          <a:lstStyle/>
          <a:p>
            <a:pPr algn="ctr">
              <a:defRPr/>
            </a:pPr>
            <a:r>
              <a:rPr lang="en-US" altLang="ja-JP" sz="1800">
                <a:effectLst>
                  <a:outerShdw blurRad="38100" dist="38100" dir="2700000" algn="tl">
                    <a:srgbClr val="000000"/>
                  </a:outerShdw>
                </a:effectLst>
                <a:latin typeface="Times New Roman" pitchFamily="18" charset="0"/>
                <a:ea typeface="HG丸ｺﾞｼｯｸM-PRO" charset="-128"/>
              </a:rPr>
              <a:t>◎</a:t>
            </a:r>
          </a:p>
        </p:txBody>
      </p:sp>
      <p:sp>
        <p:nvSpPr>
          <p:cNvPr id="492630" name="Text Box 86"/>
          <p:cNvSpPr txBox="1">
            <a:spLocks noChangeArrowheads="1"/>
          </p:cNvSpPr>
          <p:nvPr/>
        </p:nvSpPr>
        <p:spPr bwMode="auto">
          <a:xfrm>
            <a:off x="3248025" y="5359400"/>
            <a:ext cx="458788" cy="668338"/>
          </a:xfrm>
          <a:prstGeom prst="rect">
            <a:avLst/>
          </a:prstGeom>
          <a:noFill/>
          <a:ln w="9525">
            <a:noFill/>
            <a:miter lim="800000"/>
            <a:headEnd/>
            <a:tailEnd/>
          </a:ln>
          <a:effectLst/>
        </p:spPr>
        <p:txBody>
          <a:bodyPr vert="eaVert">
            <a:spAutoFit/>
          </a:bodyPr>
          <a:lstStyle/>
          <a:p>
            <a:pPr algn="ctr">
              <a:defRPr/>
            </a:pPr>
            <a:r>
              <a:rPr lang="en-US" altLang="ja-JP" sz="1800">
                <a:effectLst>
                  <a:outerShdw blurRad="38100" dist="38100" dir="2700000" algn="tl">
                    <a:srgbClr val="000000"/>
                  </a:outerShdw>
                </a:effectLst>
                <a:latin typeface="Times New Roman" pitchFamily="18" charset="0"/>
                <a:ea typeface="HG丸ｺﾞｼｯｸM-PRO" charset="-128"/>
              </a:rPr>
              <a:t>◎</a:t>
            </a:r>
          </a:p>
        </p:txBody>
      </p:sp>
      <p:sp>
        <p:nvSpPr>
          <p:cNvPr id="492631" name="Text Box 87"/>
          <p:cNvSpPr txBox="1">
            <a:spLocks noChangeArrowheads="1"/>
          </p:cNvSpPr>
          <p:nvPr/>
        </p:nvSpPr>
        <p:spPr bwMode="auto">
          <a:xfrm>
            <a:off x="3965575" y="4691063"/>
            <a:ext cx="458788" cy="668337"/>
          </a:xfrm>
          <a:prstGeom prst="rect">
            <a:avLst/>
          </a:prstGeom>
          <a:noFill/>
          <a:ln w="9525">
            <a:noFill/>
            <a:miter lim="800000"/>
            <a:headEnd/>
            <a:tailEnd/>
          </a:ln>
          <a:effectLst/>
        </p:spPr>
        <p:txBody>
          <a:bodyPr vert="eaVert">
            <a:spAutoFit/>
          </a:bodyPr>
          <a:lstStyle/>
          <a:p>
            <a:pPr algn="ctr">
              <a:defRPr/>
            </a:pPr>
            <a:r>
              <a:rPr lang="en-US" altLang="ja-JP" sz="1800">
                <a:effectLst>
                  <a:outerShdw blurRad="38100" dist="38100" dir="2700000" algn="tl">
                    <a:srgbClr val="000000"/>
                  </a:outerShdw>
                </a:effectLst>
                <a:latin typeface="Times New Roman" pitchFamily="18" charset="0"/>
                <a:ea typeface="HG丸ｺﾞｼｯｸM-PRO" charset="-128"/>
              </a:rPr>
              <a:t>◎</a:t>
            </a:r>
          </a:p>
        </p:txBody>
      </p:sp>
      <p:sp>
        <p:nvSpPr>
          <p:cNvPr id="492632" name="Line 88"/>
          <p:cNvSpPr>
            <a:spLocks noChangeShapeType="1"/>
          </p:cNvSpPr>
          <p:nvPr/>
        </p:nvSpPr>
        <p:spPr bwMode="auto">
          <a:xfrm>
            <a:off x="5199063" y="2439988"/>
            <a:ext cx="0" cy="422910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2640" name="Text Box 96"/>
          <p:cNvSpPr txBox="1">
            <a:spLocks noChangeArrowheads="1"/>
          </p:cNvSpPr>
          <p:nvPr/>
        </p:nvSpPr>
        <p:spPr bwMode="auto">
          <a:xfrm rot="10800000">
            <a:off x="8045450" y="2493963"/>
            <a:ext cx="822325" cy="1296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en-US" altLang="ja-JP" sz="1400">
                <a:solidFill>
                  <a:schemeClr val="folHlink"/>
                </a:solidFill>
                <a:effectLst>
                  <a:outerShdw blurRad="38100" dist="38100" dir="2700000" algn="tl">
                    <a:srgbClr val="000000"/>
                  </a:outerShdw>
                </a:effectLst>
              </a:rPr>
              <a:t>Actual capability realization</a:t>
            </a:r>
            <a:endParaRPr lang="th-TH" altLang="ja-JP" sz="1400">
              <a:solidFill>
                <a:schemeClr val="folHlink"/>
              </a:solidFill>
              <a:effectLst>
                <a:outerShdw blurRad="38100" dist="38100" dir="2700000" algn="tl">
                  <a:srgbClr val="000000"/>
                </a:outerShdw>
              </a:effectLst>
            </a:endParaRPr>
          </a:p>
        </p:txBody>
      </p:sp>
      <p:sp>
        <p:nvSpPr>
          <p:cNvPr id="492643" name="Text Box 99"/>
          <p:cNvSpPr txBox="1">
            <a:spLocks noChangeArrowheads="1"/>
          </p:cNvSpPr>
          <p:nvPr/>
        </p:nvSpPr>
        <p:spPr bwMode="auto">
          <a:xfrm rot="-5400000">
            <a:off x="8402638" y="3595687"/>
            <a:ext cx="4587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10800000">
            <a:spAutoFit/>
          </a:bodyPr>
          <a:lstStyle/>
          <a:p>
            <a:pPr algn="ctr">
              <a:spcBef>
                <a:spcPct val="50000"/>
              </a:spcBef>
              <a:defRPr/>
            </a:pPr>
            <a:endParaRPr lang="en-US" sz="1800">
              <a:solidFill>
                <a:schemeClr val="folHlink"/>
              </a:solidFill>
              <a:effectLst>
                <a:outerShdw blurRad="38100" dist="38100" dir="2700000" algn="tl">
                  <a:srgbClr val="000000"/>
                </a:outerShdw>
              </a:effectLst>
              <a:latin typeface="Times New Roman" pitchFamily="18" charset="0"/>
              <a:ea typeface="HG丸ｺﾞｼｯｸM-PRO" charset="-128"/>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842" name="Group 158"/>
          <p:cNvGrpSpPr>
            <a:grpSpLocks/>
          </p:cNvGrpSpPr>
          <p:nvPr/>
        </p:nvGrpSpPr>
        <p:grpSpPr bwMode="auto">
          <a:xfrm>
            <a:off x="195263" y="776288"/>
            <a:ext cx="9601200" cy="5929312"/>
            <a:chOff x="123" y="489"/>
            <a:chExt cx="6048" cy="3735"/>
          </a:xfrm>
        </p:grpSpPr>
        <p:sp>
          <p:nvSpPr>
            <p:cNvPr id="504836" name="AutoShape 4"/>
            <p:cNvSpPr>
              <a:spLocks noChangeArrowheads="1"/>
            </p:cNvSpPr>
            <p:nvPr/>
          </p:nvSpPr>
          <p:spPr bwMode="auto">
            <a:xfrm>
              <a:off x="123" y="489"/>
              <a:ext cx="6048" cy="3735"/>
            </a:xfrm>
            <a:prstGeom prst="foldedCorner">
              <a:avLst>
                <a:gd name="adj" fmla="val 2977"/>
              </a:avLst>
            </a:prstGeom>
            <a:solidFill>
              <a:srgbClr val="000080">
                <a:alpha val="50000"/>
              </a:srgbClr>
            </a:solidFill>
            <a:ln w="12700">
              <a:solidFill>
                <a:schemeClr val="tx1"/>
              </a:solidFill>
              <a:round/>
              <a:headEnd/>
              <a:tailEnd/>
            </a:ln>
            <a:effectLst/>
          </p:spPr>
          <p:txBody>
            <a:bodyPr wrap="none" lIns="1062000" rIns="1242000" anchor="ctr"/>
            <a:lstStyle/>
            <a:p>
              <a:pPr>
                <a:defRPr/>
              </a:pPr>
              <a:endParaRPr lang="en-US">
                <a:effectLst>
                  <a:outerShdw blurRad="38100" dist="38100" dir="2700000" algn="tl">
                    <a:srgbClr val="000000"/>
                  </a:outerShdw>
                </a:effectLst>
              </a:endParaRPr>
            </a:p>
          </p:txBody>
        </p:sp>
        <p:sp>
          <p:nvSpPr>
            <p:cNvPr id="504837" name="Rectangle 5"/>
            <p:cNvSpPr>
              <a:spLocks noChangeArrowheads="1"/>
            </p:cNvSpPr>
            <p:nvPr/>
          </p:nvSpPr>
          <p:spPr bwMode="auto">
            <a:xfrm>
              <a:off x="202" y="576"/>
              <a:ext cx="5894" cy="3600"/>
            </a:xfrm>
            <a:prstGeom prst="rect">
              <a:avLst/>
            </a:prstGeom>
            <a:noFill/>
            <a:ln w="28575">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04838" name="Line 6"/>
            <p:cNvSpPr>
              <a:spLocks noChangeShapeType="1"/>
            </p:cNvSpPr>
            <p:nvPr/>
          </p:nvSpPr>
          <p:spPr bwMode="auto">
            <a:xfrm>
              <a:off x="202" y="854"/>
              <a:ext cx="5894" cy="0"/>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4839" name="Line 7"/>
            <p:cNvSpPr>
              <a:spLocks noChangeShapeType="1"/>
            </p:cNvSpPr>
            <p:nvPr/>
          </p:nvSpPr>
          <p:spPr bwMode="auto">
            <a:xfrm flipH="1">
              <a:off x="1389" y="576"/>
              <a:ext cx="0" cy="3600"/>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4840" name="Line 8"/>
            <p:cNvSpPr>
              <a:spLocks noChangeShapeType="1"/>
            </p:cNvSpPr>
            <p:nvPr/>
          </p:nvSpPr>
          <p:spPr bwMode="auto">
            <a:xfrm>
              <a:off x="240" y="1680"/>
              <a:ext cx="5856" cy="6"/>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4841" name="Line 9"/>
            <p:cNvSpPr>
              <a:spLocks noChangeShapeType="1"/>
            </p:cNvSpPr>
            <p:nvPr/>
          </p:nvSpPr>
          <p:spPr bwMode="auto">
            <a:xfrm>
              <a:off x="4421" y="576"/>
              <a:ext cx="0" cy="360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4842" name="Line 10"/>
            <p:cNvSpPr>
              <a:spLocks noChangeShapeType="1"/>
            </p:cNvSpPr>
            <p:nvPr/>
          </p:nvSpPr>
          <p:spPr bwMode="auto">
            <a:xfrm>
              <a:off x="192" y="2505"/>
              <a:ext cx="5894" cy="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4843" name="Line 11"/>
            <p:cNvSpPr>
              <a:spLocks noChangeShapeType="1"/>
            </p:cNvSpPr>
            <p:nvPr/>
          </p:nvSpPr>
          <p:spPr bwMode="auto">
            <a:xfrm>
              <a:off x="192" y="3329"/>
              <a:ext cx="5894" cy="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4847" name="Text Box 15"/>
            <p:cNvSpPr txBox="1">
              <a:spLocks noChangeArrowheads="1"/>
            </p:cNvSpPr>
            <p:nvPr/>
          </p:nvSpPr>
          <p:spPr bwMode="auto">
            <a:xfrm>
              <a:off x="251" y="995"/>
              <a:ext cx="600" cy="500"/>
            </a:xfrm>
            <a:prstGeom prst="rect">
              <a:avLst/>
            </a:prstGeom>
            <a:noFill/>
            <a:ln w="9525">
              <a:noFill/>
              <a:miter lim="800000"/>
              <a:headEnd/>
              <a:tailEnd/>
            </a:ln>
            <a:effectLst/>
          </p:spPr>
          <p:txBody>
            <a:bodyPr anchor="ctr">
              <a:spAutoFit/>
            </a:bodyPr>
            <a:lstStyle/>
            <a:p>
              <a:pPr algn="ctr">
                <a:defRPr/>
              </a:pPr>
              <a:r>
                <a:rPr lang="en-US" altLang="ja-JP" sz="1800">
                  <a:solidFill>
                    <a:schemeClr val="folHlink"/>
                  </a:solidFill>
                  <a:effectLst>
                    <a:outerShdw blurRad="38100" dist="38100" dir="2700000" algn="tl">
                      <a:srgbClr val="000000"/>
                    </a:outerShdw>
                  </a:effectLst>
                  <a:ea typeface="イワタ中丸ゴシック体(GT)" charset="-128"/>
                </a:rPr>
                <a:t>Graph/</a:t>
              </a:r>
            </a:p>
            <a:p>
              <a:pPr>
                <a:defRPr/>
              </a:pPr>
              <a:r>
                <a:rPr lang="en-US" altLang="ja-JP" sz="1800">
                  <a:solidFill>
                    <a:schemeClr val="folHlink"/>
                  </a:solidFill>
                  <a:effectLst>
                    <a:outerShdw blurRad="38100" dist="38100" dir="2700000" algn="tl">
                      <a:srgbClr val="000000"/>
                    </a:outerShdw>
                  </a:effectLst>
                  <a:ea typeface="イワタ中丸ゴシック体(GT)" charset="-128"/>
                </a:rPr>
                <a:t>chart</a:t>
              </a:r>
              <a:r>
                <a:rPr lang="en-US" altLang="ja-JP">
                  <a:effectLst>
                    <a:outerShdw blurRad="38100" dist="38100" dir="2700000" algn="tl">
                      <a:srgbClr val="000000"/>
                    </a:outerShdw>
                  </a:effectLst>
                  <a:ea typeface="イワタ中丸ゴシック体(GT)" charset="-128"/>
                </a:rPr>
                <a:t> </a:t>
              </a:r>
            </a:p>
          </p:txBody>
        </p:sp>
        <p:sp>
          <p:nvSpPr>
            <p:cNvPr id="504848" name="Text Box 16"/>
            <p:cNvSpPr txBox="1">
              <a:spLocks noChangeArrowheads="1"/>
            </p:cNvSpPr>
            <p:nvPr/>
          </p:nvSpPr>
          <p:spPr bwMode="auto">
            <a:xfrm>
              <a:off x="242" y="1934"/>
              <a:ext cx="1064" cy="250"/>
            </a:xfrm>
            <a:prstGeom prst="rect">
              <a:avLst/>
            </a:prstGeom>
            <a:noFill/>
            <a:ln w="9525">
              <a:noFill/>
              <a:miter lim="800000"/>
              <a:headEnd/>
              <a:tailEnd/>
            </a:ln>
            <a:effectLst/>
          </p:spPr>
          <p:txBody>
            <a:bodyPr anchor="ctr">
              <a:spAutoFit/>
            </a:bodyPr>
            <a:lstStyle/>
            <a:p>
              <a:pPr>
                <a:spcBef>
                  <a:spcPct val="50000"/>
                </a:spcBef>
                <a:defRPr/>
              </a:pPr>
              <a:r>
                <a:rPr lang="en-US" altLang="ja-JP" sz="2000">
                  <a:solidFill>
                    <a:schemeClr val="folHlink"/>
                  </a:solidFill>
                  <a:effectLst>
                    <a:outerShdw blurRad="38100" dist="38100" dir="2700000" algn="tl">
                      <a:srgbClr val="000000"/>
                    </a:outerShdw>
                  </a:effectLst>
                  <a:ea typeface="イワタ中丸ゴシック体(GT)" charset="-128"/>
                </a:rPr>
                <a:t>Check sheet</a:t>
              </a:r>
            </a:p>
          </p:txBody>
        </p:sp>
        <p:sp>
          <p:nvSpPr>
            <p:cNvPr id="504849" name="Text Box 17"/>
            <p:cNvSpPr txBox="1">
              <a:spLocks noChangeArrowheads="1"/>
            </p:cNvSpPr>
            <p:nvPr/>
          </p:nvSpPr>
          <p:spPr bwMode="auto">
            <a:xfrm>
              <a:off x="261" y="2676"/>
              <a:ext cx="998" cy="442"/>
            </a:xfrm>
            <a:prstGeom prst="rect">
              <a:avLst/>
            </a:prstGeom>
            <a:noFill/>
            <a:ln w="9525">
              <a:noFill/>
              <a:miter lim="800000"/>
              <a:headEnd/>
              <a:tailEnd/>
            </a:ln>
            <a:effectLst/>
          </p:spPr>
          <p:txBody>
            <a:bodyPr anchor="ctr">
              <a:spAutoFit/>
            </a:bodyPr>
            <a:lstStyle/>
            <a:p>
              <a:pPr>
                <a:spcBef>
                  <a:spcPct val="50000"/>
                </a:spcBef>
                <a:defRPr/>
              </a:pPr>
              <a:r>
                <a:rPr lang="en-US" altLang="ja-JP" sz="2000">
                  <a:solidFill>
                    <a:schemeClr val="folHlink"/>
                  </a:solidFill>
                  <a:effectLst>
                    <a:outerShdw blurRad="38100" dist="38100" dir="2700000" algn="tl">
                      <a:srgbClr val="000000"/>
                    </a:outerShdw>
                  </a:effectLst>
                  <a:ea typeface="イワタ中丸ゴシック体(GT)" charset="-128"/>
                </a:rPr>
                <a:t>Pareto diagram</a:t>
              </a:r>
            </a:p>
          </p:txBody>
        </p:sp>
        <p:sp>
          <p:nvSpPr>
            <p:cNvPr id="504850" name="Text Box 18"/>
            <p:cNvSpPr txBox="1">
              <a:spLocks noChangeArrowheads="1"/>
            </p:cNvSpPr>
            <p:nvPr/>
          </p:nvSpPr>
          <p:spPr bwMode="auto">
            <a:xfrm>
              <a:off x="251" y="3469"/>
              <a:ext cx="998" cy="577"/>
            </a:xfrm>
            <a:prstGeom prst="rect">
              <a:avLst/>
            </a:prstGeom>
            <a:noFill/>
            <a:ln w="9525">
              <a:noFill/>
              <a:miter lim="800000"/>
              <a:headEnd/>
              <a:tailEnd/>
            </a:ln>
            <a:effectLst/>
          </p:spPr>
          <p:txBody>
            <a:bodyPr anchor="ctr">
              <a:spAutoFit/>
            </a:bodyPr>
            <a:lstStyle/>
            <a:p>
              <a:pPr>
                <a:spcBef>
                  <a:spcPct val="50000"/>
                </a:spcBef>
                <a:defRPr/>
              </a:pPr>
              <a:r>
                <a:rPr lang="en-US" altLang="ja-JP" sz="1800">
                  <a:solidFill>
                    <a:schemeClr val="folHlink"/>
                  </a:solidFill>
                  <a:effectLst>
                    <a:outerShdw blurRad="38100" dist="38100" dir="2700000" algn="tl">
                      <a:srgbClr val="000000"/>
                    </a:outerShdw>
                  </a:effectLst>
                </a:rPr>
                <a:t>Causes and effect diagram</a:t>
              </a:r>
              <a:endParaRPr lang="en-US" altLang="ja-JP">
                <a:effectLst>
                  <a:outerShdw blurRad="38100" dist="38100" dir="2700000" algn="tl">
                    <a:srgbClr val="000000"/>
                  </a:outerShdw>
                </a:effectLst>
              </a:endParaRPr>
            </a:p>
          </p:txBody>
        </p:sp>
        <p:sp>
          <p:nvSpPr>
            <p:cNvPr id="504851" name="Text Box 19"/>
            <p:cNvSpPr txBox="1">
              <a:spLocks noChangeArrowheads="1"/>
            </p:cNvSpPr>
            <p:nvPr/>
          </p:nvSpPr>
          <p:spPr bwMode="auto">
            <a:xfrm>
              <a:off x="1362" y="940"/>
              <a:ext cx="3192" cy="633"/>
            </a:xfrm>
            <a:prstGeom prst="rect">
              <a:avLst/>
            </a:prstGeom>
            <a:noFill/>
            <a:ln w="9525">
              <a:noFill/>
              <a:miter lim="800000"/>
              <a:headEnd/>
              <a:tailEnd/>
            </a:ln>
            <a:effectLst/>
          </p:spPr>
          <p:txBody>
            <a:bodyPr anchor="ctr">
              <a:spAutoFit/>
            </a:bodyPr>
            <a:lstStyle/>
            <a:p>
              <a:pPr>
                <a:defRPr/>
              </a:pPr>
              <a:r>
                <a:rPr lang="en-US" altLang="ja-JP" sz="1200">
                  <a:effectLst>
                    <a:outerShdw blurRad="38100" dist="38100" dir="2700000" algn="tl">
                      <a:srgbClr val="000000"/>
                    </a:outerShdw>
                  </a:effectLst>
                  <a:sym typeface="Wingdings" pitchFamily="2" charset="2"/>
                </a:rPr>
                <a:t></a:t>
              </a:r>
              <a:r>
                <a:rPr lang="en-US" altLang="ja-JP" sz="1200">
                  <a:effectLst>
                    <a:outerShdw blurRad="38100" dist="38100" dir="2700000" algn="tl">
                      <a:srgbClr val="000000"/>
                    </a:outerShdw>
                  </a:effectLst>
                </a:rPr>
                <a:t>A chart/grasp is a drawing that displays a graphical representation of data, allowing for comparing the sizes of numerical quantities and reviewing changes in numerical quantities.</a:t>
              </a:r>
              <a:endParaRPr lang="en-US" altLang="ja-JP" sz="1200">
                <a:effectLst>
                  <a:outerShdw blurRad="38100" dist="38100" dir="2700000" algn="tl">
                    <a:srgbClr val="000000"/>
                  </a:outerShdw>
                </a:effectLst>
                <a:sym typeface="Wingdings" pitchFamily="2" charset="2"/>
              </a:endParaRPr>
            </a:p>
            <a:p>
              <a:pPr>
                <a:defRPr/>
              </a:pPr>
              <a:r>
                <a:rPr lang="en-US" altLang="ja-JP" sz="1200">
                  <a:effectLst>
                    <a:outerShdw blurRad="38100" dist="38100" dir="2700000" algn="tl">
                      <a:srgbClr val="000000"/>
                    </a:outerShdw>
                  </a:effectLst>
                  <a:sym typeface="Wingdings" pitchFamily="2" charset="2"/>
                </a:rPr>
                <a:t></a:t>
              </a:r>
              <a:r>
                <a:rPr lang="en-US" altLang="ja-JP" sz="1200">
                  <a:effectLst>
                    <a:outerShdw blurRad="38100" dist="38100" dir="2700000" algn="tl">
                      <a:srgbClr val="000000"/>
                    </a:outerShdw>
                  </a:effectLst>
                </a:rPr>
                <a:t>It is usually use for organizing data, understanding or communicating the contents  to other people and storing.</a:t>
              </a:r>
              <a:endParaRPr lang="en-US" altLang="ja-JP" sz="2400">
                <a:effectLst>
                  <a:outerShdw blurRad="38100" dist="38100" dir="2700000" algn="tl">
                    <a:srgbClr val="000000"/>
                  </a:outerShdw>
                </a:effectLst>
              </a:endParaRPr>
            </a:p>
          </p:txBody>
        </p:sp>
        <p:sp>
          <p:nvSpPr>
            <p:cNvPr id="504852" name="Text Box 20"/>
            <p:cNvSpPr txBox="1">
              <a:spLocks noChangeArrowheads="1"/>
            </p:cNvSpPr>
            <p:nvPr/>
          </p:nvSpPr>
          <p:spPr bwMode="auto">
            <a:xfrm>
              <a:off x="1344" y="1763"/>
              <a:ext cx="3182" cy="633"/>
            </a:xfrm>
            <a:prstGeom prst="rect">
              <a:avLst/>
            </a:prstGeom>
            <a:noFill/>
            <a:ln w="9525">
              <a:noFill/>
              <a:miter lim="800000"/>
              <a:headEnd/>
              <a:tailEnd/>
            </a:ln>
            <a:effectLst/>
          </p:spPr>
          <p:txBody>
            <a:bodyPr anchor="ctr">
              <a:spAutoFit/>
            </a:bodyPr>
            <a:lstStyle/>
            <a:p>
              <a:pPr>
                <a:defRPr/>
              </a:pPr>
              <a:r>
                <a:rPr lang="en-US" altLang="ja-JP" sz="1200">
                  <a:effectLst>
                    <a:outerShdw blurRad="38100" dist="38100" dir="2700000" algn="tl">
                      <a:srgbClr val="000000"/>
                    </a:outerShdw>
                  </a:effectLst>
                  <a:sym typeface="Wingdings" pitchFamily="2" charset="2"/>
                </a:rPr>
                <a:t></a:t>
              </a:r>
              <a:r>
                <a:rPr lang="en-US" altLang="ja-JP" sz="1200">
                  <a:effectLst>
                    <a:outerShdw blurRad="38100" dist="38100" dir="2700000" algn="tl">
                      <a:srgbClr val="000000"/>
                    </a:outerShdw>
                  </a:effectLst>
                </a:rPr>
                <a:t>A check sheet is used for purpose of collecting data by type, and reviewing such data to quickly find necessary information.</a:t>
              </a:r>
              <a:endParaRPr lang="en-US" altLang="ja-JP" sz="1200">
                <a:effectLst>
                  <a:outerShdw blurRad="38100" dist="38100" dir="2700000" algn="tl">
                    <a:srgbClr val="000000"/>
                  </a:outerShdw>
                </a:effectLst>
                <a:sym typeface="Wingdings" pitchFamily="2" charset="2"/>
              </a:endParaRPr>
            </a:p>
            <a:p>
              <a:pPr>
                <a:defRPr/>
              </a:pPr>
              <a:r>
                <a:rPr lang="en-US" altLang="ja-JP" sz="1200">
                  <a:effectLst>
                    <a:outerShdw blurRad="38100" dist="38100" dir="2700000" algn="tl">
                      <a:srgbClr val="000000"/>
                    </a:outerShdw>
                  </a:effectLst>
                  <a:sym typeface="Wingdings" pitchFamily="2" charset="2"/>
                </a:rPr>
                <a:t></a:t>
              </a:r>
              <a:r>
                <a:rPr lang="en-US" altLang="ja-JP" sz="1200">
                  <a:effectLst>
                    <a:outerShdw blurRad="38100" dist="38100" dir="2700000" algn="tl">
                      <a:srgbClr val="000000"/>
                    </a:outerShdw>
                  </a:effectLst>
                </a:rPr>
                <a:t>The check sheet is often used in order to make sure that tasks have been performed correctly or to prevent inadvertent omission of inspection and misjudgments.</a:t>
              </a:r>
            </a:p>
          </p:txBody>
        </p:sp>
        <p:sp>
          <p:nvSpPr>
            <p:cNvPr id="504853" name="Text Box 21"/>
            <p:cNvSpPr txBox="1">
              <a:spLocks noChangeArrowheads="1"/>
            </p:cNvSpPr>
            <p:nvPr/>
          </p:nvSpPr>
          <p:spPr bwMode="auto">
            <a:xfrm>
              <a:off x="1362" y="2661"/>
              <a:ext cx="3164" cy="518"/>
            </a:xfrm>
            <a:prstGeom prst="rect">
              <a:avLst/>
            </a:prstGeom>
            <a:noFill/>
            <a:ln w="9525">
              <a:noFill/>
              <a:miter lim="800000"/>
              <a:headEnd/>
              <a:tailEnd/>
            </a:ln>
            <a:effectLst/>
          </p:spPr>
          <p:txBody>
            <a:bodyPr anchor="ctr">
              <a:spAutoFit/>
            </a:bodyPr>
            <a:lstStyle/>
            <a:p>
              <a:pPr>
                <a:defRPr/>
              </a:pPr>
              <a:r>
                <a:rPr lang="en-US" altLang="ja-JP" sz="1200">
                  <a:effectLst>
                    <a:outerShdw blurRad="38100" dist="38100" dir="2700000" algn="tl">
                      <a:srgbClr val="000000"/>
                    </a:outerShdw>
                  </a:effectLst>
                  <a:sym typeface="Wingdings" pitchFamily="2" charset="2"/>
                </a:rPr>
                <a:t></a:t>
              </a:r>
              <a:r>
                <a:rPr lang="en-US" altLang="ja-JP" sz="1200">
                  <a:effectLst>
                    <a:outerShdw blurRad="38100" dist="38100" dir="2700000" algn="tl">
                      <a:srgbClr val="000000"/>
                    </a:outerShdw>
                  </a:effectLst>
                </a:rPr>
                <a:t> The pareto diagram is a diagram that displays and classifies defects or failures in descending order, together with accumulated values.</a:t>
              </a:r>
              <a:endParaRPr lang="en-US" altLang="ja-JP" sz="1200">
                <a:effectLst>
                  <a:outerShdw blurRad="38100" dist="38100" dir="2700000" algn="tl">
                    <a:srgbClr val="000000"/>
                  </a:outerShdw>
                </a:effectLst>
                <a:sym typeface="Wingdings" pitchFamily="2" charset="2"/>
              </a:endParaRPr>
            </a:p>
            <a:p>
              <a:pPr>
                <a:defRPr/>
              </a:pPr>
              <a:r>
                <a:rPr lang="en-US" altLang="ja-JP" sz="1200">
                  <a:effectLst>
                    <a:outerShdw blurRad="38100" dist="38100" dir="2700000" algn="tl">
                      <a:srgbClr val="000000"/>
                    </a:outerShdw>
                  </a:effectLst>
                  <a:sym typeface="Wingdings" pitchFamily="2" charset="2"/>
                </a:rPr>
                <a:t></a:t>
              </a:r>
              <a:r>
                <a:rPr lang="en-US" altLang="ja-JP" sz="1200">
                  <a:effectLst>
                    <a:outerShdw blurRad="38100" dist="38100" dir="2700000" algn="tl">
                      <a:srgbClr val="000000"/>
                    </a:outerShdw>
                  </a:effectLst>
                </a:rPr>
                <a:t> This chart is useful when examining the failures or defects tat must be corrected, in other words, serious problems. </a:t>
              </a:r>
            </a:p>
          </p:txBody>
        </p:sp>
        <p:sp>
          <p:nvSpPr>
            <p:cNvPr id="504854" name="Text Box 22"/>
            <p:cNvSpPr txBox="1">
              <a:spLocks noChangeArrowheads="1"/>
            </p:cNvSpPr>
            <p:nvPr/>
          </p:nvSpPr>
          <p:spPr bwMode="auto">
            <a:xfrm>
              <a:off x="1375" y="3492"/>
              <a:ext cx="3164" cy="518"/>
            </a:xfrm>
            <a:prstGeom prst="rect">
              <a:avLst/>
            </a:prstGeom>
            <a:noFill/>
            <a:ln w="9525">
              <a:noFill/>
              <a:miter lim="800000"/>
              <a:headEnd/>
              <a:tailEnd/>
            </a:ln>
            <a:effectLst/>
          </p:spPr>
          <p:txBody>
            <a:bodyPr anchor="ctr">
              <a:spAutoFit/>
            </a:bodyPr>
            <a:lstStyle/>
            <a:p>
              <a:pPr>
                <a:defRPr/>
              </a:pPr>
              <a:r>
                <a:rPr lang="en-US" altLang="ja-JP" sz="1200">
                  <a:effectLst>
                    <a:outerShdw blurRad="38100" dist="38100" dir="2700000" algn="tl">
                      <a:srgbClr val="000000"/>
                    </a:outerShdw>
                  </a:effectLst>
                  <a:sym typeface="Wingdings" pitchFamily="2" charset="2"/>
                </a:rPr>
                <a:t></a:t>
              </a:r>
              <a:r>
                <a:rPr lang="en-US" altLang="ja-JP" sz="1200">
                  <a:effectLst>
                    <a:outerShdw blurRad="38100" dist="38100" dir="2700000" algn="tl">
                      <a:srgbClr val="000000"/>
                    </a:outerShdw>
                  </a:effectLst>
                </a:rPr>
                <a:t> A causes and effect diagram systematically shows causes (factors) and results (effects) that seem to come from such causes.</a:t>
              </a:r>
              <a:endParaRPr lang="en-US" altLang="ja-JP" sz="1200">
                <a:effectLst>
                  <a:outerShdw blurRad="38100" dist="38100" dir="2700000" algn="tl">
                    <a:srgbClr val="000000"/>
                  </a:outerShdw>
                </a:effectLst>
                <a:sym typeface="Wingdings" pitchFamily="2" charset="2"/>
              </a:endParaRPr>
            </a:p>
            <a:p>
              <a:pPr>
                <a:defRPr/>
              </a:pPr>
              <a:r>
                <a:rPr lang="en-US" altLang="ja-JP" sz="1200">
                  <a:effectLst>
                    <a:outerShdw blurRad="38100" dist="38100" dir="2700000" algn="tl">
                      <a:srgbClr val="000000"/>
                    </a:outerShdw>
                  </a:effectLst>
                  <a:sym typeface="Wingdings" pitchFamily="2" charset="2"/>
                </a:rPr>
                <a:t></a:t>
              </a:r>
              <a:r>
                <a:rPr lang="en-US" altLang="ja-JP" sz="1200">
                  <a:effectLst>
                    <a:outerShdw blurRad="38100" dist="38100" dir="2700000" algn="tl">
                      <a:srgbClr val="000000"/>
                    </a:outerShdw>
                  </a:effectLst>
                </a:rPr>
                <a:t> This diagram is usually used when clarifying what causes bring about what results. </a:t>
              </a:r>
            </a:p>
          </p:txBody>
        </p:sp>
        <p:sp>
          <p:nvSpPr>
            <p:cNvPr id="504855" name="Rectangle 23"/>
            <p:cNvSpPr>
              <a:spLocks noChangeArrowheads="1"/>
            </p:cNvSpPr>
            <p:nvPr/>
          </p:nvSpPr>
          <p:spPr bwMode="auto">
            <a:xfrm>
              <a:off x="4560" y="1129"/>
              <a:ext cx="125" cy="334"/>
            </a:xfrm>
            <a:prstGeom prst="rect">
              <a:avLst/>
            </a:prstGeom>
            <a:solidFill>
              <a:srgbClr val="993366"/>
            </a:solidFill>
            <a:ln w="9525">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04856" name="Rectangle 24"/>
            <p:cNvSpPr>
              <a:spLocks noChangeArrowheads="1"/>
            </p:cNvSpPr>
            <p:nvPr/>
          </p:nvSpPr>
          <p:spPr bwMode="auto">
            <a:xfrm>
              <a:off x="4734" y="1025"/>
              <a:ext cx="134" cy="438"/>
            </a:xfrm>
            <a:prstGeom prst="rect">
              <a:avLst/>
            </a:prstGeom>
            <a:solidFill>
              <a:srgbClr val="993366"/>
            </a:solidFill>
            <a:ln w="9525">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04857" name="Rectangle 25"/>
            <p:cNvSpPr>
              <a:spLocks noChangeArrowheads="1"/>
            </p:cNvSpPr>
            <p:nvPr/>
          </p:nvSpPr>
          <p:spPr bwMode="auto">
            <a:xfrm>
              <a:off x="4914" y="1184"/>
              <a:ext cx="126" cy="279"/>
            </a:xfrm>
            <a:prstGeom prst="rect">
              <a:avLst/>
            </a:prstGeom>
            <a:solidFill>
              <a:srgbClr val="993366"/>
            </a:solidFill>
            <a:ln w="9525">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04858" name="Line 26"/>
            <p:cNvSpPr>
              <a:spLocks noChangeShapeType="1"/>
            </p:cNvSpPr>
            <p:nvPr/>
          </p:nvSpPr>
          <p:spPr bwMode="auto">
            <a:xfrm>
              <a:off x="4524" y="1025"/>
              <a:ext cx="0" cy="444"/>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4859" name="Line 27"/>
            <p:cNvSpPr>
              <a:spLocks noChangeShapeType="1"/>
            </p:cNvSpPr>
            <p:nvPr/>
          </p:nvSpPr>
          <p:spPr bwMode="auto">
            <a:xfrm>
              <a:off x="4527" y="1464"/>
              <a:ext cx="536" cy="0"/>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4860" name="Line 28"/>
            <p:cNvSpPr>
              <a:spLocks noChangeShapeType="1"/>
            </p:cNvSpPr>
            <p:nvPr/>
          </p:nvSpPr>
          <p:spPr bwMode="auto">
            <a:xfrm>
              <a:off x="5235" y="1022"/>
              <a:ext cx="0" cy="444"/>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4861" name="Line 29"/>
            <p:cNvSpPr>
              <a:spLocks noChangeShapeType="1"/>
            </p:cNvSpPr>
            <p:nvPr/>
          </p:nvSpPr>
          <p:spPr bwMode="auto">
            <a:xfrm>
              <a:off x="5225" y="1459"/>
              <a:ext cx="718" cy="0"/>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4862" name="Line 30"/>
            <p:cNvSpPr>
              <a:spLocks noChangeShapeType="1"/>
            </p:cNvSpPr>
            <p:nvPr/>
          </p:nvSpPr>
          <p:spPr bwMode="auto">
            <a:xfrm flipV="1">
              <a:off x="5330" y="1187"/>
              <a:ext cx="154" cy="111"/>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4863" name="Line 31"/>
            <p:cNvSpPr>
              <a:spLocks noChangeShapeType="1"/>
            </p:cNvSpPr>
            <p:nvPr/>
          </p:nvSpPr>
          <p:spPr bwMode="auto">
            <a:xfrm>
              <a:off x="5484" y="1187"/>
              <a:ext cx="153" cy="111"/>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4864" name="Line 32"/>
            <p:cNvSpPr>
              <a:spLocks noChangeShapeType="1"/>
            </p:cNvSpPr>
            <p:nvPr/>
          </p:nvSpPr>
          <p:spPr bwMode="auto">
            <a:xfrm flipV="1">
              <a:off x="5637" y="1187"/>
              <a:ext cx="153" cy="111"/>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4865" name="Text Box 33"/>
            <p:cNvSpPr txBox="1">
              <a:spLocks noChangeArrowheads="1"/>
            </p:cNvSpPr>
            <p:nvPr/>
          </p:nvSpPr>
          <p:spPr bwMode="auto">
            <a:xfrm>
              <a:off x="5208" y="1193"/>
              <a:ext cx="244" cy="211"/>
            </a:xfrm>
            <a:prstGeom prst="rect">
              <a:avLst/>
            </a:prstGeom>
            <a:noFill/>
            <a:ln w="9525">
              <a:noFill/>
              <a:miter lim="800000"/>
              <a:headEnd/>
              <a:tailEnd/>
            </a:ln>
            <a:effectLst/>
          </p:spPr>
          <p:txBody>
            <a:bodyPr wrap="none" anchor="ctr">
              <a:spAutoFit/>
            </a:bodyPr>
            <a:lstStyle/>
            <a:p>
              <a:pPr algn="ctr">
                <a:spcBef>
                  <a:spcPct val="50000"/>
                </a:spcBef>
                <a:defRPr/>
              </a:pPr>
              <a:r>
                <a:rPr lang="en-US" altLang="ja-JP" sz="1600">
                  <a:effectLst>
                    <a:outerShdw blurRad="38100" dist="38100" dir="2700000" algn="tl">
                      <a:srgbClr val="000000"/>
                    </a:outerShdw>
                  </a:effectLst>
                  <a:latin typeface="HG丸ｺﾞｼｯｸM-PRO" charset="-128"/>
                  <a:ea typeface="HG丸ｺﾞｼｯｸM-PRO" charset="-128"/>
                </a:rPr>
                <a:t>●</a:t>
              </a:r>
            </a:p>
          </p:txBody>
        </p:sp>
        <p:sp>
          <p:nvSpPr>
            <p:cNvPr id="504866" name="Text Box 34"/>
            <p:cNvSpPr txBox="1">
              <a:spLocks noChangeArrowheads="1"/>
            </p:cNvSpPr>
            <p:nvPr/>
          </p:nvSpPr>
          <p:spPr bwMode="auto">
            <a:xfrm>
              <a:off x="5366" y="1081"/>
              <a:ext cx="244" cy="212"/>
            </a:xfrm>
            <a:prstGeom prst="rect">
              <a:avLst/>
            </a:prstGeom>
            <a:noFill/>
            <a:ln w="9525">
              <a:noFill/>
              <a:miter lim="800000"/>
              <a:headEnd/>
              <a:tailEnd/>
            </a:ln>
            <a:effectLst/>
          </p:spPr>
          <p:txBody>
            <a:bodyPr wrap="none" anchor="ctr">
              <a:spAutoFit/>
            </a:bodyPr>
            <a:lstStyle/>
            <a:p>
              <a:pPr algn="ctr">
                <a:spcBef>
                  <a:spcPct val="50000"/>
                </a:spcBef>
                <a:defRPr/>
              </a:pPr>
              <a:r>
                <a:rPr lang="en-US" altLang="ja-JP" sz="1600">
                  <a:effectLst>
                    <a:outerShdw blurRad="38100" dist="38100" dir="2700000" algn="tl">
                      <a:srgbClr val="000000"/>
                    </a:outerShdw>
                  </a:effectLst>
                  <a:latin typeface="HG丸ｺﾞｼｯｸM-PRO" charset="-128"/>
                  <a:ea typeface="HG丸ｺﾞｼｯｸM-PRO" charset="-128"/>
                </a:rPr>
                <a:t>●</a:t>
              </a:r>
            </a:p>
          </p:txBody>
        </p:sp>
        <p:sp>
          <p:nvSpPr>
            <p:cNvPr id="504867" name="Text Box 35"/>
            <p:cNvSpPr txBox="1">
              <a:spLocks noChangeArrowheads="1"/>
            </p:cNvSpPr>
            <p:nvPr/>
          </p:nvSpPr>
          <p:spPr bwMode="auto">
            <a:xfrm>
              <a:off x="5515" y="1186"/>
              <a:ext cx="244" cy="212"/>
            </a:xfrm>
            <a:prstGeom prst="rect">
              <a:avLst/>
            </a:prstGeom>
            <a:noFill/>
            <a:ln w="9525">
              <a:noFill/>
              <a:miter lim="800000"/>
              <a:headEnd/>
              <a:tailEnd/>
            </a:ln>
            <a:effectLst/>
          </p:spPr>
          <p:txBody>
            <a:bodyPr wrap="none" anchor="ctr">
              <a:spAutoFit/>
            </a:bodyPr>
            <a:lstStyle/>
            <a:p>
              <a:pPr algn="ctr">
                <a:spcBef>
                  <a:spcPct val="50000"/>
                </a:spcBef>
                <a:defRPr/>
              </a:pPr>
              <a:r>
                <a:rPr lang="en-US" altLang="ja-JP" sz="1600">
                  <a:effectLst>
                    <a:outerShdw blurRad="38100" dist="38100" dir="2700000" algn="tl">
                      <a:srgbClr val="000000"/>
                    </a:outerShdw>
                  </a:effectLst>
                  <a:latin typeface="HG丸ｺﾞｼｯｸM-PRO" charset="-128"/>
                  <a:ea typeface="HG丸ｺﾞｼｯｸM-PRO" charset="-128"/>
                </a:rPr>
                <a:t>●</a:t>
              </a:r>
            </a:p>
          </p:txBody>
        </p:sp>
        <p:sp>
          <p:nvSpPr>
            <p:cNvPr id="504868" name="Text Box 36"/>
            <p:cNvSpPr txBox="1">
              <a:spLocks noChangeArrowheads="1"/>
            </p:cNvSpPr>
            <p:nvPr/>
          </p:nvSpPr>
          <p:spPr bwMode="auto">
            <a:xfrm>
              <a:off x="5696" y="1056"/>
              <a:ext cx="244" cy="212"/>
            </a:xfrm>
            <a:prstGeom prst="rect">
              <a:avLst/>
            </a:prstGeom>
            <a:noFill/>
            <a:ln w="9525">
              <a:noFill/>
              <a:miter lim="800000"/>
              <a:headEnd/>
              <a:tailEnd/>
            </a:ln>
            <a:effectLst/>
          </p:spPr>
          <p:txBody>
            <a:bodyPr wrap="none" anchor="ctr">
              <a:spAutoFit/>
            </a:bodyPr>
            <a:lstStyle/>
            <a:p>
              <a:pPr algn="ctr">
                <a:spcBef>
                  <a:spcPct val="50000"/>
                </a:spcBef>
                <a:defRPr/>
              </a:pPr>
              <a:r>
                <a:rPr lang="en-US" altLang="ja-JP" sz="1600">
                  <a:effectLst>
                    <a:outerShdw blurRad="38100" dist="38100" dir="2700000" algn="tl">
                      <a:srgbClr val="000000"/>
                    </a:outerShdw>
                  </a:effectLst>
                  <a:latin typeface="HG丸ｺﾞｼｯｸM-PRO" charset="-128"/>
                  <a:ea typeface="HG丸ｺﾞｼｯｸM-PRO" charset="-128"/>
                </a:rPr>
                <a:t>●</a:t>
              </a:r>
            </a:p>
          </p:txBody>
        </p:sp>
        <p:sp>
          <p:nvSpPr>
            <p:cNvPr id="504869" name="Text Box 37"/>
            <p:cNvSpPr txBox="1">
              <a:spLocks noChangeArrowheads="1"/>
            </p:cNvSpPr>
            <p:nvPr/>
          </p:nvSpPr>
          <p:spPr bwMode="auto">
            <a:xfrm>
              <a:off x="4437" y="1446"/>
              <a:ext cx="669" cy="212"/>
            </a:xfrm>
            <a:prstGeom prst="rect">
              <a:avLst/>
            </a:prstGeom>
            <a:noFill/>
            <a:ln w="9525">
              <a:noFill/>
              <a:miter lim="800000"/>
              <a:headEnd/>
              <a:tailEnd/>
            </a:ln>
            <a:effectLst/>
          </p:spPr>
          <p:txBody>
            <a:bodyPr wrap="none" anchor="ctr">
              <a:spAutoFit/>
            </a:bodyPr>
            <a:lstStyle/>
            <a:p>
              <a:pPr algn="ctr">
                <a:spcBef>
                  <a:spcPct val="50000"/>
                </a:spcBef>
                <a:defRPr/>
              </a:pPr>
              <a:r>
                <a:rPr lang="en-US" altLang="ja-JP" sz="1600">
                  <a:effectLst>
                    <a:outerShdw blurRad="38100" dist="38100" dir="2700000" algn="tl">
                      <a:srgbClr val="000000"/>
                    </a:outerShdw>
                  </a:effectLst>
                  <a:latin typeface="HG丸ｺﾞｼｯｸM-PRO" charset="-128"/>
                  <a:ea typeface="HG丸ｺﾞｼｯｸM-PRO" charset="-128"/>
                  <a:cs typeface="Angsana New" pitchFamily="18" charset="-34"/>
                </a:rPr>
                <a:t>Bar Graph</a:t>
              </a:r>
            </a:p>
          </p:txBody>
        </p:sp>
        <p:sp>
          <p:nvSpPr>
            <p:cNvPr id="504870" name="Text Box 38"/>
            <p:cNvSpPr txBox="1">
              <a:spLocks noChangeArrowheads="1"/>
            </p:cNvSpPr>
            <p:nvPr/>
          </p:nvSpPr>
          <p:spPr bwMode="auto">
            <a:xfrm>
              <a:off x="5238" y="1452"/>
              <a:ext cx="708" cy="212"/>
            </a:xfrm>
            <a:prstGeom prst="rect">
              <a:avLst/>
            </a:prstGeom>
            <a:noFill/>
            <a:ln w="9525">
              <a:noFill/>
              <a:miter lim="800000"/>
              <a:headEnd/>
              <a:tailEnd/>
            </a:ln>
            <a:effectLst/>
          </p:spPr>
          <p:txBody>
            <a:bodyPr wrap="none" anchor="ctr">
              <a:spAutoFit/>
            </a:bodyPr>
            <a:lstStyle/>
            <a:p>
              <a:pPr algn="ctr">
                <a:spcBef>
                  <a:spcPct val="50000"/>
                </a:spcBef>
                <a:defRPr/>
              </a:pPr>
              <a:r>
                <a:rPr lang="en-US" altLang="ja-JP" sz="1600">
                  <a:effectLst>
                    <a:outerShdw blurRad="38100" dist="38100" dir="2700000" algn="tl">
                      <a:srgbClr val="000000"/>
                    </a:outerShdw>
                  </a:effectLst>
                  <a:latin typeface="HG丸ｺﾞｼｯｸM-PRO" charset="-128"/>
                  <a:ea typeface="HG丸ｺﾞｼｯｸM-PRO" charset="-128"/>
                  <a:cs typeface="Angsana New" pitchFamily="18" charset="-34"/>
                </a:rPr>
                <a:t>Line Graph</a:t>
              </a:r>
            </a:p>
          </p:txBody>
        </p:sp>
        <p:grpSp>
          <p:nvGrpSpPr>
            <p:cNvPr id="35880" name="Group 39"/>
            <p:cNvGrpSpPr>
              <a:grpSpLocks/>
            </p:cNvGrpSpPr>
            <p:nvPr/>
          </p:nvGrpSpPr>
          <p:grpSpPr bwMode="auto">
            <a:xfrm>
              <a:off x="4512" y="2554"/>
              <a:ext cx="1536" cy="710"/>
              <a:chOff x="4560" y="2618"/>
              <a:chExt cx="1392" cy="646"/>
            </a:xfrm>
          </p:grpSpPr>
          <p:sp>
            <p:nvSpPr>
              <p:cNvPr id="504872" name="Rectangle 40"/>
              <p:cNvSpPr>
                <a:spLocks noChangeArrowheads="1"/>
              </p:cNvSpPr>
              <p:nvPr/>
            </p:nvSpPr>
            <p:spPr bwMode="auto">
              <a:xfrm>
                <a:off x="5621" y="3167"/>
                <a:ext cx="208" cy="86"/>
              </a:xfrm>
              <a:prstGeom prst="rect">
                <a:avLst/>
              </a:prstGeom>
              <a:solidFill>
                <a:srgbClr val="993366"/>
              </a:solidFill>
              <a:ln w="19050">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04873" name="Rectangle 41"/>
              <p:cNvSpPr>
                <a:spLocks noChangeArrowheads="1"/>
              </p:cNvSpPr>
              <p:nvPr/>
            </p:nvSpPr>
            <p:spPr bwMode="auto">
              <a:xfrm>
                <a:off x="5413" y="3201"/>
                <a:ext cx="208" cy="52"/>
              </a:xfrm>
              <a:prstGeom prst="rect">
                <a:avLst/>
              </a:prstGeom>
              <a:solidFill>
                <a:srgbClr val="993366"/>
              </a:solidFill>
              <a:ln w="19050">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04874" name="Rectangle 42"/>
              <p:cNvSpPr>
                <a:spLocks noChangeArrowheads="1"/>
              </p:cNvSpPr>
              <p:nvPr/>
            </p:nvSpPr>
            <p:spPr bwMode="auto">
              <a:xfrm>
                <a:off x="5205" y="3180"/>
                <a:ext cx="208" cy="73"/>
              </a:xfrm>
              <a:prstGeom prst="rect">
                <a:avLst/>
              </a:prstGeom>
              <a:solidFill>
                <a:srgbClr val="993366"/>
              </a:solidFill>
              <a:ln w="19050">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04875" name="Rectangle 43"/>
              <p:cNvSpPr>
                <a:spLocks noChangeArrowheads="1"/>
              </p:cNvSpPr>
              <p:nvPr/>
            </p:nvSpPr>
            <p:spPr bwMode="auto">
              <a:xfrm>
                <a:off x="4997" y="3151"/>
                <a:ext cx="208" cy="100"/>
              </a:xfrm>
              <a:prstGeom prst="rect">
                <a:avLst/>
              </a:prstGeom>
              <a:solidFill>
                <a:srgbClr val="993366"/>
              </a:solidFill>
              <a:ln w="19050">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04876" name="Rectangle 44"/>
              <p:cNvSpPr>
                <a:spLocks noChangeArrowheads="1"/>
              </p:cNvSpPr>
              <p:nvPr/>
            </p:nvSpPr>
            <p:spPr bwMode="auto">
              <a:xfrm>
                <a:off x="4790" y="3097"/>
                <a:ext cx="207" cy="156"/>
              </a:xfrm>
              <a:prstGeom prst="rect">
                <a:avLst/>
              </a:prstGeom>
              <a:solidFill>
                <a:srgbClr val="993366"/>
              </a:solidFill>
              <a:ln w="19050">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04877" name="Rectangle 45"/>
              <p:cNvSpPr>
                <a:spLocks noChangeArrowheads="1"/>
              </p:cNvSpPr>
              <p:nvPr/>
            </p:nvSpPr>
            <p:spPr bwMode="auto">
              <a:xfrm>
                <a:off x="4560" y="3034"/>
                <a:ext cx="227" cy="220"/>
              </a:xfrm>
              <a:prstGeom prst="rect">
                <a:avLst/>
              </a:prstGeom>
              <a:solidFill>
                <a:srgbClr val="993366"/>
              </a:solidFill>
              <a:ln w="19050">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04878" name="Line 46"/>
              <p:cNvSpPr>
                <a:spLocks noChangeShapeType="1"/>
              </p:cNvSpPr>
              <p:nvPr/>
            </p:nvSpPr>
            <p:spPr bwMode="auto">
              <a:xfrm flipH="1">
                <a:off x="4561" y="2732"/>
                <a:ext cx="1" cy="532"/>
              </a:xfrm>
              <a:prstGeom prst="line">
                <a:avLst/>
              </a:prstGeom>
              <a:noFill/>
              <a:ln w="254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4879" name="Line 47"/>
              <p:cNvSpPr>
                <a:spLocks noChangeShapeType="1"/>
              </p:cNvSpPr>
              <p:nvPr/>
            </p:nvSpPr>
            <p:spPr bwMode="auto">
              <a:xfrm>
                <a:off x="4563" y="3252"/>
                <a:ext cx="1282" cy="2"/>
              </a:xfrm>
              <a:prstGeom prst="line">
                <a:avLst/>
              </a:prstGeom>
              <a:noFill/>
              <a:ln w="254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4880" name="Line 48"/>
              <p:cNvSpPr>
                <a:spLocks noChangeShapeType="1"/>
              </p:cNvSpPr>
              <p:nvPr/>
            </p:nvSpPr>
            <p:spPr bwMode="auto">
              <a:xfrm flipH="1">
                <a:off x="5831" y="2748"/>
                <a:ext cx="4" cy="505"/>
              </a:xfrm>
              <a:prstGeom prst="line">
                <a:avLst/>
              </a:prstGeom>
              <a:noFill/>
              <a:ln w="254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4881" name="Text Box 49"/>
              <p:cNvSpPr txBox="1">
                <a:spLocks noChangeArrowheads="1"/>
              </p:cNvSpPr>
              <p:nvPr/>
            </p:nvSpPr>
            <p:spPr bwMode="auto">
              <a:xfrm>
                <a:off x="5701" y="2618"/>
                <a:ext cx="251" cy="193"/>
              </a:xfrm>
              <a:prstGeom prst="rect">
                <a:avLst/>
              </a:prstGeom>
              <a:noFill/>
              <a:ln w="9525">
                <a:noFill/>
                <a:miter lim="800000"/>
                <a:headEnd/>
                <a:tailEnd/>
              </a:ln>
              <a:effectLst/>
            </p:spPr>
            <p:txBody>
              <a:bodyPr anchor="ctr">
                <a:spAutoFit/>
              </a:bodyPr>
              <a:lstStyle/>
              <a:p>
                <a:pPr algn="ctr">
                  <a:spcBef>
                    <a:spcPct val="50000"/>
                  </a:spcBef>
                  <a:defRPr/>
                </a:pPr>
                <a:r>
                  <a:rPr lang="en-US" altLang="ja-JP" sz="1600" b="0">
                    <a:solidFill>
                      <a:schemeClr val="folHlink"/>
                    </a:solidFill>
                    <a:effectLst>
                      <a:outerShdw blurRad="38100" dist="38100" dir="2700000" algn="tl">
                        <a:srgbClr val="000000"/>
                      </a:outerShdw>
                    </a:effectLst>
                    <a:latin typeface="HG丸ｺﾞｼｯｸM-PRO" charset="-128"/>
                    <a:ea typeface="HG丸ｺﾞｼｯｸM-PRO" charset="-128"/>
                  </a:rPr>
                  <a:t>●</a:t>
                </a:r>
              </a:p>
            </p:txBody>
          </p:sp>
          <p:sp>
            <p:nvSpPr>
              <p:cNvPr id="504882" name="Text Box 50"/>
              <p:cNvSpPr txBox="1">
                <a:spLocks noChangeArrowheads="1"/>
              </p:cNvSpPr>
              <p:nvPr/>
            </p:nvSpPr>
            <p:spPr bwMode="auto">
              <a:xfrm>
                <a:off x="4874" y="2850"/>
                <a:ext cx="251" cy="193"/>
              </a:xfrm>
              <a:prstGeom prst="rect">
                <a:avLst/>
              </a:prstGeom>
              <a:noFill/>
              <a:ln w="9525">
                <a:noFill/>
                <a:miter lim="800000"/>
                <a:headEnd/>
                <a:tailEnd/>
              </a:ln>
              <a:effectLst/>
            </p:spPr>
            <p:txBody>
              <a:bodyPr anchor="ctr">
                <a:spAutoFit/>
              </a:bodyPr>
              <a:lstStyle/>
              <a:p>
                <a:pPr algn="ctr">
                  <a:spcBef>
                    <a:spcPct val="50000"/>
                  </a:spcBef>
                  <a:defRPr/>
                </a:pPr>
                <a:r>
                  <a:rPr lang="en-US" altLang="ja-JP" sz="1600" b="0">
                    <a:solidFill>
                      <a:schemeClr val="folHlink"/>
                    </a:solidFill>
                    <a:effectLst>
                      <a:outerShdw blurRad="38100" dist="38100" dir="2700000" algn="tl">
                        <a:srgbClr val="000000"/>
                      </a:outerShdw>
                    </a:effectLst>
                    <a:latin typeface="HG丸ｺﾞｼｯｸM-PRO" charset="-128"/>
                    <a:ea typeface="HG丸ｺﾞｼｯｸM-PRO" charset="-128"/>
                  </a:rPr>
                  <a:t>●</a:t>
                </a:r>
              </a:p>
            </p:txBody>
          </p:sp>
          <p:sp>
            <p:nvSpPr>
              <p:cNvPr id="504883" name="Text Box 51"/>
              <p:cNvSpPr txBox="1">
                <a:spLocks noChangeArrowheads="1"/>
              </p:cNvSpPr>
              <p:nvPr/>
            </p:nvSpPr>
            <p:spPr bwMode="auto">
              <a:xfrm>
                <a:off x="4666" y="2926"/>
                <a:ext cx="251" cy="193"/>
              </a:xfrm>
              <a:prstGeom prst="rect">
                <a:avLst/>
              </a:prstGeom>
              <a:noFill/>
              <a:ln w="9525">
                <a:noFill/>
                <a:miter lim="800000"/>
                <a:headEnd/>
                <a:tailEnd/>
              </a:ln>
              <a:effectLst/>
            </p:spPr>
            <p:txBody>
              <a:bodyPr anchor="ctr">
                <a:spAutoFit/>
              </a:bodyPr>
              <a:lstStyle/>
              <a:p>
                <a:pPr algn="ctr">
                  <a:spcBef>
                    <a:spcPct val="50000"/>
                  </a:spcBef>
                  <a:defRPr/>
                </a:pPr>
                <a:r>
                  <a:rPr lang="en-US" altLang="ja-JP" sz="1600" b="0">
                    <a:solidFill>
                      <a:schemeClr val="folHlink"/>
                    </a:solidFill>
                    <a:effectLst>
                      <a:outerShdw blurRad="38100" dist="38100" dir="2700000" algn="tl">
                        <a:srgbClr val="000000"/>
                      </a:outerShdw>
                    </a:effectLst>
                    <a:latin typeface="HG丸ｺﾞｼｯｸM-PRO" charset="-128"/>
                    <a:ea typeface="HG丸ｺﾞｼｯｸM-PRO" charset="-128"/>
                  </a:rPr>
                  <a:t>●</a:t>
                </a:r>
              </a:p>
            </p:txBody>
          </p:sp>
          <p:sp>
            <p:nvSpPr>
              <p:cNvPr id="504884" name="Text Box 52"/>
              <p:cNvSpPr txBox="1">
                <a:spLocks noChangeArrowheads="1"/>
              </p:cNvSpPr>
              <p:nvPr/>
            </p:nvSpPr>
            <p:spPr bwMode="auto">
              <a:xfrm>
                <a:off x="5299" y="2738"/>
                <a:ext cx="251" cy="193"/>
              </a:xfrm>
              <a:prstGeom prst="rect">
                <a:avLst/>
              </a:prstGeom>
              <a:noFill/>
              <a:ln w="9525">
                <a:noFill/>
                <a:miter lim="800000"/>
                <a:headEnd/>
                <a:tailEnd/>
              </a:ln>
              <a:effectLst/>
            </p:spPr>
            <p:txBody>
              <a:bodyPr anchor="ctr">
                <a:spAutoFit/>
              </a:bodyPr>
              <a:lstStyle/>
              <a:p>
                <a:pPr algn="ctr">
                  <a:spcBef>
                    <a:spcPct val="50000"/>
                  </a:spcBef>
                  <a:defRPr/>
                </a:pPr>
                <a:r>
                  <a:rPr lang="en-US" altLang="ja-JP" sz="1600" b="0">
                    <a:solidFill>
                      <a:schemeClr val="folHlink"/>
                    </a:solidFill>
                    <a:effectLst>
                      <a:outerShdw blurRad="38100" dist="38100" dir="2700000" algn="tl">
                        <a:srgbClr val="000000"/>
                      </a:outerShdw>
                    </a:effectLst>
                    <a:latin typeface="HG丸ｺﾞｼｯｸM-PRO" charset="-128"/>
                    <a:ea typeface="HG丸ｺﾞｼｯｸM-PRO" charset="-128"/>
                  </a:rPr>
                  <a:t>●</a:t>
                </a:r>
              </a:p>
            </p:txBody>
          </p:sp>
          <p:sp>
            <p:nvSpPr>
              <p:cNvPr id="504885" name="Text Box 53"/>
              <p:cNvSpPr txBox="1">
                <a:spLocks noChangeArrowheads="1"/>
              </p:cNvSpPr>
              <p:nvPr/>
            </p:nvSpPr>
            <p:spPr bwMode="auto">
              <a:xfrm>
                <a:off x="5091" y="2791"/>
                <a:ext cx="251" cy="193"/>
              </a:xfrm>
              <a:prstGeom prst="rect">
                <a:avLst/>
              </a:prstGeom>
              <a:noFill/>
              <a:ln w="9525">
                <a:noFill/>
                <a:miter lim="800000"/>
                <a:headEnd/>
                <a:tailEnd/>
              </a:ln>
              <a:effectLst/>
            </p:spPr>
            <p:txBody>
              <a:bodyPr anchor="ctr">
                <a:spAutoFit/>
              </a:bodyPr>
              <a:lstStyle/>
              <a:p>
                <a:pPr algn="ctr">
                  <a:spcBef>
                    <a:spcPct val="50000"/>
                  </a:spcBef>
                  <a:defRPr/>
                </a:pPr>
                <a:r>
                  <a:rPr lang="en-US" altLang="ja-JP" sz="1600" b="0">
                    <a:solidFill>
                      <a:schemeClr val="folHlink"/>
                    </a:solidFill>
                    <a:effectLst>
                      <a:outerShdw blurRad="38100" dist="38100" dir="2700000" algn="tl">
                        <a:srgbClr val="000000"/>
                      </a:outerShdw>
                    </a:effectLst>
                    <a:latin typeface="HG丸ｺﾞｼｯｸM-PRO" charset="-128"/>
                    <a:ea typeface="HG丸ｺﾞｼｯｸM-PRO" charset="-128"/>
                  </a:rPr>
                  <a:t>●</a:t>
                </a:r>
              </a:p>
            </p:txBody>
          </p:sp>
          <p:sp>
            <p:nvSpPr>
              <p:cNvPr id="504886" name="Text Box 54"/>
              <p:cNvSpPr txBox="1">
                <a:spLocks noChangeArrowheads="1"/>
              </p:cNvSpPr>
              <p:nvPr/>
            </p:nvSpPr>
            <p:spPr bwMode="auto">
              <a:xfrm>
                <a:off x="5502" y="2710"/>
                <a:ext cx="255" cy="193"/>
              </a:xfrm>
              <a:prstGeom prst="rect">
                <a:avLst/>
              </a:prstGeom>
              <a:noFill/>
              <a:ln w="9525">
                <a:noFill/>
                <a:miter lim="800000"/>
                <a:headEnd/>
                <a:tailEnd/>
              </a:ln>
              <a:effectLst/>
            </p:spPr>
            <p:txBody>
              <a:bodyPr anchor="ctr">
                <a:spAutoFit/>
              </a:bodyPr>
              <a:lstStyle/>
              <a:p>
                <a:pPr algn="ctr">
                  <a:spcBef>
                    <a:spcPct val="50000"/>
                  </a:spcBef>
                  <a:defRPr/>
                </a:pPr>
                <a:r>
                  <a:rPr lang="en-US" altLang="ja-JP" sz="1600" b="0">
                    <a:solidFill>
                      <a:schemeClr val="folHlink"/>
                    </a:solidFill>
                    <a:effectLst>
                      <a:outerShdw blurRad="38100" dist="38100" dir="2700000" algn="tl">
                        <a:srgbClr val="000000"/>
                      </a:outerShdw>
                    </a:effectLst>
                    <a:latin typeface="HG丸ｺﾞｼｯｸM-PRO" charset="-128"/>
                    <a:ea typeface="HG丸ｺﾞｼｯｸM-PRO" charset="-128"/>
                  </a:rPr>
                  <a:t>●</a:t>
                </a:r>
              </a:p>
            </p:txBody>
          </p:sp>
          <p:sp>
            <p:nvSpPr>
              <p:cNvPr id="504887" name="Line 55"/>
              <p:cNvSpPr>
                <a:spLocks noChangeShapeType="1"/>
              </p:cNvSpPr>
              <p:nvPr/>
            </p:nvSpPr>
            <p:spPr bwMode="auto">
              <a:xfrm flipH="1">
                <a:off x="4567" y="3039"/>
                <a:ext cx="225" cy="216"/>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4888" name="Line 56"/>
              <p:cNvSpPr>
                <a:spLocks noChangeShapeType="1"/>
              </p:cNvSpPr>
              <p:nvPr/>
            </p:nvSpPr>
            <p:spPr bwMode="auto">
              <a:xfrm flipH="1">
                <a:off x="4783" y="2945"/>
                <a:ext cx="213" cy="75"/>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4889" name="Line 57"/>
              <p:cNvSpPr>
                <a:spLocks noChangeShapeType="1"/>
              </p:cNvSpPr>
              <p:nvPr/>
            </p:nvSpPr>
            <p:spPr bwMode="auto">
              <a:xfrm flipH="1">
                <a:off x="5026" y="2884"/>
                <a:ext cx="194" cy="51"/>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4890" name="Line 58"/>
              <p:cNvSpPr>
                <a:spLocks noChangeShapeType="1"/>
              </p:cNvSpPr>
              <p:nvPr/>
            </p:nvSpPr>
            <p:spPr bwMode="auto">
              <a:xfrm flipH="1">
                <a:off x="5212" y="2834"/>
                <a:ext cx="208" cy="46"/>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4891" name="Line 59"/>
              <p:cNvSpPr>
                <a:spLocks noChangeShapeType="1"/>
              </p:cNvSpPr>
              <p:nvPr/>
            </p:nvSpPr>
            <p:spPr bwMode="auto">
              <a:xfrm flipH="1">
                <a:off x="5429" y="2800"/>
                <a:ext cx="198" cy="25"/>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4892" name="Line 60"/>
              <p:cNvSpPr>
                <a:spLocks noChangeShapeType="1"/>
              </p:cNvSpPr>
              <p:nvPr/>
            </p:nvSpPr>
            <p:spPr bwMode="auto">
              <a:xfrm flipH="1">
                <a:off x="5637" y="2716"/>
                <a:ext cx="190" cy="76"/>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grpSp>
        <p:grpSp>
          <p:nvGrpSpPr>
            <p:cNvPr id="35881" name="Group 61"/>
            <p:cNvGrpSpPr>
              <a:grpSpLocks/>
            </p:cNvGrpSpPr>
            <p:nvPr/>
          </p:nvGrpSpPr>
          <p:grpSpPr bwMode="auto">
            <a:xfrm>
              <a:off x="4512" y="1686"/>
              <a:ext cx="1536" cy="816"/>
              <a:chOff x="4512" y="1728"/>
              <a:chExt cx="1536" cy="816"/>
            </a:xfrm>
          </p:grpSpPr>
          <p:sp>
            <p:nvSpPr>
              <p:cNvPr id="504894" name="Line 62"/>
              <p:cNvSpPr>
                <a:spLocks noChangeShapeType="1"/>
              </p:cNvSpPr>
              <p:nvPr/>
            </p:nvSpPr>
            <p:spPr bwMode="auto">
              <a:xfrm>
                <a:off x="4521" y="1935"/>
                <a:ext cx="1451" cy="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4895" name="Line 63"/>
              <p:cNvSpPr>
                <a:spLocks noChangeShapeType="1"/>
              </p:cNvSpPr>
              <p:nvPr/>
            </p:nvSpPr>
            <p:spPr bwMode="auto">
              <a:xfrm>
                <a:off x="4521" y="2076"/>
                <a:ext cx="1498" cy="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4896" name="Line 64"/>
              <p:cNvSpPr>
                <a:spLocks noChangeShapeType="1"/>
              </p:cNvSpPr>
              <p:nvPr/>
            </p:nvSpPr>
            <p:spPr bwMode="auto">
              <a:xfrm>
                <a:off x="4521" y="2214"/>
                <a:ext cx="1419" cy="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4897" name="Line 65"/>
              <p:cNvSpPr>
                <a:spLocks noChangeShapeType="1"/>
              </p:cNvSpPr>
              <p:nvPr/>
            </p:nvSpPr>
            <p:spPr bwMode="auto">
              <a:xfrm flipV="1">
                <a:off x="4521" y="2354"/>
                <a:ext cx="1520" cy="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4898" name="Line 66"/>
              <p:cNvSpPr>
                <a:spLocks noChangeShapeType="1"/>
              </p:cNvSpPr>
              <p:nvPr/>
            </p:nvSpPr>
            <p:spPr bwMode="auto">
              <a:xfrm flipH="1">
                <a:off x="4908" y="1806"/>
                <a:ext cx="0" cy="672"/>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4899" name="Line 67"/>
              <p:cNvSpPr>
                <a:spLocks noChangeShapeType="1"/>
              </p:cNvSpPr>
              <p:nvPr/>
            </p:nvSpPr>
            <p:spPr bwMode="auto">
              <a:xfrm>
                <a:off x="5268" y="1800"/>
                <a:ext cx="0" cy="672"/>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4900" name="Line 68"/>
              <p:cNvSpPr>
                <a:spLocks noChangeShapeType="1"/>
              </p:cNvSpPr>
              <p:nvPr/>
            </p:nvSpPr>
            <p:spPr bwMode="auto">
              <a:xfrm>
                <a:off x="5606" y="1798"/>
                <a:ext cx="0" cy="694"/>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4901" name="Text Box 69"/>
              <p:cNvSpPr txBox="1">
                <a:spLocks noChangeArrowheads="1"/>
              </p:cNvSpPr>
              <p:nvPr/>
            </p:nvSpPr>
            <p:spPr bwMode="auto">
              <a:xfrm>
                <a:off x="4555" y="1901"/>
                <a:ext cx="348" cy="605"/>
              </a:xfrm>
              <a:prstGeom prst="rect">
                <a:avLst/>
              </a:prstGeom>
              <a:noFill/>
              <a:ln w="9525">
                <a:noFill/>
                <a:miter lim="800000"/>
                <a:headEnd/>
                <a:tailEnd/>
              </a:ln>
              <a:effectLst/>
            </p:spPr>
            <p:txBody>
              <a:bodyPr anchor="ctr">
                <a:spAutoFit/>
              </a:bodyPr>
              <a:lstStyle/>
              <a:p>
                <a:pPr algn="ctr">
                  <a:lnSpc>
                    <a:spcPct val="95000"/>
                  </a:lnSpc>
                  <a:spcBef>
                    <a:spcPct val="25000"/>
                  </a:spcBef>
                  <a:defRPr/>
                </a:pPr>
                <a:r>
                  <a:rPr lang="ja-JP" altLang="en-US" sz="1400">
                    <a:effectLst>
                      <a:outerShdw blurRad="38100" dist="38100" dir="2700000" algn="tl">
                        <a:srgbClr val="000000"/>
                      </a:outerShdw>
                    </a:effectLst>
                    <a:latin typeface="Times New Roman" pitchFamily="18" charset="0"/>
                    <a:ea typeface="HG丸ｺﾞｼｯｸM-PRO" charset="-128"/>
                  </a:rPr>
                  <a:t>Ａ</a:t>
                </a:r>
                <a:endParaRPr lang="en-US" altLang="ja-JP" sz="1400">
                  <a:effectLst>
                    <a:outerShdw blurRad="38100" dist="38100" dir="2700000" algn="tl">
                      <a:srgbClr val="000000"/>
                    </a:outerShdw>
                  </a:effectLst>
                  <a:latin typeface="Times New Roman" pitchFamily="18" charset="0"/>
                  <a:ea typeface="HG丸ｺﾞｼｯｸM-PRO" charset="-128"/>
                </a:endParaRPr>
              </a:p>
              <a:p>
                <a:pPr algn="ctr">
                  <a:lnSpc>
                    <a:spcPct val="95000"/>
                  </a:lnSpc>
                  <a:spcBef>
                    <a:spcPct val="10000"/>
                  </a:spcBef>
                  <a:defRPr/>
                </a:pPr>
                <a:r>
                  <a:rPr lang="ja-JP" altLang="en-US" sz="1400">
                    <a:effectLst>
                      <a:outerShdw blurRad="38100" dist="38100" dir="2700000" algn="tl">
                        <a:srgbClr val="000000"/>
                      </a:outerShdw>
                    </a:effectLst>
                    <a:latin typeface="Times New Roman" pitchFamily="18" charset="0"/>
                    <a:ea typeface="HG丸ｺﾞｼｯｸM-PRO" charset="-128"/>
                  </a:rPr>
                  <a:t>Ｂ</a:t>
                </a:r>
                <a:endParaRPr lang="en-US" altLang="ja-JP" sz="1400">
                  <a:effectLst>
                    <a:outerShdw blurRad="38100" dist="38100" dir="2700000" algn="tl">
                      <a:srgbClr val="000000"/>
                    </a:outerShdw>
                  </a:effectLst>
                  <a:latin typeface="Times New Roman" pitchFamily="18" charset="0"/>
                  <a:ea typeface="HG丸ｺﾞｼｯｸM-PRO" charset="-128"/>
                </a:endParaRPr>
              </a:p>
              <a:p>
                <a:pPr algn="ctr">
                  <a:lnSpc>
                    <a:spcPct val="95000"/>
                  </a:lnSpc>
                  <a:spcBef>
                    <a:spcPct val="10000"/>
                  </a:spcBef>
                  <a:defRPr/>
                </a:pPr>
                <a:r>
                  <a:rPr lang="ja-JP" altLang="en-US" sz="1400">
                    <a:effectLst>
                      <a:outerShdw blurRad="38100" dist="38100" dir="2700000" algn="tl">
                        <a:srgbClr val="000000"/>
                      </a:outerShdw>
                    </a:effectLst>
                    <a:latin typeface="Times New Roman" pitchFamily="18" charset="0"/>
                    <a:ea typeface="HG丸ｺﾞｼｯｸM-PRO" charset="-128"/>
                  </a:rPr>
                  <a:t>Ｃ</a:t>
                </a:r>
                <a:endParaRPr lang="en-US" altLang="ja-JP" sz="1400">
                  <a:effectLst>
                    <a:outerShdw blurRad="38100" dist="38100" dir="2700000" algn="tl">
                      <a:srgbClr val="000000"/>
                    </a:outerShdw>
                  </a:effectLst>
                  <a:latin typeface="Times New Roman" pitchFamily="18" charset="0"/>
                  <a:ea typeface="HG丸ｺﾞｼｯｸM-PRO" charset="-128"/>
                </a:endParaRPr>
              </a:p>
              <a:p>
                <a:pPr algn="ctr">
                  <a:lnSpc>
                    <a:spcPct val="95000"/>
                  </a:lnSpc>
                  <a:spcBef>
                    <a:spcPct val="10000"/>
                  </a:spcBef>
                  <a:defRPr/>
                </a:pPr>
                <a:r>
                  <a:rPr lang="ja-JP" altLang="en-US" sz="1400">
                    <a:effectLst>
                      <a:outerShdw blurRad="38100" dist="38100" dir="2700000" algn="tl">
                        <a:srgbClr val="000000"/>
                      </a:outerShdw>
                    </a:effectLst>
                    <a:latin typeface="Times New Roman" pitchFamily="18" charset="0"/>
                    <a:ea typeface="HG丸ｺﾞｼｯｸM-PRO" charset="-128"/>
                  </a:rPr>
                  <a:t>Ｄ</a:t>
                </a:r>
                <a:endParaRPr lang="en-US" altLang="ja-JP" sz="1400">
                  <a:effectLst>
                    <a:outerShdw blurRad="38100" dist="38100" dir="2700000" algn="tl">
                      <a:srgbClr val="000000"/>
                    </a:outerShdw>
                  </a:effectLst>
                  <a:latin typeface="Times New Roman" pitchFamily="18" charset="0"/>
                  <a:ea typeface="HG丸ｺﾞｼｯｸM-PRO" charset="-128"/>
                </a:endParaRPr>
              </a:p>
            </p:txBody>
          </p:sp>
          <p:sp>
            <p:nvSpPr>
              <p:cNvPr id="504902" name="Text Box 70"/>
              <p:cNvSpPr txBox="1">
                <a:spLocks noChangeArrowheads="1"/>
              </p:cNvSpPr>
              <p:nvPr/>
            </p:nvSpPr>
            <p:spPr bwMode="auto">
              <a:xfrm>
                <a:off x="4946" y="1780"/>
                <a:ext cx="324" cy="183"/>
              </a:xfrm>
              <a:prstGeom prst="rect">
                <a:avLst/>
              </a:prstGeom>
              <a:noFill/>
              <a:ln w="9525">
                <a:noFill/>
                <a:miter lim="800000"/>
                <a:headEnd/>
                <a:tailEnd/>
              </a:ln>
              <a:effectLst/>
            </p:spPr>
            <p:txBody>
              <a:bodyPr wrap="none" anchor="ctr">
                <a:spAutoFit/>
              </a:bodyPr>
              <a:lstStyle/>
              <a:p>
                <a:pPr algn="ctr">
                  <a:spcBef>
                    <a:spcPct val="50000"/>
                  </a:spcBef>
                  <a:defRPr/>
                </a:pPr>
                <a:r>
                  <a:rPr lang="en-US" altLang="ja-JP" sz="1300">
                    <a:effectLst>
                      <a:outerShdw blurRad="38100" dist="38100" dir="2700000" algn="tl">
                        <a:srgbClr val="000000"/>
                      </a:outerShdw>
                    </a:effectLst>
                    <a:latin typeface="Times New Roman" pitchFamily="18" charset="0"/>
                    <a:ea typeface="HG丸ｺﾞｼｯｸM-PRO" charset="-128"/>
                  </a:rPr>
                  <a:t>Mon</a:t>
                </a:r>
              </a:p>
            </p:txBody>
          </p:sp>
          <p:sp>
            <p:nvSpPr>
              <p:cNvPr id="504903" name="Text Box 71"/>
              <p:cNvSpPr txBox="1">
                <a:spLocks noChangeArrowheads="1"/>
              </p:cNvSpPr>
              <p:nvPr/>
            </p:nvSpPr>
            <p:spPr bwMode="auto">
              <a:xfrm>
                <a:off x="5285" y="1772"/>
                <a:ext cx="289" cy="183"/>
              </a:xfrm>
              <a:prstGeom prst="rect">
                <a:avLst/>
              </a:prstGeom>
              <a:noFill/>
              <a:ln w="9525">
                <a:noFill/>
                <a:miter lim="800000"/>
                <a:headEnd/>
                <a:tailEnd/>
              </a:ln>
              <a:effectLst/>
            </p:spPr>
            <p:txBody>
              <a:bodyPr wrap="none" anchor="ctr">
                <a:spAutoFit/>
              </a:bodyPr>
              <a:lstStyle/>
              <a:p>
                <a:pPr algn="ctr">
                  <a:spcBef>
                    <a:spcPct val="50000"/>
                  </a:spcBef>
                  <a:defRPr/>
                </a:pPr>
                <a:r>
                  <a:rPr lang="en-US" altLang="ja-JP" sz="1300">
                    <a:effectLst>
                      <a:outerShdw blurRad="38100" dist="38100" dir="2700000" algn="tl">
                        <a:srgbClr val="000000"/>
                      </a:outerShdw>
                    </a:effectLst>
                    <a:latin typeface="Times New Roman" pitchFamily="18" charset="0"/>
                    <a:ea typeface="HG丸ｺﾞｼｯｸM-PRO" charset="-128"/>
                  </a:rPr>
                  <a:t>Tue</a:t>
                </a:r>
              </a:p>
            </p:txBody>
          </p:sp>
          <p:sp>
            <p:nvSpPr>
              <p:cNvPr id="504904" name="Text Box 72"/>
              <p:cNvSpPr txBox="1">
                <a:spLocks noChangeArrowheads="1"/>
              </p:cNvSpPr>
              <p:nvPr/>
            </p:nvSpPr>
            <p:spPr bwMode="auto">
              <a:xfrm>
                <a:off x="5603" y="1772"/>
                <a:ext cx="324" cy="183"/>
              </a:xfrm>
              <a:prstGeom prst="rect">
                <a:avLst/>
              </a:prstGeom>
              <a:noFill/>
              <a:ln w="9525">
                <a:noFill/>
                <a:miter lim="800000"/>
                <a:headEnd/>
                <a:tailEnd/>
              </a:ln>
              <a:effectLst/>
            </p:spPr>
            <p:txBody>
              <a:bodyPr wrap="none" anchor="ctr">
                <a:spAutoFit/>
              </a:bodyPr>
              <a:lstStyle/>
              <a:p>
                <a:pPr algn="ctr">
                  <a:spcBef>
                    <a:spcPct val="50000"/>
                  </a:spcBef>
                  <a:defRPr/>
                </a:pPr>
                <a:r>
                  <a:rPr lang="en-US" altLang="ja-JP" sz="1300">
                    <a:effectLst>
                      <a:outerShdw blurRad="38100" dist="38100" dir="2700000" algn="tl">
                        <a:srgbClr val="000000"/>
                      </a:outerShdw>
                    </a:effectLst>
                    <a:latin typeface="Times New Roman" pitchFamily="18" charset="0"/>
                    <a:ea typeface="HG丸ｺﾞｼｯｸM-PRO" charset="-128"/>
                  </a:rPr>
                  <a:t>Wed</a:t>
                </a:r>
              </a:p>
            </p:txBody>
          </p:sp>
          <p:sp>
            <p:nvSpPr>
              <p:cNvPr id="504905" name="Freeform 73"/>
              <p:cNvSpPr>
                <a:spLocks/>
              </p:cNvSpPr>
              <p:nvPr/>
            </p:nvSpPr>
            <p:spPr bwMode="auto">
              <a:xfrm>
                <a:off x="5927" y="1728"/>
                <a:ext cx="121" cy="816"/>
              </a:xfrm>
              <a:custGeom>
                <a:avLst/>
                <a:gdLst/>
                <a:ahLst/>
                <a:cxnLst>
                  <a:cxn ang="0">
                    <a:pos x="55" y="0"/>
                  </a:cxn>
                  <a:cxn ang="0">
                    <a:pos x="1" y="87"/>
                  </a:cxn>
                  <a:cxn ang="0">
                    <a:pos x="61" y="204"/>
                  </a:cxn>
                  <a:cxn ang="0">
                    <a:pos x="13" y="336"/>
                  </a:cxn>
                  <a:cxn ang="0">
                    <a:pos x="67" y="444"/>
                  </a:cxn>
                  <a:cxn ang="0">
                    <a:pos x="1" y="564"/>
                  </a:cxn>
                </a:cxnLst>
                <a:rect l="0" t="0" r="r" b="b"/>
                <a:pathLst>
                  <a:path w="69" h="564">
                    <a:moveTo>
                      <a:pt x="55" y="0"/>
                    </a:moveTo>
                    <a:cubicBezTo>
                      <a:pt x="27" y="26"/>
                      <a:pt x="0" y="53"/>
                      <a:pt x="1" y="87"/>
                    </a:cubicBezTo>
                    <a:cubicBezTo>
                      <a:pt x="2" y="121"/>
                      <a:pt x="59" y="163"/>
                      <a:pt x="61" y="204"/>
                    </a:cubicBezTo>
                    <a:cubicBezTo>
                      <a:pt x="63" y="245"/>
                      <a:pt x="12" y="296"/>
                      <a:pt x="13" y="336"/>
                    </a:cubicBezTo>
                    <a:cubicBezTo>
                      <a:pt x="14" y="376"/>
                      <a:pt x="69" y="406"/>
                      <a:pt x="67" y="444"/>
                    </a:cubicBezTo>
                    <a:cubicBezTo>
                      <a:pt x="65" y="482"/>
                      <a:pt x="11" y="542"/>
                      <a:pt x="1" y="564"/>
                    </a:cubicBezTo>
                  </a:path>
                </a:pathLst>
              </a:custGeom>
              <a:noFill/>
              <a:ln w="9525" cap="flat" cmpd="sng">
                <a:solidFill>
                  <a:schemeClr val="tx1"/>
                </a:solidFill>
                <a:prstDash val="solid"/>
                <a:round/>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04906" name="Line 74"/>
              <p:cNvSpPr>
                <a:spLocks noChangeShapeType="1"/>
              </p:cNvSpPr>
              <p:nvPr/>
            </p:nvSpPr>
            <p:spPr bwMode="auto">
              <a:xfrm>
                <a:off x="4515" y="1788"/>
                <a:ext cx="3" cy="710"/>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4907" name="Line 75"/>
              <p:cNvSpPr>
                <a:spLocks noChangeShapeType="1"/>
              </p:cNvSpPr>
              <p:nvPr/>
            </p:nvSpPr>
            <p:spPr bwMode="auto">
              <a:xfrm>
                <a:off x="4515" y="1797"/>
                <a:ext cx="1436" cy="5"/>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4908" name="Line 76"/>
              <p:cNvSpPr>
                <a:spLocks noChangeShapeType="1"/>
              </p:cNvSpPr>
              <p:nvPr/>
            </p:nvSpPr>
            <p:spPr bwMode="auto">
              <a:xfrm>
                <a:off x="4512" y="2488"/>
                <a:ext cx="1465" cy="0"/>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4909" name="Line 77"/>
              <p:cNvSpPr>
                <a:spLocks noChangeShapeType="1"/>
              </p:cNvSpPr>
              <p:nvPr/>
            </p:nvSpPr>
            <p:spPr bwMode="auto">
              <a:xfrm flipH="1">
                <a:off x="5053" y="2106"/>
                <a:ext cx="31" cy="73"/>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grpSp>
            <p:nvGrpSpPr>
              <p:cNvPr id="35935" name="Group 78"/>
              <p:cNvGrpSpPr>
                <a:grpSpLocks/>
              </p:cNvGrpSpPr>
              <p:nvPr/>
            </p:nvGrpSpPr>
            <p:grpSpPr bwMode="auto">
              <a:xfrm>
                <a:off x="5758" y="2235"/>
                <a:ext cx="62" cy="75"/>
                <a:chOff x="3120" y="2448"/>
                <a:chExt cx="36" cy="51"/>
              </a:xfrm>
            </p:grpSpPr>
            <p:sp>
              <p:nvSpPr>
                <p:cNvPr id="504911" name="Line 79"/>
                <p:cNvSpPr>
                  <a:spLocks noChangeShapeType="1"/>
                </p:cNvSpPr>
                <p:nvPr/>
              </p:nvSpPr>
              <p:spPr bwMode="auto">
                <a:xfrm flipH="1">
                  <a:off x="3120" y="2448"/>
                  <a:ext cx="18" cy="51"/>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4912" name="Line 80"/>
                <p:cNvSpPr>
                  <a:spLocks noChangeShapeType="1"/>
                </p:cNvSpPr>
                <p:nvPr/>
              </p:nvSpPr>
              <p:spPr bwMode="auto">
                <a:xfrm flipH="1">
                  <a:off x="3138" y="2448"/>
                  <a:ext cx="18" cy="51"/>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grpSp>
          <p:grpSp>
            <p:nvGrpSpPr>
              <p:cNvPr id="35936" name="Group 81"/>
              <p:cNvGrpSpPr>
                <a:grpSpLocks/>
              </p:cNvGrpSpPr>
              <p:nvPr/>
            </p:nvGrpSpPr>
            <p:grpSpPr bwMode="auto">
              <a:xfrm>
                <a:off x="5748" y="1963"/>
                <a:ext cx="88" cy="78"/>
                <a:chOff x="3096" y="2547"/>
                <a:chExt cx="51" cy="54"/>
              </a:xfrm>
            </p:grpSpPr>
            <p:sp>
              <p:nvSpPr>
                <p:cNvPr id="504914" name="Line 82"/>
                <p:cNvSpPr>
                  <a:spLocks noChangeShapeType="1"/>
                </p:cNvSpPr>
                <p:nvPr/>
              </p:nvSpPr>
              <p:spPr bwMode="auto">
                <a:xfrm flipH="1">
                  <a:off x="3129" y="2550"/>
                  <a:ext cx="18" cy="51"/>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4915" name="Line 83"/>
                <p:cNvSpPr>
                  <a:spLocks noChangeShapeType="1"/>
                </p:cNvSpPr>
                <p:nvPr/>
              </p:nvSpPr>
              <p:spPr bwMode="auto">
                <a:xfrm flipH="1">
                  <a:off x="3096" y="2547"/>
                  <a:ext cx="18" cy="51"/>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4916" name="Line 84"/>
                <p:cNvSpPr>
                  <a:spLocks noChangeShapeType="1"/>
                </p:cNvSpPr>
                <p:nvPr/>
              </p:nvSpPr>
              <p:spPr bwMode="auto">
                <a:xfrm flipH="1">
                  <a:off x="3111" y="2550"/>
                  <a:ext cx="18" cy="51"/>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grpSp>
          <p:grpSp>
            <p:nvGrpSpPr>
              <p:cNvPr id="35937" name="Group 85"/>
              <p:cNvGrpSpPr>
                <a:grpSpLocks/>
              </p:cNvGrpSpPr>
              <p:nvPr/>
            </p:nvGrpSpPr>
            <p:grpSpPr bwMode="auto">
              <a:xfrm>
                <a:off x="5015" y="2235"/>
                <a:ext cx="105" cy="85"/>
                <a:chOff x="3087" y="2634"/>
                <a:chExt cx="60" cy="57"/>
              </a:xfrm>
            </p:grpSpPr>
            <p:sp>
              <p:nvSpPr>
                <p:cNvPr id="504918" name="Line 86"/>
                <p:cNvSpPr>
                  <a:spLocks noChangeShapeType="1"/>
                </p:cNvSpPr>
                <p:nvPr/>
              </p:nvSpPr>
              <p:spPr bwMode="auto">
                <a:xfrm flipH="1">
                  <a:off x="3087" y="2634"/>
                  <a:ext cx="18" cy="51"/>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4919" name="Line 87"/>
                <p:cNvSpPr>
                  <a:spLocks noChangeShapeType="1"/>
                </p:cNvSpPr>
                <p:nvPr/>
              </p:nvSpPr>
              <p:spPr bwMode="auto">
                <a:xfrm flipH="1">
                  <a:off x="3099" y="2637"/>
                  <a:ext cx="18" cy="52"/>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4920" name="Line 88"/>
                <p:cNvSpPr>
                  <a:spLocks noChangeShapeType="1"/>
                </p:cNvSpPr>
                <p:nvPr/>
              </p:nvSpPr>
              <p:spPr bwMode="auto">
                <a:xfrm flipH="1">
                  <a:off x="3114" y="2637"/>
                  <a:ext cx="18" cy="52"/>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4921" name="Line 89"/>
                <p:cNvSpPr>
                  <a:spLocks noChangeShapeType="1"/>
                </p:cNvSpPr>
                <p:nvPr/>
              </p:nvSpPr>
              <p:spPr bwMode="auto">
                <a:xfrm flipH="1">
                  <a:off x="3129" y="2640"/>
                  <a:ext cx="18" cy="51"/>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grpSp>
          <p:sp>
            <p:nvSpPr>
              <p:cNvPr id="504922" name="Line 90"/>
              <p:cNvSpPr>
                <a:spLocks noChangeShapeType="1"/>
              </p:cNvSpPr>
              <p:nvPr/>
            </p:nvSpPr>
            <p:spPr bwMode="auto">
              <a:xfrm flipH="1">
                <a:off x="5407" y="2381"/>
                <a:ext cx="33" cy="74"/>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grpSp>
            <p:nvGrpSpPr>
              <p:cNvPr id="35939" name="Group 91"/>
              <p:cNvGrpSpPr>
                <a:grpSpLocks/>
              </p:cNvGrpSpPr>
              <p:nvPr/>
            </p:nvGrpSpPr>
            <p:grpSpPr bwMode="auto">
              <a:xfrm>
                <a:off x="5366" y="2239"/>
                <a:ext cx="115" cy="81"/>
                <a:chOff x="3549" y="2307"/>
                <a:chExt cx="66" cy="54"/>
              </a:xfrm>
            </p:grpSpPr>
            <p:sp>
              <p:nvSpPr>
                <p:cNvPr id="504924" name="Line 92"/>
                <p:cNvSpPr>
                  <a:spLocks noChangeShapeType="1"/>
                </p:cNvSpPr>
                <p:nvPr/>
              </p:nvSpPr>
              <p:spPr bwMode="auto">
                <a:xfrm flipH="1">
                  <a:off x="3549" y="2307"/>
                  <a:ext cx="18" cy="51"/>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4925" name="Line 93"/>
                <p:cNvSpPr>
                  <a:spLocks noChangeShapeType="1"/>
                </p:cNvSpPr>
                <p:nvPr/>
              </p:nvSpPr>
              <p:spPr bwMode="auto">
                <a:xfrm flipH="1">
                  <a:off x="3564" y="2307"/>
                  <a:ext cx="18" cy="51"/>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4926" name="Line 94"/>
                <p:cNvSpPr>
                  <a:spLocks noChangeShapeType="1"/>
                </p:cNvSpPr>
                <p:nvPr/>
              </p:nvSpPr>
              <p:spPr bwMode="auto">
                <a:xfrm flipH="1">
                  <a:off x="3579" y="2310"/>
                  <a:ext cx="18" cy="51"/>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4927" name="Line 95"/>
                <p:cNvSpPr>
                  <a:spLocks noChangeShapeType="1"/>
                </p:cNvSpPr>
                <p:nvPr/>
              </p:nvSpPr>
              <p:spPr bwMode="auto">
                <a:xfrm flipH="1">
                  <a:off x="3594" y="2310"/>
                  <a:ext cx="18" cy="51"/>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4928" name="Line 96"/>
                <p:cNvSpPr>
                  <a:spLocks noChangeShapeType="1"/>
                </p:cNvSpPr>
                <p:nvPr/>
              </p:nvSpPr>
              <p:spPr bwMode="auto">
                <a:xfrm>
                  <a:off x="3549" y="2307"/>
                  <a:ext cx="66" cy="54"/>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grpSp>
          <p:grpSp>
            <p:nvGrpSpPr>
              <p:cNvPr id="35940" name="Group 97"/>
              <p:cNvGrpSpPr>
                <a:grpSpLocks/>
              </p:cNvGrpSpPr>
              <p:nvPr/>
            </p:nvGrpSpPr>
            <p:grpSpPr bwMode="auto">
              <a:xfrm>
                <a:off x="5391" y="1963"/>
                <a:ext cx="64" cy="73"/>
                <a:chOff x="3120" y="2448"/>
                <a:chExt cx="36" cy="51"/>
              </a:xfrm>
            </p:grpSpPr>
            <p:sp>
              <p:nvSpPr>
                <p:cNvPr id="504930" name="Line 98"/>
                <p:cNvSpPr>
                  <a:spLocks noChangeShapeType="1"/>
                </p:cNvSpPr>
                <p:nvPr/>
              </p:nvSpPr>
              <p:spPr bwMode="auto">
                <a:xfrm flipH="1">
                  <a:off x="3120" y="2448"/>
                  <a:ext cx="18" cy="51"/>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4931" name="Line 99"/>
                <p:cNvSpPr>
                  <a:spLocks noChangeShapeType="1"/>
                </p:cNvSpPr>
                <p:nvPr/>
              </p:nvSpPr>
              <p:spPr bwMode="auto">
                <a:xfrm flipH="1">
                  <a:off x="3138" y="2448"/>
                  <a:ext cx="18" cy="51"/>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grpSp>
          <p:grpSp>
            <p:nvGrpSpPr>
              <p:cNvPr id="35941" name="Group 100"/>
              <p:cNvGrpSpPr>
                <a:grpSpLocks/>
              </p:cNvGrpSpPr>
              <p:nvPr/>
            </p:nvGrpSpPr>
            <p:grpSpPr bwMode="auto">
              <a:xfrm>
                <a:off x="5735" y="2106"/>
                <a:ext cx="66" cy="73"/>
                <a:chOff x="3120" y="2448"/>
                <a:chExt cx="36" cy="51"/>
              </a:xfrm>
            </p:grpSpPr>
            <p:sp>
              <p:nvSpPr>
                <p:cNvPr id="504933" name="Line 101"/>
                <p:cNvSpPr>
                  <a:spLocks noChangeShapeType="1"/>
                </p:cNvSpPr>
                <p:nvPr/>
              </p:nvSpPr>
              <p:spPr bwMode="auto">
                <a:xfrm flipH="1">
                  <a:off x="3120" y="2448"/>
                  <a:ext cx="18" cy="51"/>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4934" name="Line 102"/>
                <p:cNvSpPr>
                  <a:spLocks noChangeShapeType="1"/>
                </p:cNvSpPr>
                <p:nvPr/>
              </p:nvSpPr>
              <p:spPr bwMode="auto">
                <a:xfrm flipH="1">
                  <a:off x="3138" y="2448"/>
                  <a:ext cx="18" cy="51"/>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grpSp>
          <p:grpSp>
            <p:nvGrpSpPr>
              <p:cNvPr id="35942" name="Group 103"/>
              <p:cNvGrpSpPr>
                <a:grpSpLocks/>
              </p:cNvGrpSpPr>
              <p:nvPr/>
            </p:nvGrpSpPr>
            <p:grpSpPr bwMode="auto">
              <a:xfrm>
                <a:off x="5053" y="2383"/>
                <a:ext cx="89" cy="80"/>
                <a:chOff x="3096" y="2547"/>
                <a:chExt cx="51" cy="54"/>
              </a:xfrm>
            </p:grpSpPr>
            <p:sp>
              <p:nvSpPr>
                <p:cNvPr id="504936" name="Line 104"/>
                <p:cNvSpPr>
                  <a:spLocks noChangeShapeType="1"/>
                </p:cNvSpPr>
                <p:nvPr/>
              </p:nvSpPr>
              <p:spPr bwMode="auto">
                <a:xfrm flipH="1">
                  <a:off x="3129" y="2550"/>
                  <a:ext cx="18" cy="51"/>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4937" name="Line 105"/>
                <p:cNvSpPr>
                  <a:spLocks noChangeShapeType="1"/>
                </p:cNvSpPr>
                <p:nvPr/>
              </p:nvSpPr>
              <p:spPr bwMode="auto">
                <a:xfrm flipH="1">
                  <a:off x="3096" y="2547"/>
                  <a:ext cx="18" cy="51"/>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4938" name="Line 106"/>
                <p:cNvSpPr>
                  <a:spLocks noChangeShapeType="1"/>
                </p:cNvSpPr>
                <p:nvPr/>
              </p:nvSpPr>
              <p:spPr bwMode="auto">
                <a:xfrm flipH="1">
                  <a:off x="3111" y="2550"/>
                  <a:ext cx="18" cy="51"/>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grpSp>
          <p:grpSp>
            <p:nvGrpSpPr>
              <p:cNvPr id="35943" name="Group 107"/>
              <p:cNvGrpSpPr>
                <a:grpSpLocks/>
              </p:cNvGrpSpPr>
              <p:nvPr/>
            </p:nvGrpSpPr>
            <p:grpSpPr bwMode="auto">
              <a:xfrm>
                <a:off x="5726" y="2381"/>
                <a:ext cx="104" cy="82"/>
                <a:chOff x="3087" y="2634"/>
                <a:chExt cx="60" cy="57"/>
              </a:xfrm>
            </p:grpSpPr>
            <p:sp>
              <p:nvSpPr>
                <p:cNvPr id="504940" name="Line 108"/>
                <p:cNvSpPr>
                  <a:spLocks noChangeShapeType="1"/>
                </p:cNvSpPr>
                <p:nvPr/>
              </p:nvSpPr>
              <p:spPr bwMode="auto">
                <a:xfrm flipH="1">
                  <a:off x="3087" y="2634"/>
                  <a:ext cx="18" cy="51"/>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4941" name="Line 109"/>
                <p:cNvSpPr>
                  <a:spLocks noChangeShapeType="1"/>
                </p:cNvSpPr>
                <p:nvPr/>
              </p:nvSpPr>
              <p:spPr bwMode="auto">
                <a:xfrm flipH="1">
                  <a:off x="3099" y="2637"/>
                  <a:ext cx="18" cy="51"/>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4942" name="Line 110"/>
                <p:cNvSpPr>
                  <a:spLocks noChangeShapeType="1"/>
                </p:cNvSpPr>
                <p:nvPr/>
              </p:nvSpPr>
              <p:spPr bwMode="auto">
                <a:xfrm flipH="1">
                  <a:off x="3114" y="2637"/>
                  <a:ext cx="18" cy="51"/>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4943" name="Line 111"/>
                <p:cNvSpPr>
                  <a:spLocks noChangeShapeType="1"/>
                </p:cNvSpPr>
                <p:nvPr/>
              </p:nvSpPr>
              <p:spPr bwMode="auto">
                <a:xfrm flipH="1">
                  <a:off x="3129" y="2640"/>
                  <a:ext cx="18" cy="51"/>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grpSp>
        </p:grpSp>
        <p:grpSp>
          <p:nvGrpSpPr>
            <p:cNvPr id="35882" name="Group 112"/>
            <p:cNvGrpSpPr>
              <a:grpSpLocks/>
            </p:cNvGrpSpPr>
            <p:nvPr/>
          </p:nvGrpSpPr>
          <p:grpSpPr bwMode="auto">
            <a:xfrm>
              <a:off x="4512" y="3408"/>
              <a:ext cx="1488" cy="720"/>
              <a:chOff x="4512" y="3408"/>
              <a:chExt cx="1488" cy="720"/>
            </a:xfrm>
          </p:grpSpPr>
          <p:sp>
            <p:nvSpPr>
              <p:cNvPr id="504945" name="Rectangle 113"/>
              <p:cNvSpPr>
                <a:spLocks noChangeArrowheads="1"/>
              </p:cNvSpPr>
              <p:nvPr/>
            </p:nvSpPr>
            <p:spPr bwMode="auto">
              <a:xfrm>
                <a:off x="5833" y="3574"/>
                <a:ext cx="167" cy="412"/>
              </a:xfrm>
              <a:prstGeom prst="rect">
                <a:avLst/>
              </a:prstGeom>
              <a:solidFill>
                <a:srgbClr val="FF99CC"/>
              </a:solidFill>
              <a:ln w="19050">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04946" name="Line 114"/>
              <p:cNvSpPr>
                <a:spLocks noChangeShapeType="1"/>
              </p:cNvSpPr>
              <p:nvPr/>
            </p:nvSpPr>
            <p:spPr bwMode="auto">
              <a:xfrm flipV="1">
                <a:off x="4512" y="3783"/>
                <a:ext cx="1321" cy="2"/>
              </a:xfrm>
              <a:prstGeom prst="line">
                <a:avLst/>
              </a:prstGeom>
              <a:noFill/>
              <a:ln w="28575">
                <a:solidFill>
                  <a:schemeClr val="tx1"/>
                </a:solidFill>
                <a:round/>
                <a:headEnd/>
                <a:tailEnd type="triangle" w="med" len="me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4947" name="Line 115"/>
              <p:cNvSpPr>
                <a:spLocks noChangeShapeType="1"/>
              </p:cNvSpPr>
              <p:nvPr/>
            </p:nvSpPr>
            <p:spPr bwMode="auto">
              <a:xfrm>
                <a:off x="4796" y="3504"/>
                <a:ext cx="334" cy="269"/>
              </a:xfrm>
              <a:prstGeom prst="line">
                <a:avLst/>
              </a:prstGeom>
              <a:noFill/>
              <a:ln w="19050">
                <a:solidFill>
                  <a:schemeClr val="tx1"/>
                </a:solidFill>
                <a:round/>
                <a:headEnd/>
                <a:tailEnd type="triangle" w="med" len="me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4948" name="Line 116"/>
              <p:cNvSpPr>
                <a:spLocks noChangeShapeType="1"/>
              </p:cNvSpPr>
              <p:nvPr/>
            </p:nvSpPr>
            <p:spPr bwMode="auto">
              <a:xfrm>
                <a:off x="5258" y="3500"/>
                <a:ext cx="341" cy="277"/>
              </a:xfrm>
              <a:prstGeom prst="line">
                <a:avLst/>
              </a:prstGeom>
              <a:noFill/>
              <a:ln w="19050">
                <a:solidFill>
                  <a:schemeClr val="tx1"/>
                </a:solidFill>
                <a:round/>
                <a:headEnd/>
                <a:tailEnd type="triangle" w="med" len="me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4949" name="Line 117"/>
              <p:cNvSpPr>
                <a:spLocks noChangeShapeType="1"/>
              </p:cNvSpPr>
              <p:nvPr/>
            </p:nvSpPr>
            <p:spPr bwMode="auto">
              <a:xfrm flipV="1">
                <a:off x="5193" y="3785"/>
                <a:ext cx="299" cy="241"/>
              </a:xfrm>
              <a:prstGeom prst="line">
                <a:avLst/>
              </a:prstGeom>
              <a:noFill/>
              <a:ln w="19050">
                <a:solidFill>
                  <a:schemeClr val="tx1"/>
                </a:solidFill>
                <a:round/>
                <a:headEnd/>
                <a:tailEnd type="triangle" w="med" len="me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4950" name="Line 118"/>
              <p:cNvSpPr>
                <a:spLocks noChangeShapeType="1"/>
              </p:cNvSpPr>
              <p:nvPr/>
            </p:nvSpPr>
            <p:spPr bwMode="auto">
              <a:xfrm flipV="1">
                <a:off x="4688" y="3785"/>
                <a:ext cx="303" cy="245"/>
              </a:xfrm>
              <a:prstGeom prst="line">
                <a:avLst/>
              </a:prstGeom>
              <a:noFill/>
              <a:ln w="19050">
                <a:solidFill>
                  <a:schemeClr val="tx1"/>
                </a:solidFill>
                <a:round/>
                <a:headEnd/>
                <a:tailEnd type="triangle" w="med" len="me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4951" name="Rectangle 119"/>
              <p:cNvSpPr>
                <a:spLocks noChangeArrowheads="1"/>
              </p:cNvSpPr>
              <p:nvPr/>
            </p:nvSpPr>
            <p:spPr bwMode="auto">
              <a:xfrm>
                <a:off x="4640" y="3408"/>
                <a:ext cx="329" cy="96"/>
              </a:xfrm>
              <a:prstGeom prst="rect">
                <a:avLst/>
              </a:prstGeom>
              <a:solidFill>
                <a:srgbClr val="FF99CC"/>
              </a:solidFill>
              <a:ln w="12700">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04952" name="Rectangle 120"/>
              <p:cNvSpPr>
                <a:spLocks noChangeArrowheads="1"/>
              </p:cNvSpPr>
              <p:nvPr/>
            </p:nvSpPr>
            <p:spPr bwMode="auto">
              <a:xfrm>
                <a:off x="5113" y="3408"/>
                <a:ext cx="329" cy="96"/>
              </a:xfrm>
              <a:prstGeom prst="rect">
                <a:avLst/>
              </a:prstGeom>
              <a:solidFill>
                <a:srgbClr val="FF99CC"/>
              </a:solidFill>
              <a:ln w="12700">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04953" name="Rectangle 121"/>
              <p:cNvSpPr>
                <a:spLocks noChangeArrowheads="1"/>
              </p:cNvSpPr>
              <p:nvPr/>
            </p:nvSpPr>
            <p:spPr bwMode="auto">
              <a:xfrm>
                <a:off x="4539" y="4031"/>
                <a:ext cx="330" cy="97"/>
              </a:xfrm>
              <a:prstGeom prst="rect">
                <a:avLst/>
              </a:prstGeom>
              <a:solidFill>
                <a:srgbClr val="FF99CC"/>
              </a:solidFill>
              <a:ln w="12700">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04954" name="Rectangle 122"/>
              <p:cNvSpPr>
                <a:spLocks noChangeArrowheads="1"/>
              </p:cNvSpPr>
              <p:nvPr/>
            </p:nvSpPr>
            <p:spPr bwMode="auto">
              <a:xfrm>
                <a:off x="5050" y="4026"/>
                <a:ext cx="330" cy="97"/>
              </a:xfrm>
              <a:prstGeom prst="rect">
                <a:avLst/>
              </a:prstGeom>
              <a:solidFill>
                <a:srgbClr val="FF99CC"/>
              </a:solidFill>
              <a:ln w="12700">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04955" name="Line 123"/>
              <p:cNvSpPr>
                <a:spLocks noChangeShapeType="1"/>
              </p:cNvSpPr>
              <p:nvPr/>
            </p:nvSpPr>
            <p:spPr bwMode="auto">
              <a:xfrm>
                <a:off x="5248" y="3652"/>
                <a:ext cx="181" cy="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grpSp>
            <p:nvGrpSpPr>
              <p:cNvPr id="35894" name="Group 124"/>
              <p:cNvGrpSpPr>
                <a:grpSpLocks/>
              </p:cNvGrpSpPr>
              <p:nvPr/>
            </p:nvGrpSpPr>
            <p:grpSpPr bwMode="auto">
              <a:xfrm>
                <a:off x="5348" y="3528"/>
                <a:ext cx="181" cy="93"/>
                <a:chOff x="3610" y="3110"/>
                <a:chExt cx="104" cy="64"/>
              </a:xfrm>
            </p:grpSpPr>
            <p:sp>
              <p:nvSpPr>
                <p:cNvPr id="504957" name="Line 125"/>
                <p:cNvSpPr>
                  <a:spLocks noChangeShapeType="1"/>
                </p:cNvSpPr>
                <p:nvPr/>
              </p:nvSpPr>
              <p:spPr bwMode="auto">
                <a:xfrm>
                  <a:off x="3610" y="3146"/>
                  <a:ext cx="104" cy="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4958" name="Line 126"/>
                <p:cNvSpPr>
                  <a:spLocks noChangeShapeType="1"/>
                </p:cNvSpPr>
                <p:nvPr/>
              </p:nvSpPr>
              <p:spPr bwMode="auto">
                <a:xfrm flipH="1">
                  <a:off x="3648" y="3110"/>
                  <a:ext cx="34" cy="36"/>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4959" name="Line 127"/>
                <p:cNvSpPr>
                  <a:spLocks noChangeShapeType="1"/>
                </p:cNvSpPr>
                <p:nvPr/>
              </p:nvSpPr>
              <p:spPr bwMode="auto">
                <a:xfrm>
                  <a:off x="3676" y="3146"/>
                  <a:ext cx="30" cy="28"/>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grpSp>
          <p:sp>
            <p:nvSpPr>
              <p:cNvPr id="504960" name="Line 128"/>
              <p:cNvSpPr>
                <a:spLocks noChangeShapeType="1"/>
              </p:cNvSpPr>
              <p:nvPr/>
            </p:nvSpPr>
            <p:spPr bwMode="auto">
              <a:xfrm flipH="1">
                <a:off x="5334" y="3652"/>
                <a:ext cx="46" cy="56"/>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4961" name="Line 129"/>
              <p:cNvSpPr>
                <a:spLocks noChangeShapeType="1"/>
              </p:cNvSpPr>
              <p:nvPr/>
            </p:nvSpPr>
            <p:spPr bwMode="auto">
              <a:xfrm>
                <a:off x="5269" y="3599"/>
                <a:ext cx="65" cy="53"/>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grpSp>
            <p:nvGrpSpPr>
              <p:cNvPr id="35897" name="Group 130"/>
              <p:cNvGrpSpPr>
                <a:grpSpLocks/>
              </p:cNvGrpSpPr>
              <p:nvPr/>
            </p:nvGrpSpPr>
            <p:grpSpPr bwMode="auto">
              <a:xfrm>
                <a:off x="4891" y="3524"/>
                <a:ext cx="180" cy="89"/>
                <a:chOff x="3610" y="3110"/>
                <a:chExt cx="104" cy="64"/>
              </a:xfrm>
            </p:grpSpPr>
            <p:sp>
              <p:nvSpPr>
                <p:cNvPr id="504963" name="Line 131"/>
                <p:cNvSpPr>
                  <a:spLocks noChangeShapeType="1"/>
                </p:cNvSpPr>
                <p:nvPr/>
              </p:nvSpPr>
              <p:spPr bwMode="auto">
                <a:xfrm>
                  <a:off x="3610" y="3146"/>
                  <a:ext cx="104" cy="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4964" name="Line 132"/>
                <p:cNvSpPr>
                  <a:spLocks noChangeShapeType="1"/>
                </p:cNvSpPr>
                <p:nvPr/>
              </p:nvSpPr>
              <p:spPr bwMode="auto">
                <a:xfrm flipH="1">
                  <a:off x="3648" y="3110"/>
                  <a:ext cx="34" cy="36"/>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4965" name="Line 133"/>
                <p:cNvSpPr>
                  <a:spLocks noChangeShapeType="1"/>
                </p:cNvSpPr>
                <p:nvPr/>
              </p:nvSpPr>
              <p:spPr bwMode="auto">
                <a:xfrm>
                  <a:off x="3676" y="3146"/>
                  <a:ext cx="30" cy="28"/>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grpSp>
          <p:sp>
            <p:nvSpPr>
              <p:cNvPr id="504966" name="Line 134"/>
              <p:cNvSpPr>
                <a:spLocks noChangeShapeType="1"/>
              </p:cNvSpPr>
              <p:nvPr/>
            </p:nvSpPr>
            <p:spPr bwMode="auto">
              <a:xfrm>
                <a:off x="4789" y="3656"/>
                <a:ext cx="180" cy="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4967" name="Line 135"/>
              <p:cNvSpPr>
                <a:spLocks noChangeShapeType="1"/>
              </p:cNvSpPr>
              <p:nvPr/>
            </p:nvSpPr>
            <p:spPr bwMode="auto">
              <a:xfrm flipH="1">
                <a:off x="4876" y="3656"/>
                <a:ext cx="46" cy="55"/>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4968" name="Line 136"/>
              <p:cNvSpPr>
                <a:spLocks noChangeShapeType="1"/>
              </p:cNvSpPr>
              <p:nvPr/>
            </p:nvSpPr>
            <p:spPr bwMode="auto">
              <a:xfrm>
                <a:off x="4810" y="3602"/>
                <a:ext cx="66" cy="54"/>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4969" name="Line 137"/>
              <p:cNvSpPr>
                <a:spLocks noChangeShapeType="1"/>
              </p:cNvSpPr>
              <p:nvPr/>
            </p:nvSpPr>
            <p:spPr bwMode="auto">
              <a:xfrm>
                <a:off x="4647" y="3898"/>
                <a:ext cx="208" cy="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4970" name="Line 138"/>
              <p:cNvSpPr>
                <a:spLocks noChangeShapeType="1"/>
              </p:cNvSpPr>
              <p:nvPr/>
            </p:nvSpPr>
            <p:spPr bwMode="auto">
              <a:xfrm flipH="1">
                <a:off x="4710" y="3898"/>
                <a:ext cx="59" cy="47"/>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4971" name="Line 139"/>
              <p:cNvSpPr>
                <a:spLocks noChangeShapeType="1"/>
              </p:cNvSpPr>
              <p:nvPr/>
            </p:nvSpPr>
            <p:spPr bwMode="auto">
              <a:xfrm>
                <a:off x="4678" y="3840"/>
                <a:ext cx="46" cy="56"/>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4972" name="Line 140"/>
              <p:cNvSpPr>
                <a:spLocks noChangeShapeType="1"/>
              </p:cNvSpPr>
              <p:nvPr/>
            </p:nvSpPr>
            <p:spPr bwMode="auto">
              <a:xfrm>
                <a:off x="4757" y="3967"/>
                <a:ext cx="185" cy="3"/>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4973" name="Line 141"/>
              <p:cNvSpPr>
                <a:spLocks noChangeShapeType="1"/>
              </p:cNvSpPr>
              <p:nvPr/>
            </p:nvSpPr>
            <p:spPr bwMode="auto">
              <a:xfrm flipH="1">
                <a:off x="4848" y="3923"/>
                <a:ext cx="58" cy="47"/>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4974" name="Line 142"/>
              <p:cNvSpPr>
                <a:spLocks noChangeShapeType="1"/>
              </p:cNvSpPr>
              <p:nvPr/>
            </p:nvSpPr>
            <p:spPr bwMode="auto">
              <a:xfrm>
                <a:off x="4802" y="3970"/>
                <a:ext cx="74" cy="4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4975" name="Line 143"/>
              <p:cNvSpPr>
                <a:spLocks noChangeShapeType="1"/>
              </p:cNvSpPr>
              <p:nvPr/>
            </p:nvSpPr>
            <p:spPr bwMode="auto">
              <a:xfrm>
                <a:off x="5143" y="3889"/>
                <a:ext cx="208" cy="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4976" name="Line 144"/>
              <p:cNvSpPr>
                <a:spLocks noChangeShapeType="1"/>
              </p:cNvSpPr>
              <p:nvPr/>
            </p:nvSpPr>
            <p:spPr bwMode="auto">
              <a:xfrm flipH="1">
                <a:off x="5206" y="3889"/>
                <a:ext cx="59" cy="48"/>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4977" name="Line 145"/>
              <p:cNvSpPr>
                <a:spLocks noChangeShapeType="1"/>
              </p:cNvSpPr>
              <p:nvPr/>
            </p:nvSpPr>
            <p:spPr bwMode="auto">
              <a:xfrm>
                <a:off x="5175" y="3832"/>
                <a:ext cx="46" cy="54"/>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4978" name="Line 146"/>
              <p:cNvSpPr>
                <a:spLocks noChangeShapeType="1"/>
              </p:cNvSpPr>
              <p:nvPr/>
            </p:nvSpPr>
            <p:spPr bwMode="auto">
              <a:xfrm>
                <a:off x="5279" y="3966"/>
                <a:ext cx="184" cy="1"/>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4979" name="Line 147"/>
              <p:cNvSpPr>
                <a:spLocks noChangeShapeType="1"/>
              </p:cNvSpPr>
              <p:nvPr/>
            </p:nvSpPr>
            <p:spPr bwMode="auto">
              <a:xfrm flipH="1">
                <a:off x="5366" y="3917"/>
                <a:ext cx="58" cy="49"/>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4980" name="Line 148"/>
              <p:cNvSpPr>
                <a:spLocks noChangeShapeType="1"/>
              </p:cNvSpPr>
              <p:nvPr/>
            </p:nvSpPr>
            <p:spPr bwMode="auto">
              <a:xfrm>
                <a:off x="5324" y="3970"/>
                <a:ext cx="73" cy="4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grpSp>
      </p:grpSp>
      <p:sp>
        <p:nvSpPr>
          <p:cNvPr id="504984" name="AutoShape 152"/>
          <p:cNvSpPr>
            <a:spLocks noChangeArrowheads="1"/>
          </p:cNvSpPr>
          <p:nvPr/>
        </p:nvSpPr>
        <p:spPr bwMode="auto">
          <a:xfrm>
            <a:off x="1600200" y="76200"/>
            <a:ext cx="6477000" cy="533400"/>
          </a:xfrm>
          <a:prstGeom prst="roundRect">
            <a:avLst>
              <a:gd name="adj" fmla="val 16667"/>
            </a:avLst>
          </a:prstGeom>
          <a:solidFill>
            <a:srgbClr val="008000"/>
          </a:solidFill>
          <a:ln w="9525">
            <a:solidFill>
              <a:schemeClr val="tx1"/>
            </a:solidFill>
            <a:round/>
            <a:headEnd/>
            <a:tailEnd/>
          </a:ln>
          <a:effectLst>
            <a:outerShdw blurRad="63500" dist="107763" dir="2700000" algn="ctr" rotWithShape="0">
              <a:schemeClr val="bg2">
                <a:alpha val="74998"/>
              </a:schemeClr>
            </a:outerShdw>
          </a:effectLst>
        </p:spPr>
        <p:txBody>
          <a:bodyPr wrap="none" anchor="ctr"/>
          <a:lstStyle/>
          <a:p>
            <a:pPr algn="ctr">
              <a:defRPr/>
            </a:pPr>
            <a:r>
              <a:rPr lang="en-US" altLang="ja-JP">
                <a:effectLst>
                  <a:outerShdw blurRad="38100" dist="38100" dir="2700000" algn="tl">
                    <a:srgbClr val="000000"/>
                  </a:outerShdw>
                </a:effectLst>
                <a:ea typeface="イワタ中丸ゴシック体(GT)" charset="-128"/>
              </a:rPr>
              <a:t>(4) Seven tools for QC (Q7)</a:t>
            </a:r>
          </a:p>
        </p:txBody>
      </p:sp>
      <p:sp>
        <p:nvSpPr>
          <p:cNvPr id="504987" name="Text Box 155"/>
          <p:cNvSpPr txBox="1">
            <a:spLocks noChangeArrowheads="1"/>
          </p:cNvSpPr>
          <p:nvPr/>
        </p:nvSpPr>
        <p:spPr bwMode="auto">
          <a:xfrm>
            <a:off x="631825" y="998538"/>
            <a:ext cx="1246188" cy="336550"/>
          </a:xfrm>
          <a:prstGeom prst="rect">
            <a:avLst/>
          </a:prstGeom>
          <a:noFill/>
          <a:ln w="9525">
            <a:noFill/>
            <a:miter lim="800000"/>
            <a:headEnd/>
            <a:tailEnd/>
          </a:ln>
          <a:effectLst/>
        </p:spPr>
        <p:txBody>
          <a:bodyPr anchor="ctr">
            <a:spAutoFit/>
          </a:bodyPr>
          <a:lstStyle/>
          <a:p>
            <a:pPr algn="ctr" eaLnBrk="0" hangingPunct="0">
              <a:defRPr/>
            </a:pPr>
            <a:r>
              <a:rPr kumimoji="0" lang="en-US" altLang="ja-JP" sz="1600" b="0">
                <a:latin typeface="Times New Roman" pitchFamily="18" charset="0"/>
              </a:rPr>
              <a:t>Techniques</a:t>
            </a:r>
            <a:endParaRPr kumimoji="0" lang="en-US" altLang="ja-JP">
              <a:effectLst>
                <a:outerShdw blurRad="38100" dist="38100" dir="2700000" algn="tl">
                  <a:srgbClr val="000000"/>
                </a:outerShdw>
              </a:effectLst>
              <a:latin typeface="Times New Roman" pitchFamily="18" charset="0"/>
            </a:endParaRPr>
          </a:p>
        </p:txBody>
      </p:sp>
      <p:sp>
        <p:nvSpPr>
          <p:cNvPr id="504988" name="Text Box 156"/>
          <p:cNvSpPr txBox="1">
            <a:spLocks noChangeArrowheads="1"/>
          </p:cNvSpPr>
          <p:nvPr/>
        </p:nvSpPr>
        <p:spPr bwMode="auto">
          <a:xfrm>
            <a:off x="3127375" y="984250"/>
            <a:ext cx="2662238" cy="366713"/>
          </a:xfrm>
          <a:prstGeom prst="rect">
            <a:avLst/>
          </a:prstGeom>
          <a:noFill/>
          <a:ln w="9525">
            <a:noFill/>
            <a:miter lim="800000"/>
            <a:headEnd/>
            <a:tailEnd/>
          </a:ln>
          <a:effectLst/>
        </p:spPr>
        <p:txBody>
          <a:bodyPr anchor="ctr">
            <a:spAutoFit/>
          </a:bodyPr>
          <a:lstStyle/>
          <a:p>
            <a:pPr algn="ctr" eaLnBrk="0" hangingPunct="0">
              <a:defRPr/>
            </a:pPr>
            <a:r>
              <a:rPr kumimoji="0" lang="en-US" altLang="ja-JP" sz="1800" b="0">
                <a:latin typeface="Times New Roman" pitchFamily="18" charset="0"/>
              </a:rPr>
              <a:t>Definition and purpose</a:t>
            </a:r>
            <a:endParaRPr kumimoji="0" lang="en-US" altLang="ja-JP">
              <a:effectLst>
                <a:outerShdw blurRad="38100" dist="38100" dir="2700000" algn="tl">
                  <a:srgbClr val="000000"/>
                </a:outerShdw>
              </a:effectLst>
              <a:latin typeface="Times New Roman" pitchFamily="18" charset="0"/>
            </a:endParaRPr>
          </a:p>
        </p:txBody>
      </p:sp>
      <p:sp>
        <p:nvSpPr>
          <p:cNvPr id="504989" name="Text Box 157"/>
          <p:cNvSpPr txBox="1">
            <a:spLocks noChangeArrowheads="1"/>
          </p:cNvSpPr>
          <p:nvPr/>
        </p:nvSpPr>
        <p:spPr bwMode="auto">
          <a:xfrm>
            <a:off x="7472363" y="969963"/>
            <a:ext cx="2017712" cy="396875"/>
          </a:xfrm>
          <a:prstGeom prst="rect">
            <a:avLst/>
          </a:prstGeom>
          <a:noFill/>
          <a:ln w="9525">
            <a:noFill/>
            <a:miter lim="800000"/>
            <a:headEnd/>
            <a:tailEnd/>
          </a:ln>
          <a:effectLst/>
        </p:spPr>
        <p:txBody>
          <a:bodyPr anchor="ctr">
            <a:spAutoFit/>
          </a:bodyPr>
          <a:lstStyle/>
          <a:p>
            <a:pPr algn="ctr" eaLnBrk="0" hangingPunct="0">
              <a:defRPr/>
            </a:pPr>
            <a:r>
              <a:rPr kumimoji="0" lang="en-US" altLang="ja-JP" sz="2000" b="0">
                <a:latin typeface="Times New Roman" pitchFamily="18" charset="0"/>
              </a:rPr>
              <a:t>Basic chart</a:t>
            </a:r>
            <a:endParaRPr kumimoji="0" lang="en-US" altLang="ja-JP" sz="2000">
              <a:effectLst>
                <a:outerShdw blurRad="38100" dist="38100" dir="2700000" algn="tl">
                  <a:srgbClr val="000000"/>
                </a:outerShdw>
              </a:effectLst>
              <a:latin typeface="Times New Roman"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6883" name="AutoShape 3"/>
          <p:cNvSpPr>
            <a:spLocks noChangeArrowheads="1"/>
          </p:cNvSpPr>
          <p:nvPr/>
        </p:nvSpPr>
        <p:spPr bwMode="auto">
          <a:xfrm>
            <a:off x="200025" y="838200"/>
            <a:ext cx="9553575" cy="5867400"/>
          </a:xfrm>
          <a:prstGeom prst="foldedCorner">
            <a:avLst>
              <a:gd name="adj" fmla="val 3375"/>
            </a:avLst>
          </a:prstGeom>
          <a:solidFill>
            <a:srgbClr val="000080">
              <a:alpha val="50000"/>
            </a:srgbClr>
          </a:solidFill>
          <a:ln w="19050">
            <a:solidFill>
              <a:schemeClr val="tx1"/>
            </a:solidFill>
            <a:round/>
            <a:headEnd/>
            <a:tailEnd/>
          </a:ln>
          <a:effectLst/>
        </p:spPr>
        <p:txBody>
          <a:bodyPr wrap="none" lIns="1062000" rIns="1242000" anchor="ctr"/>
          <a:lstStyle/>
          <a:p>
            <a:pPr>
              <a:defRPr/>
            </a:pPr>
            <a:endParaRPr lang="en-US">
              <a:effectLst>
                <a:outerShdw blurRad="38100" dist="38100" dir="2700000" algn="tl">
                  <a:srgbClr val="000000"/>
                </a:outerShdw>
              </a:effectLst>
            </a:endParaRPr>
          </a:p>
        </p:txBody>
      </p:sp>
      <p:grpSp>
        <p:nvGrpSpPr>
          <p:cNvPr id="36867" name="Group 109"/>
          <p:cNvGrpSpPr>
            <a:grpSpLocks/>
          </p:cNvGrpSpPr>
          <p:nvPr/>
        </p:nvGrpSpPr>
        <p:grpSpPr bwMode="auto">
          <a:xfrm>
            <a:off x="304800" y="947738"/>
            <a:ext cx="9372600" cy="5638800"/>
            <a:chOff x="192" y="597"/>
            <a:chExt cx="5904" cy="3552"/>
          </a:xfrm>
        </p:grpSpPr>
        <p:sp>
          <p:nvSpPr>
            <p:cNvPr id="506885" name="Rectangle 5"/>
            <p:cNvSpPr>
              <a:spLocks noChangeArrowheads="1"/>
            </p:cNvSpPr>
            <p:nvPr/>
          </p:nvSpPr>
          <p:spPr bwMode="auto">
            <a:xfrm>
              <a:off x="192" y="606"/>
              <a:ext cx="5894" cy="3543"/>
            </a:xfrm>
            <a:prstGeom prst="rect">
              <a:avLst/>
            </a:prstGeom>
            <a:noFill/>
            <a:ln w="28575">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06886" name="Line 6"/>
            <p:cNvSpPr>
              <a:spLocks noChangeShapeType="1"/>
            </p:cNvSpPr>
            <p:nvPr/>
          </p:nvSpPr>
          <p:spPr bwMode="auto">
            <a:xfrm>
              <a:off x="1200" y="597"/>
              <a:ext cx="0" cy="3552"/>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6887" name="Line 7"/>
            <p:cNvSpPr>
              <a:spLocks noChangeShapeType="1"/>
            </p:cNvSpPr>
            <p:nvPr/>
          </p:nvSpPr>
          <p:spPr bwMode="auto">
            <a:xfrm>
              <a:off x="4608" y="597"/>
              <a:ext cx="0" cy="3552"/>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6888" name="Line 8"/>
            <p:cNvSpPr>
              <a:spLocks noChangeShapeType="1"/>
            </p:cNvSpPr>
            <p:nvPr/>
          </p:nvSpPr>
          <p:spPr bwMode="auto">
            <a:xfrm>
              <a:off x="202" y="1863"/>
              <a:ext cx="5894" cy="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6889" name="Line 9"/>
            <p:cNvSpPr>
              <a:spLocks noChangeShapeType="1"/>
            </p:cNvSpPr>
            <p:nvPr/>
          </p:nvSpPr>
          <p:spPr bwMode="auto">
            <a:xfrm>
              <a:off x="192" y="933"/>
              <a:ext cx="5894" cy="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6890" name="Line 10"/>
            <p:cNvSpPr>
              <a:spLocks noChangeShapeType="1"/>
            </p:cNvSpPr>
            <p:nvPr/>
          </p:nvSpPr>
          <p:spPr bwMode="auto">
            <a:xfrm>
              <a:off x="192" y="2931"/>
              <a:ext cx="5894" cy="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6894" name="Text Box 14"/>
            <p:cNvSpPr txBox="1">
              <a:spLocks noChangeArrowheads="1"/>
            </p:cNvSpPr>
            <p:nvPr/>
          </p:nvSpPr>
          <p:spPr bwMode="auto">
            <a:xfrm>
              <a:off x="224" y="1289"/>
              <a:ext cx="1004" cy="192"/>
            </a:xfrm>
            <a:prstGeom prst="rect">
              <a:avLst/>
            </a:prstGeom>
            <a:noFill/>
            <a:ln w="9525">
              <a:noFill/>
              <a:miter lim="800000"/>
              <a:headEnd/>
              <a:tailEnd/>
            </a:ln>
            <a:effectLst/>
          </p:spPr>
          <p:txBody>
            <a:bodyPr anchor="ctr">
              <a:spAutoFit/>
            </a:bodyPr>
            <a:lstStyle/>
            <a:p>
              <a:pPr>
                <a:spcBef>
                  <a:spcPct val="50000"/>
                </a:spcBef>
                <a:defRPr/>
              </a:pPr>
              <a:r>
                <a:rPr lang="en-US" altLang="ja-JP" sz="1400">
                  <a:solidFill>
                    <a:schemeClr val="folHlink"/>
                  </a:solidFill>
                  <a:effectLst>
                    <a:outerShdw blurRad="38100" dist="38100" dir="2700000" algn="tl">
                      <a:srgbClr val="000000"/>
                    </a:outerShdw>
                  </a:effectLst>
                  <a:ea typeface="イワタ中丸ゴシック体(GT)" charset="-128"/>
                </a:rPr>
                <a:t>Scatter diagram</a:t>
              </a:r>
            </a:p>
          </p:txBody>
        </p:sp>
        <p:sp>
          <p:nvSpPr>
            <p:cNvPr id="506895" name="Text Box 15"/>
            <p:cNvSpPr txBox="1">
              <a:spLocks noChangeArrowheads="1"/>
            </p:cNvSpPr>
            <p:nvPr/>
          </p:nvSpPr>
          <p:spPr bwMode="auto">
            <a:xfrm>
              <a:off x="214" y="2229"/>
              <a:ext cx="910" cy="231"/>
            </a:xfrm>
            <a:prstGeom prst="rect">
              <a:avLst/>
            </a:prstGeom>
            <a:noFill/>
            <a:ln w="9525">
              <a:noFill/>
              <a:miter lim="800000"/>
              <a:headEnd/>
              <a:tailEnd/>
            </a:ln>
            <a:effectLst/>
          </p:spPr>
          <p:txBody>
            <a:bodyPr anchor="ctr">
              <a:spAutoFit/>
            </a:bodyPr>
            <a:lstStyle/>
            <a:p>
              <a:pPr>
                <a:spcBef>
                  <a:spcPct val="50000"/>
                </a:spcBef>
                <a:defRPr/>
              </a:pPr>
              <a:r>
                <a:rPr lang="en-US" altLang="ja-JP" sz="1800">
                  <a:solidFill>
                    <a:schemeClr val="folHlink"/>
                  </a:solidFill>
                  <a:effectLst>
                    <a:outerShdw blurRad="38100" dist="38100" dir="2700000" algn="tl">
                      <a:srgbClr val="000000"/>
                    </a:outerShdw>
                  </a:effectLst>
                  <a:ea typeface="イワタ中丸ゴシック体(GT)" charset="-128"/>
                </a:rPr>
                <a:t>Histogram</a:t>
              </a:r>
            </a:p>
          </p:txBody>
        </p:sp>
        <p:sp>
          <p:nvSpPr>
            <p:cNvPr id="506896" name="Text Box 16"/>
            <p:cNvSpPr txBox="1">
              <a:spLocks noChangeArrowheads="1"/>
            </p:cNvSpPr>
            <p:nvPr/>
          </p:nvSpPr>
          <p:spPr bwMode="auto">
            <a:xfrm>
              <a:off x="233" y="3351"/>
              <a:ext cx="755" cy="192"/>
            </a:xfrm>
            <a:prstGeom prst="rect">
              <a:avLst/>
            </a:prstGeom>
            <a:noFill/>
            <a:ln w="9525">
              <a:noFill/>
              <a:miter lim="800000"/>
              <a:headEnd/>
              <a:tailEnd/>
            </a:ln>
            <a:effectLst/>
          </p:spPr>
          <p:txBody>
            <a:bodyPr anchor="ctr">
              <a:spAutoFit/>
            </a:bodyPr>
            <a:lstStyle/>
            <a:p>
              <a:pPr>
                <a:spcBef>
                  <a:spcPct val="50000"/>
                </a:spcBef>
                <a:defRPr/>
              </a:pPr>
              <a:r>
                <a:rPr lang="en-US" altLang="ja-JP" sz="1400">
                  <a:solidFill>
                    <a:schemeClr val="folHlink"/>
                  </a:solidFill>
                  <a:effectLst>
                    <a:outerShdw blurRad="38100" dist="38100" dir="2700000" algn="tl">
                      <a:srgbClr val="000000"/>
                    </a:outerShdw>
                  </a:effectLst>
                  <a:ea typeface="イワタ中丸ゴシック体(GT)" charset="-128"/>
                </a:rPr>
                <a:t>Control chart</a:t>
              </a:r>
            </a:p>
          </p:txBody>
        </p:sp>
        <p:sp>
          <p:nvSpPr>
            <p:cNvPr id="506897" name="Text Box 17"/>
            <p:cNvSpPr txBox="1">
              <a:spLocks noChangeArrowheads="1"/>
            </p:cNvSpPr>
            <p:nvPr/>
          </p:nvSpPr>
          <p:spPr bwMode="auto">
            <a:xfrm>
              <a:off x="1204" y="1097"/>
              <a:ext cx="3186" cy="594"/>
            </a:xfrm>
            <a:prstGeom prst="rect">
              <a:avLst/>
            </a:prstGeom>
            <a:noFill/>
            <a:ln w="9525">
              <a:noFill/>
              <a:miter lim="800000"/>
              <a:headEnd/>
              <a:tailEnd/>
            </a:ln>
            <a:effectLst/>
          </p:spPr>
          <p:txBody>
            <a:bodyPr anchor="ctr">
              <a:spAutoFit/>
            </a:bodyPr>
            <a:lstStyle/>
            <a:p>
              <a:pPr>
                <a:defRPr/>
              </a:pPr>
              <a:r>
                <a:rPr lang="en-US" altLang="ja-JP" sz="1400">
                  <a:effectLst>
                    <a:outerShdw blurRad="38100" dist="38100" dir="2700000" algn="tl">
                      <a:srgbClr val="000000"/>
                    </a:outerShdw>
                  </a:effectLst>
                  <a:sym typeface="Wingdings" pitchFamily="2" charset="2"/>
                </a:rPr>
                <a:t></a:t>
              </a:r>
              <a:r>
                <a:rPr lang="en-US" altLang="ja-JP" sz="1400">
                  <a:effectLst>
                    <a:outerShdw blurRad="38100" dist="38100" dir="2700000" algn="tl">
                      <a:srgbClr val="000000"/>
                    </a:outerShdw>
                  </a:effectLst>
                </a:rPr>
                <a:t> A scatter diagram is a graph that allows you to identify the relation between a pair of data points plotted on the plane.</a:t>
              </a:r>
              <a:endParaRPr lang="en-US" altLang="ja-JP" sz="1400">
                <a:effectLst>
                  <a:outerShdw blurRad="38100" dist="38100" dir="2700000" algn="tl">
                    <a:srgbClr val="000000"/>
                  </a:outerShdw>
                </a:effectLst>
                <a:sym typeface="Wingdings" pitchFamily="2" charset="2"/>
              </a:endParaRPr>
            </a:p>
            <a:p>
              <a:pPr>
                <a:defRPr/>
              </a:pPr>
              <a:r>
                <a:rPr lang="en-US" altLang="ja-JP" sz="1400">
                  <a:effectLst>
                    <a:outerShdw blurRad="38100" dist="38100" dir="2700000" algn="tl">
                      <a:srgbClr val="000000"/>
                    </a:outerShdw>
                  </a:effectLst>
                  <a:sym typeface="Wingdings" pitchFamily="2" charset="2"/>
                </a:rPr>
                <a:t></a:t>
              </a:r>
              <a:r>
                <a:rPr lang="en-US" altLang="ja-JP" sz="1400">
                  <a:effectLst>
                    <a:outerShdw blurRad="38100" dist="38100" dir="2700000" algn="tl">
                      <a:srgbClr val="000000"/>
                    </a:outerShdw>
                  </a:effectLst>
                </a:rPr>
                <a:t> Use the scatter diagram to find the relation between a pair of data items.</a:t>
              </a:r>
            </a:p>
          </p:txBody>
        </p:sp>
        <p:sp>
          <p:nvSpPr>
            <p:cNvPr id="506898" name="Text Box 18"/>
            <p:cNvSpPr txBox="1">
              <a:spLocks noChangeArrowheads="1"/>
            </p:cNvSpPr>
            <p:nvPr/>
          </p:nvSpPr>
          <p:spPr bwMode="auto">
            <a:xfrm>
              <a:off x="1185" y="2047"/>
              <a:ext cx="3519" cy="728"/>
            </a:xfrm>
            <a:prstGeom prst="rect">
              <a:avLst/>
            </a:prstGeom>
            <a:noFill/>
            <a:ln w="9525">
              <a:noFill/>
              <a:miter lim="800000"/>
              <a:headEnd/>
              <a:tailEnd/>
            </a:ln>
            <a:effectLst/>
          </p:spPr>
          <p:txBody>
            <a:bodyPr anchor="ctr">
              <a:spAutoFit/>
            </a:bodyPr>
            <a:lstStyle/>
            <a:p>
              <a:pPr>
                <a:defRPr/>
              </a:pPr>
              <a:r>
                <a:rPr lang="en-US" altLang="ja-JP" sz="1400">
                  <a:effectLst>
                    <a:outerShdw blurRad="38100" dist="38100" dir="2700000" algn="tl">
                      <a:srgbClr val="000000"/>
                    </a:outerShdw>
                  </a:effectLst>
                  <a:sym typeface="Wingdings" pitchFamily="2" charset="2"/>
                </a:rPr>
                <a:t></a:t>
              </a:r>
              <a:r>
                <a:rPr lang="en-US" altLang="ja-JP" sz="1400">
                  <a:effectLst>
                    <a:outerShdw blurRad="38100" dist="38100" dir="2700000" algn="tl">
                      <a:srgbClr val="000000"/>
                    </a:outerShdw>
                  </a:effectLst>
                </a:rPr>
                <a:t> A histogram is a column diagram that is created by dividing data into several segments (groups) and displaying the segments according to the frequency of occurrence.</a:t>
              </a:r>
              <a:endParaRPr lang="en-US" altLang="ja-JP" sz="1400">
                <a:effectLst>
                  <a:outerShdw blurRad="38100" dist="38100" dir="2700000" algn="tl">
                    <a:srgbClr val="000000"/>
                  </a:outerShdw>
                </a:effectLst>
                <a:sym typeface="Wingdings" pitchFamily="2" charset="2"/>
              </a:endParaRPr>
            </a:p>
            <a:p>
              <a:pPr>
                <a:defRPr/>
              </a:pPr>
              <a:r>
                <a:rPr lang="en-US" altLang="ja-JP" sz="1400">
                  <a:effectLst>
                    <a:outerShdw blurRad="38100" dist="38100" dir="2700000" algn="tl">
                      <a:srgbClr val="000000"/>
                    </a:outerShdw>
                  </a:effectLst>
                  <a:sym typeface="Wingdings" pitchFamily="2" charset="2"/>
                </a:rPr>
                <a:t></a:t>
              </a:r>
              <a:r>
                <a:rPr lang="en-US" altLang="ja-JP" sz="1400">
                  <a:effectLst>
                    <a:outerShdw blurRad="38100" dist="38100" dir="2700000" algn="tl">
                      <a:srgbClr val="000000"/>
                    </a:outerShdw>
                  </a:effectLst>
                </a:rPr>
                <a:t> This diagram is often used to obtain the information about the distribution or dispersion of groups of defects or failures.</a:t>
              </a:r>
            </a:p>
          </p:txBody>
        </p:sp>
        <p:sp>
          <p:nvSpPr>
            <p:cNvPr id="506899" name="Text Box 19"/>
            <p:cNvSpPr txBox="1">
              <a:spLocks noChangeArrowheads="1"/>
            </p:cNvSpPr>
            <p:nvPr/>
          </p:nvSpPr>
          <p:spPr bwMode="auto">
            <a:xfrm>
              <a:off x="1185" y="3078"/>
              <a:ext cx="3519" cy="958"/>
            </a:xfrm>
            <a:prstGeom prst="rect">
              <a:avLst/>
            </a:prstGeom>
            <a:noFill/>
            <a:ln w="9525">
              <a:noFill/>
              <a:miter lim="800000"/>
              <a:headEnd/>
              <a:tailEnd/>
            </a:ln>
            <a:effectLst/>
          </p:spPr>
          <p:txBody>
            <a:bodyPr anchor="ctr">
              <a:spAutoFit/>
            </a:bodyPr>
            <a:lstStyle/>
            <a:p>
              <a:pPr>
                <a:defRPr/>
              </a:pPr>
              <a:r>
                <a:rPr lang="en-US" altLang="ja-JP" sz="1400">
                  <a:effectLst>
                    <a:outerShdw blurRad="38100" dist="38100" dir="2700000" algn="tl">
                      <a:srgbClr val="000000"/>
                    </a:outerShdw>
                  </a:effectLst>
                  <a:sym typeface="Wingdings" pitchFamily="2" charset="2"/>
                </a:rPr>
                <a:t></a:t>
              </a:r>
              <a:r>
                <a:rPr lang="en-US" altLang="ja-JP" sz="1400">
                  <a:effectLst>
                    <a:outerShdw blurRad="38100" dist="38100" dir="2700000" algn="tl">
                      <a:srgbClr val="000000"/>
                    </a:outerShdw>
                  </a:effectLst>
                </a:rPr>
                <a:t> A control chart is a tool designed to identify how the defects or failures are distributed against control limits and how stable the processes are.</a:t>
              </a:r>
              <a:endParaRPr lang="en-US" altLang="ja-JP" sz="1400">
                <a:effectLst>
                  <a:outerShdw blurRad="38100" dist="38100" dir="2700000" algn="tl">
                    <a:srgbClr val="000000"/>
                  </a:outerShdw>
                </a:effectLst>
                <a:sym typeface="Wingdings" pitchFamily="2" charset="2"/>
              </a:endParaRPr>
            </a:p>
            <a:p>
              <a:pPr>
                <a:defRPr/>
              </a:pPr>
              <a:r>
                <a:rPr lang="en-US" altLang="ja-JP" sz="1400">
                  <a:effectLst>
                    <a:outerShdw blurRad="38100" dist="38100" dir="2700000" algn="tl">
                      <a:srgbClr val="000000"/>
                    </a:outerShdw>
                  </a:effectLst>
                  <a:sym typeface="Wingdings" pitchFamily="2" charset="2"/>
                </a:rPr>
                <a:t></a:t>
              </a:r>
              <a:r>
                <a:rPr lang="en-US" altLang="ja-JP" sz="1400">
                  <a:effectLst>
                    <a:outerShdw blurRad="38100" dist="38100" dir="2700000" algn="tl">
                      <a:srgbClr val="000000"/>
                    </a:outerShdw>
                  </a:effectLst>
                </a:rPr>
                <a:t> This chart is used to examine daily operational processes, such as operational processes, such as whether processes are performed in a stable fashion or whether abnormalities are present</a:t>
              </a:r>
              <a:r>
                <a:rPr lang="en-US" altLang="ja-JP" sz="2400">
                  <a:effectLst>
                    <a:outerShdw blurRad="38100" dist="38100" dir="2700000" algn="tl">
                      <a:srgbClr val="000000"/>
                    </a:outerShdw>
                  </a:effectLst>
                </a:rPr>
                <a:t>.</a:t>
              </a:r>
            </a:p>
          </p:txBody>
        </p:sp>
        <p:grpSp>
          <p:nvGrpSpPr>
            <p:cNvPr id="36885" name="Group 20"/>
            <p:cNvGrpSpPr>
              <a:grpSpLocks/>
            </p:cNvGrpSpPr>
            <p:nvPr/>
          </p:nvGrpSpPr>
          <p:grpSpPr bwMode="auto">
            <a:xfrm>
              <a:off x="4800" y="1125"/>
              <a:ext cx="960" cy="672"/>
              <a:chOff x="4737" y="1240"/>
              <a:chExt cx="941" cy="684"/>
            </a:xfrm>
          </p:grpSpPr>
          <p:sp>
            <p:nvSpPr>
              <p:cNvPr id="506901" name="Line 21"/>
              <p:cNvSpPr>
                <a:spLocks noChangeShapeType="1"/>
              </p:cNvSpPr>
              <p:nvPr/>
            </p:nvSpPr>
            <p:spPr bwMode="auto">
              <a:xfrm>
                <a:off x="4747" y="1240"/>
                <a:ext cx="0" cy="678"/>
              </a:xfrm>
              <a:prstGeom prst="line">
                <a:avLst/>
              </a:prstGeom>
              <a:noFill/>
              <a:ln w="254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6902" name="Line 22"/>
              <p:cNvSpPr>
                <a:spLocks noChangeShapeType="1"/>
              </p:cNvSpPr>
              <p:nvPr/>
            </p:nvSpPr>
            <p:spPr bwMode="auto">
              <a:xfrm>
                <a:off x="4737" y="1921"/>
                <a:ext cx="941" cy="3"/>
              </a:xfrm>
              <a:prstGeom prst="line">
                <a:avLst/>
              </a:prstGeom>
              <a:noFill/>
              <a:ln w="254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6903" name="Text Box 23"/>
              <p:cNvSpPr txBox="1">
                <a:spLocks noChangeArrowheads="1"/>
              </p:cNvSpPr>
              <p:nvPr/>
            </p:nvSpPr>
            <p:spPr bwMode="auto">
              <a:xfrm>
                <a:off x="4944" y="1401"/>
                <a:ext cx="184" cy="149"/>
              </a:xfrm>
              <a:prstGeom prst="rect">
                <a:avLst/>
              </a:prstGeom>
              <a:noFill/>
              <a:ln w="25400">
                <a:noFill/>
                <a:miter lim="800000"/>
                <a:headEnd/>
                <a:tailEnd/>
              </a:ln>
              <a:effectLst/>
            </p:spPr>
            <p:txBody>
              <a:bodyPr wrap="none" anchor="ctr">
                <a:spAutoFit/>
              </a:bodyPr>
              <a:lstStyle/>
              <a:p>
                <a:pPr algn="ctr">
                  <a:spcBef>
                    <a:spcPct val="50000"/>
                  </a:spcBef>
                  <a:defRPr/>
                </a:pPr>
                <a:r>
                  <a:rPr lang="en-US" altLang="ja-JP" sz="900">
                    <a:solidFill>
                      <a:schemeClr val="folHlink"/>
                    </a:solidFill>
                    <a:effectLst>
                      <a:outerShdw blurRad="38100" dist="38100" dir="2700000" algn="tl">
                        <a:srgbClr val="000000"/>
                      </a:outerShdw>
                    </a:effectLst>
                    <a:latin typeface="HG丸ｺﾞｼｯｸM-PRO" charset="-128"/>
                    <a:ea typeface="HG丸ｺﾞｼｯｸM-PRO" charset="-128"/>
                  </a:rPr>
                  <a:t>●</a:t>
                </a:r>
              </a:p>
            </p:txBody>
          </p:sp>
          <p:sp>
            <p:nvSpPr>
              <p:cNvPr id="506904" name="Text Box 24"/>
              <p:cNvSpPr txBox="1">
                <a:spLocks noChangeArrowheads="1"/>
              </p:cNvSpPr>
              <p:nvPr/>
            </p:nvSpPr>
            <p:spPr bwMode="auto">
              <a:xfrm>
                <a:off x="5073" y="1358"/>
                <a:ext cx="181" cy="147"/>
              </a:xfrm>
              <a:prstGeom prst="rect">
                <a:avLst/>
              </a:prstGeom>
              <a:noFill/>
              <a:ln w="25400">
                <a:noFill/>
                <a:miter lim="800000"/>
                <a:headEnd/>
                <a:tailEnd/>
              </a:ln>
              <a:effectLst/>
            </p:spPr>
            <p:txBody>
              <a:bodyPr wrap="none" anchor="ctr">
                <a:spAutoFit/>
              </a:bodyPr>
              <a:lstStyle/>
              <a:p>
                <a:pPr algn="ctr">
                  <a:spcBef>
                    <a:spcPct val="50000"/>
                  </a:spcBef>
                  <a:defRPr/>
                </a:pPr>
                <a:r>
                  <a:rPr lang="en-US" altLang="ja-JP" sz="900">
                    <a:solidFill>
                      <a:schemeClr val="folHlink"/>
                    </a:solidFill>
                    <a:effectLst>
                      <a:outerShdw blurRad="38100" dist="38100" dir="2700000" algn="tl">
                        <a:srgbClr val="000000"/>
                      </a:outerShdw>
                    </a:effectLst>
                    <a:latin typeface="HG丸ｺﾞｼｯｸM-PRO" charset="-128"/>
                    <a:ea typeface="HG丸ｺﾞｼｯｸM-PRO" charset="-128"/>
                  </a:rPr>
                  <a:t>●</a:t>
                </a:r>
              </a:p>
            </p:txBody>
          </p:sp>
          <p:sp>
            <p:nvSpPr>
              <p:cNvPr id="506905" name="Text Box 25"/>
              <p:cNvSpPr txBox="1">
                <a:spLocks noChangeArrowheads="1"/>
              </p:cNvSpPr>
              <p:nvPr/>
            </p:nvSpPr>
            <p:spPr bwMode="auto">
              <a:xfrm>
                <a:off x="4915" y="1550"/>
                <a:ext cx="182" cy="147"/>
              </a:xfrm>
              <a:prstGeom prst="rect">
                <a:avLst/>
              </a:prstGeom>
              <a:noFill/>
              <a:ln w="25400">
                <a:noFill/>
                <a:miter lim="800000"/>
                <a:headEnd/>
                <a:tailEnd/>
              </a:ln>
              <a:effectLst/>
            </p:spPr>
            <p:txBody>
              <a:bodyPr wrap="none" anchor="ctr">
                <a:spAutoFit/>
              </a:bodyPr>
              <a:lstStyle/>
              <a:p>
                <a:pPr algn="ctr">
                  <a:spcBef>
                    <a:spcPct val="50000"/>
                  </a:spcBef>
                  <a:defRPr/>
                </a:pPr>
                <a:r>
                  <a:rPr lang="en-US" altLang="ja-JP" sz="900">
                    <a:solidFill>
                      <a:schemeClr val="folHlink"/>
                    </a:solidFill>
                    <a:effectLst>
                      <a:outerShdw blurRad="38100" dist="38100" dir="2700000" algn="tl">
                        <a:srgbClr val="000000"/>
                      </a:outerShdw>
                    </a:effectLst>
                    <a:latin typeface="HG丸ｺﾞｼｯｸM-PRO" charset="-128"/>
                    <a:ea typeface="HG丸ｺﾞｼｯｸM-PRO" charset="-128"/>
                  </a:rPr>
                  <a:t>●</a:t>
                </a:r>
              </a:p>
            </p:txBody>
          </p:sp>
          <p:sp>
            <p:nvSpPr>
              <p:cNvPr id="506906" name="Text Box 26"/>
              <p:cNvSpPr txBox="1">
                <a:spLocks noChangeArrowheads="1"/>
              </p:cNvSpPr>
              <p:nvPr/>
            </p:nvSpPr>
            <p:spPr bwMode="auto">
              <a:xfrm>
                <a:off x="5010" y="1539"/>
                <a:ext cx="182" cy="147"/>
              </a:xfrm>
              <a:prstGeom prst="rect">
                <a:avLst/>
              </a:prstGeom>
              <a:noFill/>
              <a:ln w="25400">
                <a:noFill/>
                <a:miter lim="800000"/>
                <a:headEnd/>
                <a:tailEnd/>
              </a:ln>
              <a:effectLst/>
            </p:spPr>
            <p:txBody>
              <a:bodyPr wrap="none" anchor="ctr">
                <a:spAutoFit/>
              </a:bodyPr>
              <a:lstStyle/>
              <a:p>
                <a:pPr algn="ctr">
                  <a:spcBef>
                    <a:spcPct val="50000"/>
                  </a:spcBef>
                  <a:defRPr/>
                </a:pPr>
                <a:r>
                  <a:rPr lang="en-US" altLang="ja-JP" sz="900">
                    <a:solidFill>
                      <a:schemeClr val="folHlink"/>
                    </a:solidFill>
                    <a:effectLst>
                      <a:outerShdw blurRad="38100" dist="38100" dir="2700000" algn="tl">
                        <a:srgbClr val="000000"/>
                      </a:outerShdw>
                    </a:effectLst>
                    <a:latin typeface="HG丸ｺﾞｼｯｸM-PRO" charset="-128"/>
                    <a:ea typeface="HG丸ｺﾞｼｯｸM-PRO" charset="-128"/>
                  </a:rPr>
                  <a:t>●</a:t>
                </a:r>
              </a:p>
            </p:txBody>
          </p:sp>
          <p:sp>
            <p:nvSpPr>
              <p:cNvPr id="506907" name="Text Box 27"/>
              <p:cNvSpPr txBox="1">
                <a:spLocks noChangeArrowheads="1"/>
              </p:cNvSpPr>
              <p:nvPr/>
            </p:nvSpPr>
            <p:spPr bwMode="auto">
              <a:xfrm>
                <a:off x="4983" y="1468"/>
                <a:ext cx="184" cy="147"/>
              </a:xfrm>
              <a:prstGeom prst="rect">
                <a:avLst/>
              </a:prstGeom>
              <a:noFill/>
              <a:ln w="25400">
                <a:noFill/>
                <a:miter lim="800000"/>
                <a:headEnd/>
                <a:tailEnd/>
              </a:ln>
              <a:effectLst/>
            </p:spPr>
            <p:txBody>
              <a:bodyPr wrap="none" anchor="ctr">
                <a:spAutoFit/>
              </a:bodyPr>
              <a:lstStyle/>
              <a:p>
                <a:pPr algn="ctr">
                  <a:spcBef>
                    <a:spcPct val="50000"/>
                  </a:spcBef>
                  <a:defRPr/>
                </a:pPr>
                <a:r>
                  <a:rPr lang="en-US" altLang="ja-JP" sz="900">
                    <a:solidFill>
                      <a:schemeClr val="folHlink"/>
                    </a:solidFill>
                    <a:effectLst>
                      <a:outerShdw blurRad="38100" dist="38100" dir="2700000" algn="tl">
                        <a:srgbClr val="000000"/>
                      </a:outerShdw>
                    </a:effectLst>
                    <a:latin typeface="HG丸ｺﾞｼｯｸM-PRO" charset="-128"/>
                    <a:ea typeface="HG丸ｺﾞｼｯｸM-PRO" charset="-128"/>
                  </a:rPr>
                  <a:t>●</a:t>
                </a:r>
              </a:p>
            </p:txBody>
          </p:sp>
          <p:sp>
            <p:nvSpPr>
              <p:cNvPr id="506908" name="Text Box 28"/>
              <p:cNvSpPr txBox="1">
                <a:spLocks noChangeArrowheads="1"/>
              </p:cNvSpPr>
              <p:nvPr/>
            </p:nvSpPr>
            <p:spPr bwMode="auto">
              <a:xfrm>
                <a:off x="5404" y="1358"/>
                <a:ext cx="184" cy="147"/>
              </a:xfrm>
              <a:prstGeom prst="rect">
                <a:avLst/>
              </a:prstGeom>
              <a:noFill/>
              <a:ln w="25400">
                <a:noFill/>
                <a:miter lim="800000"/>
                <a:headEnd/>
                <a:tailEnd/>
              </a:ln>
              <a:effectLst/>
            </p:spPr>
            <p:txBody>
              <a:bodyPr wrap="none" anchor="ctr">
                <a:spAutoFit/>
              </a:bodyPr>
              <a:lstStyle/>
              <a:p>
                <a:pPr algn="ctr">
                  <a:spcBef>
                    <a:spcPct val="50000"/>
                  </a:spcBef>
                  <a:defRPr/>
                </a:pPr>
                <a:r>
                  <a:rPr lang="en-US" altLang="ja-JP" sz="900">
                    <a:solidFill>
                      <a:schemeClr val="folHlink"/>
                    </a:solidFill>
                    <a:effectLst>
                      <a:outerShdw blurRad="38100" dist="38100" dir="2700000" algn="tl">
                        <a:srgbClr val="000000"/>
                      </a:outerShdw>
                    </a:effectLst>
                    <a:latin typeface="HG丸ｺﾞｼｯｸM-PRO" charset="-128"/>
                    <a:ea typeface="HG丸ｺﾞｼｯｸM-PRO" charset="-128"/>
                  </a:rPr>
                  <a:t>●</a:t>
                </a:r>
              </a:p>
            </p:txBody>
          </p:sp>
          <p:sp>
            <p:nvSpPr>
              <p:cNvPr id="506909" name="Text Box 29"/>
              <p:cNvSpPr txBox="1">
                <a:spLocks noChangeArrowheads="1"/>
              </p:cNvSpPr>
              <p:nvPr/>
            </p:nvSpPr>
            <p:spPr bwMode="auto">
              <a:xfrm>
                <a:off x="4939" y="1634"/>
                <a:ext cx="184" cy="148"/>
              </a:xfrm>
              <a:prstGeom prst="rect">
                <a:avLst/>
              </a:prstGeom>
              <a:noFill/>
              <a:ln w="25400">
                <a:noFill/>
                <a:miter lim="800000"/>
                <a:headEnd/>
                <a:tailEnd/>
              </a:ln>
              <a:effectLst/>
            </p:spPr>
            <p:txBody>
              <a:bodyPr wrap="none" anchor="ctr">
                <a:spAutoFit/>
              </a:bodyPr>
              <a:lstStyle/>
              <a:p>
                <a:pPr algn="ctr">
                  <a:spcBef>
                    <a:spcPct val="50000"/>
                  </a:spcBef>
                  <a:defRPr/>
                </a:pPr>
                <a:r>
                  <a:rPr lang="en-US" altLang="ja-JP" sz="900">
                    <a:solidFill>
                      <a:schemeClr val="folHlink"/>
                    </a:solidFill>
                    <a:effectLst>
                      <a:outerShdw blurRad="38100" dist="38100" dir="2700000" algn="tl">
                        <a:srgbClr val="000000"/>
                      </a:outerShdw>
                    </a:effectLst>
                    <a:latin typeface="HG丸ｺﾞｼｯｸM-PRO" charset="-128"/>
                    <a:ea typeface="HG丸ｺﾞｼｯｸM-PRO" charset="-128"/>
                  </a:rPr>
                  <a:t>●</a:t>
                </a:r>
              </a:p>
            </p:txBody>
          </p:sp>
          <p:sp>
            <p:nvSpPr>
              <p:cNvPr id="506910" name="Text Box 30"/>
              <p:cNvSpPr txBox="1">
                <a:spLocks noChangeArrowheads="1"/>
              </p:cNvSpPr>
              <p:nvPr/>
            </p:nvSpPr>
            <p:spPr bwMode="auto">
              <a:xfrm>
                <a:off x="5312" y="1326"/>
                <a:ext cx="182" cy="149"/>
              </a:xfrm>
              <a:prstGeom prst="rect">
                <a:avLst/>
              </a:prstGeom>
              <a:noFill/>
              <a:ln w="25400">
                <a:noFill/>
                <a:miter lim="800000"/>
                <a:headEnd/>
                <a:tailEnd/>
              </a:ln>
              <a:effectLst/>
            </p:spPr>
            <p:txBody>
              <a:bodyPr wrap="none" anchor="ctr">
                <a:spAutoFit/>
              </a:bodyPr>
              <a:lstStyle/>
              <a:p>
                <a:pPr algn="ctr">
                  <a:spcBef>
                    <a:spcPct val="50000"/>
                  </a:spcBef>
                  <a:defRPr/>
                </a:pPr>
                <a:r>
                  <a:rPr lang="en-US" altLang="ja-JP" sz="900">
                    <a:solidFill>
                      <a:schemeClr val="folHlink"/>
                    </a:solidFill>
                    <a:effectLst>
                      <a:outerShdw blurRad="38100" dist="38100" dir="2700000" algn="tl">
                        <a:srgbClr val="000000"/>
                      </a:outerShdw>
                    </a:effectLst>
                    <a:latin typeface="HG丸ｺﾞｼｯｸM-PRO" charset="-128"/>
                    <a:ea typeface="HG丸ｺﾞｼｯｸM-PRO" charset="-128"/>
                  </a:rPr>
                  <a:t>●</a:t>
                </a:r>
              </a:p>
            </p:txBody>
          </p:sp>
          <p:sp>
            <p:nvSpPr>
              <p:cNvPr id="506911" name="Text Box 31"/>
              <p:cNvSpPr txBox="1">
                <a:spLocks noChangeArrowheads="1"/>
              </p:cNvSpPr>
              <p:nvPr/>
            </p:nvSpPr>
            <p:spPr bwMode="auto">
              <a:xfrm>
                <a:off x="5146" y="1478"/>
                <a:ext cx="184" cy="147"/>
              </a:xfrm>
              <a:prstGeom prst="rect">
                <a:avLst/>
              </a:prstGeom>
              <a:noFill/>
              <a:ln w="25400">
                <a:noFill/>
                <a:miter lim="800000"/>
                <a:headEnd/>
                <a:tailEnd/>
              </a:ln>
              <a:effectLst/>
            </p:spPr>
            <p:txBody>
              <a:bodyPr wrap="none" anchor="ctr">
                <a:spAutoFit/>
              </a:bodyPr>
              <a:lstStyle/>
              <a:p>
                <a:pPr algn="ctr">
                  <a:spcBef>
                    <a:spcPct val="50000"/>
                  </a:spcBef>
                  <a:defRPr/>
                </a:pPr>
                <a:r>
                  <a:rPr lang="en-US" altLang="ja-JP" sz="900">
                    <a:solidFill>
                      <a:schemeClr val="folHlink"/>
                    </a:solidFill>
                    <a:effectLst>
                      <a:outerShdw blurRad="38100" dist="38100" dir="2700000" algn="tl">
                        <a:srgbClr val="000000"/>
                      </a:outerShdw>
                    </a:effectLst>
                    <a:latin typeface="HG丸ｺﾞｼｯｸM-PRO" charset="-128"/>
                    <a:ea typeface="HG丸ｺﾞｼｯｸM-PRO" charset="-128"/>
                  </a:rPr>
                  <a:t>●</a:t>
                </a:r>
              </a:p>
            </p:txBody>
          </p:sp>
          <p:sp>
            <p:nvSpPr>
              <p:cNvPr id="506912" name="Text Box 32"/>
              <p:cNvSpPr txBox="1">
                <a:spLocks noChangeArrowheads="1"/>
              </p:cNvSpPr>
              <p:nvPr/>
            </p:nvSpPr>
            <p:spPr bwMode="auto">
              <a:xfrm>
                <a:off x="5146" y="1399"/>
                <a:ext cx="184" cy="149"/>
              </a:xfrm>
              <a:prstGeom prst="rect">
                <a:avLst/>
              </a:prstGeom>
              <a:noFill/>
              <a:ln w="25400">
                <a:noFill/>
                <a:miter lim="800000"/>
                <a:headEnd/>
                <a:tailEnd/>
              </a:ln>
              <a:effectLst/>
            </p:spPr>
            <p:txBody>
              <a:bodyPr wrap="none" anchor="ctr">
                <a:spAutoFit/>
              </a:bodyPr>
              <a:lstStyle/>
              <a:p>
                <a:pPr algn="ctr">
                  <a:spcBef>
                    <a:spcPct val="50000"/>
                  </a:spcBef>
                  <a:defRPr/>
                </a:pPr>
                <a:r>
                  <a:rPr lang="en-US" altLang="ja-JP" sz="900">
                    <a:solidFill>
                      <a:schemeClr val="folHlink"/>
                    </a:solidFill>
                    <a:effectLst>
                      <a:outerShdw blurRad="38100" dist="38100" dir="2700000" algn="tl">
                        <a:srgbClr val="000000"/>
                      </a:outerShdw>
                    </a:effectLst>
                    <a:latin typeface="HG丸ｺﾞｼｯｸM-PRO" charset="-128"/>
                    <a:ea typeface="HG丸ｺﾞｼｯｸM-PRO" charset="-128"/>
                  </a:rPr>
                  <a:t>●</a:t>
                </a:r>
              </a:p>
            </p:txBody>
          </p:sp>
          <p:sp>
            <p:nvSpPr>
              <p:cNvPr id="506913" name="Text Box 33"/>
              <p:cNvSpPr txBox="1">
                <a:spLocks noChangeArrowheads="1"/>
              </p:cNvSpPr>
              <p:nvPr/>
            </p:nvSpPr>
            <p:spPr bwMode="auto">
              <a:xfrm>
                <a:off x="5231" y="1357"/>
                <a:ext cx="184" cy="147"/>
              </a:xfrm>
              <a:prstGeom prst="rect">
                <a:avLst/>
              </a:prstGeom>
              <a:noFill/>
              <a:ln w="25400">
                <a:noFill/>
                <a:miter lim="800000"/>
                <a:headEnd/>
                <a:tailEnd/>
              </a:ln>
              <a:effectLst/>
            </p:spPr>
            <p:txBody>
              <a:bodyPr wrap="none" anchor="ctr">
                <a:spAutoFit/>
              </a:bodyPr>
              <a:lstStyle/>
              <a:p>
                <a:pPr algn="ctr">
                  <a:spcBef>
                    <a:spcPct val="50000"/>
                  </a:spcBef>
                  <a:defRPr/>
                </a:pPr>
                <a:r>
                  <a:rPr lang="en-US" altLang="ja-JP" sz="900">
                    <a:solidFill>
                      <a:schemeClr val="folHlink"/>
                    </a:solidFill>
                    <a:effectLst>
                      <a:outerShdw blurRad="38100" dist="38100" dir="2700000" algn="tl">
                        <a:srgbClr val="000000"/>
                      </a:outerShdw>
                    </a:effectLst>
                    <a:latin typeface="HG丸ｺﾞｼｯｸM-PRO" charset="-128"/>
                    <a:ea typeface="HG丸ｺﾞｼｯｸM-PRO" charset="-128"/>
                  </a:rPr>
                  <a:t>●</a:t>
                </a:r>
              </a:p>
            </p:txBody>
          </p:sp>
          <p:sp>
            <p:nvSpPr>
              <p:cNvPr id="506914" name="Text Box 34"/>
              <p:cNvSpPr txBox="1">
                <a:spLocks noChangeArrowheads="1"/>
              </p:cNvSpPr>
              <p:nvPr/>
            </p:nvSpPr>
            <p:spPr bwMode="auto">
              <a:xfrm>
                <a:off x="5156" y="1565"/>
                <a:ext cx="184" cy="149"/>
              </a:xfrm>
              <a:prstGeom prst="rect">
                <a:avLst/>
              </a:prstGeom>
              <a:noFill/>
              <a:ln w="25400">
                <a:noFill/>
                <a:miter lim="800000"/>
                <a:headEnd/>
                <a:tailEnd/>
              </a:ln>
              <a:effectLst/>
            </p:spPr>
            <p:txBody>
              <a:bodyPr wrap="none" anchor="ctr">
                <a:spAutoFit/>
              </a:bodyPr>
              <a:lstStyle/>
              <a:p>
                <a:pPr algn="ctr">
                  <a:spcBef>
                    <a:spcPct val="50000"/>
                  </a:spcBef>
                  <a:defRPr/>
                </a:pPr>
                <a:r>
                  <a:rPr lang="en-US" altLang="ja-JP" sz="900">
                    <a:solidFill>
                      <a:schemeClr val="folHlink"/>
                    </a:solidFill>
                    <a:effectLst>
                      <a:outerShdw blurRad="38100" dist="38100" dir="2700000" algn="tl">
                        <a:srgbClr val="000000"/>
                      </a:outerShdw>
                    </a:effectLst>
                    <a:latin typeface="HG丸ｺﾞｼｯｸM-PRO" charset="-128"/>
                    <a:ea typeface="HG丸ｺﾞｼｯｸM-PRO" charset="-128"/>
                  </a:rPr>
                  <a:t>●</a:t>
                </a:r>
              </a:p>
            </p:txBody>
          </p:sp>
          <p:sp>
            <p:nvSpPr>
              <p:cNvPr id="506915" name="Text Box 35"/>
              <p:cNvSpPr txBox="1">
                <a:spLocks noChangeArrowheads="1"/>
              </p:cNvSpPr>
              <p:nvPr/>
            </p:nvSpPr>
            <p:spPr bwMode="auto">
              <a:xfrm>
                <a:off x="5242" y="1432"/>
                <a:ext cx="184" cy="147"/>
              </a:xfrm>
              <a:prstGeom prst="rect">
                <a:avLst/>
              </a:prstGeom>
              <a:noFill/>
              <a:ln w="25400">
                <a:noFill/>
                <a:miter lim="800000"/>
                <a:headEnd/>
                <a:tailEnd/>
              </a:ln>
              <a:effectLst/>
            </p:spPr>
            <p:txBody>
              <a:bodyPr wrap="none" anchor="ctr">
                <a:spAutoFit/>
              </a:bodyPr>
              <a:lstStyle/>
              <a:p>
                <a:pPr algn="ctr">
                  <a:spcBef>
                    <a:spcPct val="50000"/>
                  </a:spcBef>
                  <a:defRPr/>
                </a:pPr>
                <a:r>
                  <a:rPr lang="en-US" altLang="ja-JP" sz="900">
                    <a:solidFill>
                      <a:schemeClr val="folHlink"/>
                    </a:solidFill>
                    <a:effectLst>
                      <a:outerShdw blurRad="38100" dist="38100" dir="2700000" algn="tl">
                        <a:srgbClr val="000000"/>
                      </a:outerShdw>
                    </a:effectLst>
                    <a:latin typeface="HG丸ｺﾞｼｯｸM-PRO" charset="-128"/>
                    <a:ea typeface="HG丸ｺﾞｼｯｸM-PRO" charset="-128"/>
                  </a:rPr>
                  <a:t>●</a:t>
                </a:r>
              </a:p>
            </p:txBody>
          </p:sp>
          <p:sp>
            <p:nvSpPr>
              <p:cNvPr id="506916" name="Text Box 36"/>
              <p:cNvSpPr txBox="1">
                <a:spLocks noChangeArrowheads="1"/>
              </p:cNvSpPr>
              <p:nvPr/>
            </p:nvSpPr>
            <p:spPr bwMode="auto">
              <a:xfrm>
                <a:off x="4829" y="1514"/>
                <a:ext cx="184" cy="149"/>
              </a:xfrm>
              <a:prstGeom prst="rect">
                <a:avLst/>
              </a:prstGeom>
              <a:noFill/>
              <a:ln w="25400">
                <a:noFill/>
                <a:miter lim="800000"/>
                <a:headEnd/>
                <a:tailEnd/>
              </a:ln>
              <a:effectLst/>
            </p:spPr>
            <p:txBody>
              <a:bodyPr wrap="none" anchor="ctr">
                <a:spAutoFit/>
              </a:bodyPr>
              <a:lstStyle/>
              <a:p>
                <a:pPr algn="ctr">
                  <a:spcBef>
                    <a:spcPct val="50000"/>
                  </a:spcBef>
                  <a:defRPr/>
                </a:pPr>
                <a:r>
                  <a:rPr lang="en-US" altLang="ja-JP" sz="900">
                    <a:solidFill>
                      <a:schemeClr val="folHlink"/>
                    </a:solidFill>
                    <a:effectLst>
                      <a:outerShdw blurRad="38100" dist="38100" dir="2700000" algn="tl">
                        <a:srgbClr val="000000"/>
                      </a:outerShdw>
                    </a:effectLst>
                    <a:latin typeface="HG丸ｺﾞｼｯｸM-PRO" charset="-128"/>
                    <a:ea typeface="HG丸ｺﾞｼｯｸM-PRO" charset="-128"/>
                  </a:rPr>
                  <a:t>●</a:t>
                </a:r>
              </a:p>
            </p:txBody>
          </p:sp>
          <p:sp>
            <p:nvSpPr>
              <p:cNvPr id="506917" name="Text Box 37"/>
              <p:cNvSpPr txBox="1">
                <a:spLocks noChangeArrowheads="1"/>
              </p:cNvSpPr>
              <p:nvPr/>
            </p:nvSpPr>
            <p:spPr bwMode="auto">
              <a:xfrm>
                <a:off x="5214" y="1521"/>
                <a:ext cx="182" cy="147"/>
              </a:xfrm>
              <a:prstGeom prst="rect">
                <a:avLst/>
              </a:prstGeom>
              <a:noFill/>
              <a:ln w="25400">
                <a:noFill/>
                <a:miter lim="800000"/>
                <a:headEnd/>
                <a:tailEnd/>
              </a:ln>
              <a:effectLst/>
            </p:spPr>
            <p:txBody>
              <a:bodyPr wrap="none" anchor="ctr">
                <a:spAutoFit/>
              </a:bodyPr>
              <a:lstStyle/>
              <a:p>
                <a:pPr algn="ctr">
                  <a:spcBef>
                    <a:spcPct val="50000"/>
                  </a:spcBef>
                  <a:defRPr/>
                </a:pPr>
                <a:r>
                  <a:rPr lang="en-US" altLang="ja-JP" sz="900">
                    <a:solidFill>
                      <a:schemeClr val="folHlink"/>
                    </a:solidFill>
                    <a:effectLst>
                      <a:outerShdw blurRad="38100" dist="38100" dir="2700000" algn="tl">
                        <a:srgbClr val="000000"/>
                      </a:outerShdw>
                    </a:effectLst>
                    <a:latin typeface="HG丸ｺﾞｼｯｸM-PRO" charset="-128"/>
                    <a:ea typeface="HG丸ｺﾞｼｯｸM-PRO" charset="-128"/>
                  </a:rPr>
                  <a:t>●</a:t>
                </a:r>
              </a:p>
            </p:txBody>
          </p:sp>
          <p:sp>
            <p:nvSpPr>
              <p:cNvPr id="506918" name="Text Box 38"/>
              <p:cNvSpPr txBox="1">
                <a:spLocks noChangeArrowheads="1"/>
              </p:cNvSpPr>
              <p:nvPr/>
            </p:nvSpPr>
            <p:spPr bwMode="auto">
              <a:xfrm>
                <a:off x="5081" y="1453"/>
                <a:ext cx="184" cy="149"/>
              </a:xfrm>
              <a:prstGeom prst="rect">
                <a:avLst/>
              </a:prstGeom>
              <a:noFill/>
              <a:ln w="25400">
                <a:noFill/>
                <a:miter lim="800000"/>
                <a:headEnd/>
                <a:tailEnd/>
              </a:ln>
              <a:effectLst/>
            </p:spPr>
            <p:txBody>
              <a:bodyPr wrap="none" anchor="ctr">
                <a:spAutoFit/>
              </a:bodyPr>
              <a:lstStyle/>
              <a:p>
                <a:pPr algn="ctr">
                  <a:spcBef>
                    <a:spcPct val="50000"/>
                  </a:spcBef>
                  <a:defRPr/>
                </a:pPr>
                <a:r>
                  <a:rPr lang="en-US" altLang="ja-JP" sz="900">
                    <a:solidFill>
                      <a:schemeClr val="folHlink"/>
                    </a:solidFill>
                    <a:effectLst>
                      <a:outerShdw blurRad="38100" dist="38100" dir="2700000" algn="tl">
                        <a:srgbClr val="000000"/>
                      </a:outerShdw>
                    </a:effectLst>
                    <a:latin typeface="HG丸ｺﾞｼｯｸM-PRO" charset="-128"/>
                    <a:ea typeface="HG丸ｺﾞｼｯｸM-PRO" charset="-128"/>
                  </a:rPr>
                  <a:t>●</a:t>
                </a:r>
              </a:p>
            </p:txBody>
          </p:sp>
          <p:sp>
            <p:nvSpPr>
              <p:cNvPr id="506919" name="Text Box 39"/>
              <p:cNvSpPr txBox="1">
                <a:spLocks noChangeArrowheads="1"/>
              </p:cNvSpPr>
              <p:nvPr/>
            </p:nvSpPr>
            <p:spPr bwMode="auto">
              <a:xfrm>
                <a:off x="5061" y="1605"/>
                <a:ext cx="182" cy="147"/>
              </a:xfrm>
              <a:prstGeom prst="rect">
                <a:avLst/>
              </a:prstGeom>
              <a:noFill/>
              <a:ln w="25400">
                <a:noFill/>
                <a:miter lim="800000"/>
                <a:headEnd/>
                <a:tailEnd/>
              </a:ln>
              <a:effectLst/>
            </p:spPr>
            <p:txBody>
              <a:bodyPr wrap="none" anchor="ctr">
                <a:spAutoFit/>
              </a:bodyPr>
              <a:lstStyle/>
              <a:p>
                <a:pPr algn="ctr">
                  <a:spcBef>
                    <a:spcPct val="50000"/>
                  </a:spcBef>
                  <a:defRPr/>
                </a:pPr>
                <a:r>
                  <a:rPr lang="en-US" altLang="ja-JP" sz="900">
                    <a:solidFill>
                      <a:schemeClr val="folHlink"/>
                    </a:solidFill>
                    <a:effectLst>
                      <a:outerShdw blurRad="38100" dist="38100" dir="2700000" algn="tl">
                        <a:srgbClr val="000000"/>
                      </a:outerShdw>
                    </a:effectLst>
                    <a:latin typeface="HG丸ｺﾞｼｯｸM-PRO" charset="-128"/>
                    <a:ea typeface="HG丸ｺﾞｼｯｸM-PRO" charset="-128"/>
                  </a:rPr>
                  <a:t>●</a:t>
                </a:r>
              </a:p>
            </p:txBody>
          </p:sp>
          <p:sp>
            <p:nvSpPr>
              <p:cNvPr id="506920" name="Text Box 40"/>
              <p:cNvSpPr txBox="1">
                <a:spLocks noChangeArrowheads="1"/>
              </p:cNvSpPr>
              <p:nvPr/>
            </p:nvSpPr>
            <p:spPr bwMode="auto">
              <a:xfrm>
                <a:off x="4857" y="1674"/>
                <a:ext cx="184" cy="149"/>
              </a:xfrm>
              <a:prstGeom prst="rect">
                <a:avLst/>
              </a:prstGeom>
              <a:noFill/>
              <a:ln w="25400">
                <a:noFill/>
                <a:miter lim="800000"/>
                <a:headEnd/>
                <a:tailEnd/>
              </a:ln>
              <a:effectLst/>
            </p:spPr>
            <p:txBody>
              <a:bodyPr wrap="none" anchor="ctr">
                <a:spAutoFit/>
              </a:bodyPr>
              <a:lstStyle/>
              <a:p>
                <a:pPr algn="ctr">
                  <a:spcBef>
                    <a:spcPct val="50000"/>
                  </a:spcBef>
                  <a:defRPr/>
                </a:pPr>
                <a:r>
                  <a:rPr lang="en-US" altLang="ja-JP" sz="900">
                    <a:solidFill>
                      <a:schemeClr val="folHlink"/>
                    </a:solidFill>
                    <a:effectLst>
                      <a:outerShdw blurRad="38100" dist="38100" dir="2700000" algn="tl">
                        <a:srgbClr val="000000"/>
                      </a:outerShdw>
                    </a:effectLst>
                    <a:latin typeface="HG丸ｺﾞｼｯｸM-PRO" charset="-128"/>
                    <a:ea typeface="HG丸ｺﾞｼｯｸM-PRO" charset="-128"/>
                  </a:rPr>
                  <a:t>●</a:t>
                </a:r>
              </a:p>
            </p:txBody>
          </p:sp>
          <p:sp>
            <p:nvSpPr>
              <p:cNvPr id="506921" name="Text Box 41"/>
              <p:cNvSpPr txBox="1">
                <a:spLocks noChangeArrowheads="1"/>
              </p:cNvSpPr>
              <p:nvPr/>
            </p:nvSpPr>
            <p:spPr bwMode="auto">
              <a:xfrm>
                <a:off x="5341" y="1405"/>
                <a:ext cx="184" cy="149"/>
              </a:xfrm>
              <a:prstGeom prst="rect">
                <a:avLst/>
              </a:prstGeom>
              <a:noFill/>
              <a:ln w="25400">
                <a:noFill/>
                <a:miter lim="800000"/>
                <a:headEnd/>
                <a:tailEnd/>
              </a:ln>
              <a:effectLst/>
            </p:spPr>
            <p:txBody>
              <a:bodyPr wrap="none" anchor="ctr">
                <a:spAutoFit/>
              </a:bodyPr>
              <a:lstStyle/>
              <a:p>
                <a:pPr algn="ctr">
                  <a:spcBef>
                    <a:spcPct val="50000"/>
                  </a:spcBef>
                  <a:defRPr/>
                </a:pPr>
                <a:r>
                  <a:rPr lang="en-US" altLang="ja-JP" sz="900">
                    <a:solidFill>
                      <a:schemeClr val="folHlink"/>
                    </a:solidFill>
                    <a:effectLst>
                      <a:outerShdw blurRad="38100" dist="38100" dir="2700000" algn="tl">
                        <a:srgbClr val="000000"/>
                      </a:outerShdw>
                    </a:effectLst>
                    <a:latin typeface="HG丸ｺﾞｼｯｸM-PRO" charset="-128"/>
                    <a:ea typeface="HG丸ｺﾞｼｯｸM-PRO" charset="-128"/>
                  </a:rPr>
                  <a:t>●</a:t>
                </a:r>
              </a:p>
            </p:txBody>
          </p:sp>
          <p:sp>
            <p:nvSpPr>
              <p:cNvPr id="506922" name="Text Box 42"/>
              <p:cNvSpPr txBox="1">
                <a:spLocks noChangeArrowheads="1"/>
              </p:cNvSpPr>
              <p:nvPr/>
            </p:nvSpPr>
            <p:spPr bwMode="auto">
              <a:xfrm>
                <a:off x="4806" y="1709"/>
                <a:ext cx="184" cy="147"/>
              </a:xfrm>
              <a:prstGeom prst="rect">
                <a:avLst/>
              </a:prstGeom>
              <a:noFill/>
              <a:ln w="25400">
                <a:noFill/>
                <a:miter lim="800000"/>
                <a:headEnd/>
                <a:tailEnd/>
              </a:ln>
              <a:effectLst/>
            </p:spPr>
            <p:txBody>
              <a:bodyPr wrap="none" anchor="ctr">
                <a:spAutoFit/>
              </a:bodyPr>
              <a:lstStyle/>
              <a:p>
                <a:pPr algn="ctr">
                  <a:spcBef>
                    <a:spcPct val="50000"/>
                  </a:spcBef>
                  <a:defRPr/>
                </a:pPr>
                <a:r>
                  <a:rPr lang="en-US" altLang="ja-JP" sz="900">
                    <a:solidFill>
                      <a:schemeClr val="folHlink"/>
                    </a:solidFill>
                    <a:effectLst>
                      <a:outerShdw blurRad="38100" dist="38100" dir="2700000" algn="tl">
                        <a:srgbClr val="000000"/>
                      </a:outerShdw>
                    </a:effectLst>
                    <a:latin typeface="HG丸ｺﾞｼｯｸM-PRO" charset="-128"/>
                    <a:ea typeface="HG丸ｺﾞｼｯｸM-PRO" charset="-128"/>
                  </a:rPr>
                  <a:t>●</a:t>
                </a:r>
              </a:p>
            </p:txBody>
          </p:sp>
          <p:sp>
            <p:nvSpPr>
              <p:cNvPr id="506923" name="Text Box 43"/>
              <p:cNvSpPr txBox="1">
                <a:spLocks noChangeArrowheads="1"/>
              </p:cNvSpPr>
              <p:nvPr/>
            </p:nvSpPr>
            <p:spPr bwMode="auto">
              <a:xfrm>
                <a:off x="5331" y="1476"/>
                <a:ext cx="184" cy="147"/>
              </a:xfrm>
              <a:prstGeom prst="rect">
                <a:avLst/>
              </a:prstGeom>
              <a:noFill/>
              <a:ln w="25400">
                <a:noFill/>
                <a:miter lim="800000"/>
                <a:headEnd/>
                <a:tailEnd/>
              </a:ln>
              <a:effectLst/>
            </p:spPr>
            <p:txBody>
              <a:bodyPr wrap="none" anchor="ctr">
                <a:spAutoFit/>
              </a:bodyPr>
              <a:lstStyle/>
              <a:p>
                <a:pPr algn="ctr">
                  <a:spcBef>
                    <a:spcPct val="50000"/>
                  </a:spcBef>
                  <a:defRPr/>
                </a:pPr>
                <a:r>
                  <a:rPr lang="en-US" altLang="ja-JP" sz="900">
                    <a:solidFill>
                      <a:schemeClr val="folHlink"/>
                    </a:solidFill>
                    <a:effectLst>
                      <a:outerShdw blurRad="38100" dist="38100" dir="2700000" algn="tl">
                        <a:srgbClr val="000000"/>
                      </a:outerShdw>
                    </a:effectLst>
                    <a:latin typeface="HG丸ｺﾞｼｯｸM-PRO" charset="-128"/>
                    <a:ea typeface="HG丸ｺﾞｼｯｸM-PRO" charset="-128"/>
                  </a:rPr>
                  <a:t>●</a:t>
                </a:r>
              </a:p>
            </p:txBody>
          </p:sp>
          <p:sp>
            <p:nvSpPr>
              <p:cNvPr id="506924" name="Text Box 44"/>
              <p:cNvSpPr txBox="1">
                <a:spLocks noChangeArrowheads="1"/>
              </p:cNvSpPr>
              <p:nvPr/>
            </p:nvSpPr>
            <p:spPr bwMode="auto">
              <a:xfrm>
                <a:off x="4806" y="1616"/>
                <a:ext cx="184" cy="149"/>
              </a:xfrm>
              <a:prstGeom prst="rect">
                <a:avLst/>
              </a:prstGeom>
              <a:noFill/>
              <a:ln w="25400">
                <a:noFill/>
                <a:miter lim="800000"/>
                <a:headEnd/>
                <a:tailEnd/>
              </a:ln>
              <a:effectLst/>
            </p:spPr>
            <p:txBody>
              <a:bodyPr wrap="none" anchor="ctr">
                <a:spAutoFit/>
              </a:bodyPr>
              <a:lstStyle/>
              <a:p>
                <a:pPr algn="ctr">
                  <a:spcBef>
                    <a:spcPct val="50000"/>
                  </a:spcBef>
                  <a:defRPr/>
                </a:pPr>
                <a:r>
                  <a:rPr lang="en-US" altLang="ja-JP" sz="900">
                    <a:solidFill>
                      <a:schemeClr val="folHlink"/>
                    </a:solidFill>
                    <a:effectLst>
                      <a:outerShdw blurRad="38100" dist="38100" dir="2700000" algn="tl">
                        <a:srgbClr val="000000"/>
                      </a:outerShdw>
                    </a:effectLst>
                    <a:latin typeface="HG丸ｺﾞｼｯｸM-PRO" charset="-128"/>
                    <a:ea typeface="HG丸ｺﾞｼｯｸM-PRO" charset="-128"/>
                  </a:rPr>
                  <a:t>●</a:t>
                </a:r>
              </a:p>
            </p:txBody>
          </p:sp>
          <p:sp>
            <p:nvSpPr>
              <p:cNvPr id="506925" name="Text Box 45"/>
              <p:cNvSpPr txBox="1">
                <a:spLocks noChangeArrowheads="1"/>
              </p:cNvSpPr>
              <p:nvPr/>
            </p:nvSpPr>
            <p:spPr bwMode="auto">
              <a:xfrm>
                <a:off x="5026" y="1671"/>
                <a:ext cx="184" cy="149"/>
              </a:xfrm>
              <a:prstGeom prst="rect">
                <a:avLst/>
              </a:prstGeom>
              <a:noFill/>
              <a:ln w="25400">
                <a:noFill/>
                <a:miter lim="800000"/>
                <a:headEnd/>
                <a:tailEnd/>
              </a:ln>
              <a:effectLst/>
            </p:spPr>
            <p:txBody>
              <a:bodyPr wrap="none" anchor="ctr">
                <a:spAutoFit/>
              </a:bodyPr>
              <a:lstStyle/>
              <a:p>
                <a:pPr algn="ctr">
                  <a:spcBef>
                    <a:spcPct val="50000"/>
                  </a:spcBef>
                  <a:defRPr/>
                </a:pPr>
                <a:r>
                  <a:rPr lang="en-US" altLang="ja-JP" sz="900">
                    <a:solidFill>
                      <a:schemeClr val="folHlink"/>
                    </a:solidFill>
                    <a:effectLst>
                      <a:outerShdw blurRad="38100" dist="38100" dir="2700000" algn="tl">
                        <a:srgbClr val="000000"/>
                      </a:outerShdw>
                    </a:effectLst>
                    <a:latin typeface="HG丸ｺﾞｼｯｸM-PRO" charset="-128"/>
                    <a:ea typeface="HG丸ｺﾞｼｯｸM-PRO" charset="-128"/>
                  </a:rPr>
                  <a:t>●</a:t>
                </a:r>
              </a:p>
            </p:txBody>
          </p:sp>
        </p:grpSp>
        <p:grpSp>
          <p:nvGrpSpPr>
            <p:cNvPr id="36886" name="Group 46"/>
            <p:cNvGrpSpPr>
              <a:grpSpLocks/>
            </p:cNvGrpSpPr>
            <p:nvPr/>
          </p:nvGrpSpPr>
          <p:grpSpPr bwMode="auto">
            <a:xfrm>
              <a:off x="4704" y="2133"/>
              <a:ext cx="1314" cy="727"/>
              <a:chOff x="4734" y="2358"/>
              <a:chExt cx="919" cy="625"/>
            </a:xfrm>
          </p:grpSpPr>
          <p:sp>
            <p:nvSpPr>
              <p:cNvPr id="506927" name="Rectangle 47"/>
              <p:cNvSpPr>
                <a:spLocks noChangeArrowheads="1"/>
              </p:cNvSpPr>
              <p:nvPr/>
            </p:nvSpPr>
            <p:spPr bwMode="auto">
              <a:xfrm>
                <a:off x="5423" y="2845"/>
                <a:ext cx="77" cy="138"/>
              </a:xfrm>
              <a:prstGeom prst="rect">
                <a:avLst/>
              </a:prstGeom>
              <a:solidFill>
                <a:srgbClr val="FF99CC"/>
              </a:solidFill>
              <a:ln w="25400">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06928" name="Rectangle 48"/>
              <p:cNvSpPr>
                <a:spLocks noChangeArrowheads="1"/>
              </p:cNvSpPr>
              <p:nvPr/>
            </p:nvSpPr>
            <p:spPr bwMode="auto">
              <a:xfrm>
                <a:off x="5346" y="2776"/>
                <a:ext cx="77" cy="207"/>
              </a:xfrm>
              <a:prstGeom prst="rect">
                <a:avLst/>
              </a:prstGeom>
              <a:solidFill>
                <a:srgbClr val="FF99CC"/>
              </a:solidFill>
              <a:ln w="25400">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06929" name="Rectangle 49"/>
              <p:cNvSpPr>
                <a:spLocks noChangeArrowheads="1"/>
              </p:cNvSpPr>
              <p:nvPr/>
            </p:nvSpPr>
            <p:spPr bwMode="auto">
              <a:xfrm>
                <a:off x="5270" y="2706"/>
                <a:ext cx="76" cy="277"/>
              </a:xfrm>
              <a:prstGeom prst="rect">
                <a:avLst/>
              </a:prstGeom>
              <a:solidFill>
                <a:srgbClr val="FF99CC"/>
              </a:solidFill>
              <a:ln w="25400">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06930" name="Rectangle 50"/>
              <p:cNvSpPr>
                <a:spLocks noChangeArrowheads="1"/>
              </p:cNvSpPr>
              <p:nvPr/>
            </p:nvSpPr>
            <p:spPr bwMode="auto">
              <a:xfrm>
                <a:off x="5193" y="2566"/>
                <a:ext cx="77" cy="417"/>
              </a:xfrm>
              <a:prstGeom prst="rect">
                <a:avLst/>
              </a:prstGeom>
              <a:solidFill>
                <a:srgbClr val="FF99CC"/>
              </a:solidFill>
              <a:ln w="25400">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06931" name="Rectangle 51"/>
              <p:cNvSpPr>
                <a:spLocks noChangeArrowheads="1"/>
              </p:cNvSpPr>
              <p:nvPr/>
            </p:nvSpPr>
            <p:spPr bwMode="auto">
              <a:xfrm>
                <a:off x="5117" y="2358"/>
                <a:ext cx="76" cy="625"/>
              </a:xfrm>
              <a:prstGeom prst="rect">
                <a:avLst/>
              </a:prstGeom>
              <a:solidFill>
                <a:srgbClr val="FF99CC"/>
              </a:solidFill>
              <a:ln w="25400">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06932" name="Rectangle 52"/>
              <p:cNvSpPr>
                <a:spLocks noChangeArrowheads="1"/>
              </p:cNvSpPr>
              <p:nvPr/>
            </p:nvSpPr>
            <p:spPr bwMode="auto">
              <a:xfrm>
                <a:off x="5040" y="2497"/>
                <a:ext cx="77" cy="486"/>
              </a:xfrm>
              <a:prstGeom prst="rect">
                <a:avLst/>
              </a:prstGeom>
              <a:solidFill>
                <a:srgbClr val="FF99CC"/>
              </a:solidFill>
              <a:ln w="25400">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06933" name="Rectangle 53"/>
              <p:cNvSpPr>
                <a:spLocks noChangeArrowheads="1"/>
              </p:cNvSpPr>
              <p:nvPr/>
            </p:nvSpPr>
            <p:spPr bwMode="auto">
              <a:xfrm>
                <a:off x="4964" y="2566"/>
                <a:ext cx="76" cy="417"/>
              </a:xfrm>
              <a:prstGeom prst="rect">
                <a:avLst/>
              </a:prstGeom>
              <a:solidFill>
                <a:srgbClr val="FF99CC"/>
              </a:solidFill>
              <a:ln w="25400">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06934" name="Rectangle 54"/>
              <p:cNvSpPr>
                <a:spLocks noChangeArrowheads="1"/>
              </p:cNvSpPr>
              <p:nvPr/>
            </p:nvSpPr>
            <p:spPr bwMode="auto">
              <a:xfrm>
                <a:off x="4887" y="2776"/>
                <a:ext cx="77" cy="207"/>
              </a:xfrm>
              <a:prstGeom prst="rect">
                <a:avLst/>
              </a:prstGeom>
              <a:solidFill>
                <a:srgbClr val="FF99CC"/>
              </a:solidFill>
              <a:ln w="25400">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06935" name="Line 55"/>
              <p:cNvSpPr>
                <a:spLocks noChangeShapeType="1"/>
              </p:cNvSpPr>
              <p:nvPr/>
            </p:nvSpPr>
            <p:spPr bwMode="auto">
              <a:xfrm>
                <a:off x="4744" y="2358"/>
                <a:ext cx="0" cy="625"/>
              </a:xfrm>
              <a:prstGeom prst="line">
                <a:avLst/>
              </a:prstGeom>
              <a:noFill/>
              <a:ln w="254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6936" name="Line 56"/>
              <p:cNvSpPr>
                <a:spLocks noChangeShapeType="1"/>
              </p:cNvSpPr>
              <p:nvPr/>
            </p:nvSpPr>
            <p:spPr bwMode="auto">
              <a:xfrm>
                <a:off x="4734" y="2983"/>
                <a:ext cx="919" cy="0"/>
              </a:xfrm>
              <a:prstGeom prst="line">
                <a:avLst/>
              </a:prstGeom>
              <a:noFill/>
              <a:ln w="254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grpSp>
        <p:grpSp>
          <p:nvGrpSpPr>
            <p:cNvPr id="36887" name="Group 57"/>
            <p:cNvGrpSpPr>
              <a:grpSpLocks/>
            </p:cNvGrpSpPr>
            <p:nvPr/>
          </p:nvGrpSpPr>
          <p:grpSpPr bwMode="auto">
            <a:xfrm>
              <a:off x="4697" y="3045"/>
              <a:ext cx="1303" cy="972"/>
              <a:chOff x="4697" y="3072"/>
              <a:chExt cx="1303" cy="972"/>
            </a:xfrm>
          </p:grpSpPr>
          <p:sp>
            <p:nvSpPr>
              <p:cNvPr id="506938" name="Line 58"/>
              <p:cNvSpPr>
                <a:spLocks noChangeShapeType="1"/>
              </p:cNvSpPr>
              <p:nvPr/>
            </p:nvSpPr>
            <p:spPr bwMode="auto">
              <a:xfrm>
                <a:off x="4740" y="3072"/>
                <a:ext cx="0" cy="947"/>
              </a:xfrm>
              <a:prstGeom prst="line">
                <a:avLst/>
              </a:prstGeom>
              <a:noFill/>
              <a:ln w="254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6939" name="Line 59"/>
              <p:cNvSpPr>
                <a:spLocks noChangeShapeType="1"/>
              </p:cNvSpPr>
              <p:nvPr/>
            </p:nvSpPr>
            <p:spPr bwMode="auto">
              <a:xfrm flipV="1">
                <a:off x="4732" y="4019"/>
                <a:ext cx="1217" cy="4"/>
              </a:xfrm>
              <a:prstGeom prst="line">
                <a:avLst/>
              </a:prstGeom>
              <a:noFill/>
              <a:ln w="254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6940" name="Line 60"/>
              <p:cNvSpPr>
                <a:spLocks noChangeShapeType="1"/>
              </p:cNvSpPr>
              <p:nvPr/>
            </p:nvSpPr>
            <p:spPr bwMode="auto">
              <a:xfrm>
                <a:off x="4740" y="3879"/>
                <a:ext cx="1209" cy="0"/>
              </a:xfrm>
              <a:prstGeom prst="line">
                <a:avLst/>
              </a:prstGeom>
              <a:noFill/>
              <a:ln w="254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6941" name="Line 61"/>
              <p:cNvSpPr>
                <a:spLocks noChangeShapeType="1"/>
              </p:cNvSpPr>
              <p:nvPr/>
            </p:nvSpPr>
            <p:spPr bwMode="auto">
              <a:xfrm>
                <a:off x="4740" y="3754"/>
                <a:ext cx="1209" cy="0"/>
              </a:xfrm>
              <a:prstGeom prst="line">
                <a:avLst/>
              </a:prstGeom>
              <a:noFill/>
              <a:ln w="25400">
                <a:solidFill>
                  <a:schemeClr val="tx1"/>
                </a:solidFill>
                <a:prstDash val="dash"/>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6942" name="Line 62"/>
              <p:cNvSpPr>
                <a:spLocks noChangeShapeType="1"/>
              </p:cNvSpPr>
              <p:nvPr/>
            </p:nvSpPr>
            <p:spPr bwMode="auto">
              <a:xfrm>
                <a:off x="4740" y="3502"/>
                <a:ext cx="1209" cy="0"/>
              </a:xfrm>
              <a:prstGeom prst="line">
                <a:avLst/>
              </a:prstGeom>
              <a:noFill/>
              <a:ln w="25400">
                <a:solidFill>
                  <a:schemeClr val="tx1"/>
                </a:solidFill>
                <a:prstDash val="dash"/>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6943" name="Line 63"/>
              <p:cNvSpPr>
                <a:spLocks noChangeShapeType="1"/>
              </p:cNvSpPr>
              <p:nvPr/>
            </p:nvSpPr>
            <p:spPr bwMode="auto">
              <a:xfrm>
                <a:off x="4740" y="3374"/>
                <a:ext cx="1209" cy="0"/>
              </a:xfrm>
              <a:prstGeom prst="line">
                <a:avLst/>
              </a:prstGeom>
              <a:noFill/>
              <a:ln w="254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6944" name="Line 64"/>
              <p:cNvSpPr>
                <a:spLocks noChangeShapeType="1"/>
              </p:cNvSpPr>
              <p:nvPr/>
            </p:nvSpPr>
            <p:spPr bwMode="auto">
              <a:xfrm>
                <a:off x="4740" y="3240"/>
                <a:ext cx="1209" cy="0"/>
              </a:xfrm>
              <a:prstGeom prst="line">
                <a:avLst/>
              </a:prstGeom>
              <a:noFill/>
              <a:ln w="25400">
                <a:solidFill>
                  <a:schemeClr val="tx1"/>
                </a:solidFill>
                <a:prstDash val="dash"/>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6945" name="Text Box 65"/>
              <p:cNvSpPr txBox="1">
                <a:spLocks noChangeArrowheads="1"/>
              </p:cNvSpPr>
              <p:nvPr/>
            </p:nvSpPr>
            <p:spPr bwMode="auto">
              <a:xfrm>
                <a:off x="4697" y="3318"/>
                <a:ext cx="228" cy="192"/>
              </a:xfrm>
              <a:prstGeom prst="rect">
                <a:avLst/>
              </a:prstGeom>
              <a:noFill/>
              <a:ln w="9525">
                <a:noFill/>
                <a:miter lim="800000"/>
                <a:headEnd/>
                <a:tailEnd/>
              </a:ln>
              <a:effectLst/>
            </p:spPr>
            <p:txBody>
              <a:bodyPr wrap="none" anchor="ctr">
                <a:spAutoFit/>
              </a:bodyPr>
              <a:lstStyle/>
              <a:p>
                <a:pPr algn="ctr">
                  <a:spcBef>
                    <a:spcPct val="50000"/>
                  </a:spcBef>
                  <a:defRPr/>
                </a:pPr>
                <a:r>
                  <a:rPr lang="en-US" altLang="ja-JP" sz="1400">
                    <a:solidFill>
                      <a:schemeClr val="folHlink"/>
                    </a:solidFill>
                    <a:effectLst>
                      <a:outerShdw blurRad="38100" dist="38100" dir="2700000" algn="tl">
                        <a:srgbClr val="000000"/>
                      </a:outerShdw>
                    </a:effectLst>
                    <a:latin typeface="HG丸ｺﾞｼｯｸM-PRO" charset="-128"/>
                    <a:ea typeface="HG丸ｺﾞｼｯｸM-PRO" charset="-128"/>
                  </a:rPr>
                  <a:t>●</a:t>
                </a:r>
              </a:p>
            </p:txBody>
          </p:sp>
          <p:sp>
            <p:nvSpPr>
              <p:cNvPr id="506946" name="Text Box 66"/>
              <p:cNvSpPr txBox="1">
                <a:spLocks noChangeArrowheads="1"/>
              </p:cNvSpPr>
              <p:nvPr/>
            </p:nvSpPr>
            <p:spPr bwMode="auto">
              <a:xfrm>
                <a:off x="4832" y="3174"/>
                <a:ext cx="228" cy="191"/>
              </a:xfrm>
              <a:prstGeom prst="rect">
                <a:avLst/>
              </a:prstGeom>
              <a:noFill/>
              <a:ln w="9525">
                <a:noFill/>
                <a:miter lim="800000"/>
                <a:headEnd/>
                <a:tailEnd/>
              </a:ln>
              <a:effectLst/>
            </p:spPr>
            <p:txBody>
              <a:bodyPr wrap="none" anchor="ctr">
                <a:spAutoFit/>
              </a:bodyPr>
              <a:lstStyle/>
              <a:p>
                <a:pPr algn="ctr">
                  <a:spcBef>
                    <a:spcPct val="50000"/>
                  </a:spcBef>
                  <a:defRPr/>
                </a:pPr>
                <a:r>
                  <a:rPr lang="en-US" altLang="ja-JP" sz="1400">
                    <a:solidFill>
                      <a:schemeClr val="folHlink"/>
                    </a:solidFill>
                    <a:effectLst>
                      <a:outerShdw blurRad="38100" dist="38100" dir="2700000" algn="tl">
                        <a:srgbClr val="000000"/>
                      </a:outerShdw>
                    </a:effectLst>
                    <a:latin typeface="HG丸ｺﾞｼｯｸM-PRO" charset="-128"/>
                    <a:ea typeface="HG丸ｺﾞｼｯｸM-PRO" charset="-128"/>
                  </a:rPr>
                  <a:t>●</a:t>
                </a:r>
              </a:p>
            </p:txBody>
          </p:sp>
          <p:sp>
            <p:nvSpPr>
              <p:cNvPr id="506947" name="Text Box 67"/>
              <p:cNvSpPr txBox="1">
                <a:spLocks noChangeArrowheads="1"/>
              </p:cNvSpPr>
              <p:nvPr/>
            </p:nvSpPr>
            <p:spPr bwMode="auto">
              <a:xfrm>
                <a:off x="4967" y="3250"/>
                <a:ext cx="228" cy="192"/>
              </a:xfrm>
              <a:prstGeom prst="rect">
                <a:avLst/>
              </a:prstGeom>
              <a:noFill/>
              <a:ln w="9525">
                <a:noFill/>
                <a:miter lim="800000"/>
                <a:headEnd/>
                <a:tailEnd/>
              </a:ln>
              <a:effectLst/>
            </p:spPr>
            <p:txBody>
              <a:bodyPr wrap="none" anchor="ctr">
                <a:spAutoFit/>
              </a:bodyPr>
              <a:lstStyle/>
              <a:p>
                <a:pPr algn="ctr">
                  <a:spcBef>
                    <a:spcPct val="50000"/>
                  </a:spcBef>
                  <a:defRPr/>
                </a:pPr>
                <a:r>
                  <a:rPr lang="en-US" altLang="ja-JP" sz="1400">
                    <a:solidFill>
                      <a:schemeClr val="folHlink"/>
                    </a:solidFill>
                    <a:effectLst>
                      <a:outerShdw blurRad="38100" dist="38100" dir="2700000" algn="tl">
                        <a:srgbClr val="000000"/>
                      </a:outerShdw>
                    </a:effectLst>
                    <a:latin typeface="HG丸ｺﾞｼｯｸM-PRO" charset="-128"/>
                    <a:ea typeface="HG丸ｺﾞｼｯｸM-PRO" charset="-128"/>
                  </a:rPr>
                  <a:t>●</a:t>
                </a:r>
              </a:p>
            </p:txBody>
          </p:sp>
          <p:sp>
            <p:nvSpPr>
              <p:cNvPr id="506948" name="Text Box 68"/>
              <p:cNvSpPr txBox="1">
                <a:spLocks noChangeArrowheads="1"/>
              </p:cNvSpPr>
              <p:nvPr/>
            </p:nvSpPr>
            <p:spPr bwMode="auto">
              <a:xfrm>
                <a:off x="5099" y="3212"/>
                <a:ext cx="228" cy="192"/>
              </a:xfrm>
              <a:prstGeom prst="rect">
                <a:avLst/>
              </a:prstGeom>
              <a:noFill/>
              <a:ln w="9525">
                <a:noFill/>
                <a:miter lim="800000"/>
                <a:headEnd/>
                <a:tailEnd/>
              </a:ln>
              <a:effectLst/>
            </p:spPr>
            <p:txBody>
              <a:bodyPr wrap="none" anchor="ctr">
                <a:spAutoFit/>
              </a:bodyPr>
              <a:lstStyle/>
              <a:p>
                <a:pPr algn="ctr">
                  <a:spcBef>
                    <a:spcPct val="50000"/>
                  </a:spcBef>
                  <a:defRPr/>
                </a:pPr>
                <a:r>
                  <a:rPr lang="en-US" altLang="ja-JP" sz="1400">
                    <a:solidFill>
                      <a:schemeClr val="folHlink"/>
                    </a:solidFill>
                    <a:effectLst>
                      <a:outerShdw blurRad="38100" dist="38100" dir="2700000" algn="tl">
                        <a:srgbClr val="000000"/>
                      </a:outerShdw>
                    </a:effectLst>
                    <a:latin typeface="HG丸ｺﾞｼｯｸM-PRO" charset="-128"/>
                    <a:ea typeface="HG丸ｺﾞｼｯｸM-PRO" charset="-128"/>
                  </a:rPr>
                  <a:t>●</a:t>
                </a:r>
              </a:p>
            </p:txBody>
          </p:sp>
          <p:sp>
            <p:nvSpPr>
              <p:cNvPr id="506949" name="Text Box 69"/>
              <p:cNvSpPr txBox="1">
                <a:spLocks noChangeArrowheads="1"/>
              </p:cNvSpPr>
              <p:nvPr/>
            </p:nvSpPr>
            <p:spPr bwMode="auto">
              <a:xfrm>
                <a:off x="5229" y="3383"/>
                <a:ext cx="228" cy="192"/>
              </a:xfrm>
              <a:prstGeom prst="rect">
                <a:avLst/>
              </a:prstGeom>
              <a:noFill/>
              <a:ln w="9525">
                <a:noFill/>
                <a:miter lim="800000"/>
                <a:headEnd/>
                <a:tailEnd/>
              </a:ln>
              <a:effectLst/>
            </p:spPr>
            <p:txBody>
              <a:bodyPr wrap="none" anchor="ctr">
                <a:spAutoFit/>
              </a:bodyPr>
              <a:lstStyle/>
              <a:p>
                <a:pPr algn="ctr">
                  <a:spcBef>
                    <a:spcPct val="50000"/>
                  </a:spcBef>
                  <a:defRPr/>
                </a:pPr>
                <a:r>
                  <a:rPr lang="en-US" altLang="ja-JP" sz="1400">
                    <a:solidFill>
                      <a:schemeClr val="folHlink"/>
                    </a:solidFill>
                    <a:effectLst>
                      <a:outerShdw blurRad="38100" dist="38100" dir="2700000" algn="tl">
                        <a:srgbClr val="000000"/>
                      </a:outerShdw>
                    </a:effectLst>
                    <a:latin typeface="HG丸ｺﾞｼｯｸM-PRO" charset="-128"/>
                    <a:ea typeface="HG丸ｺﾞｼｯｸM-PRO" charset="-128"/>
                  </a:rPr>
                  <a:t>●</a:t>
                </a:r>
              </a:p>
            </p:txBody>
          </p:sp>
          <p:sp>
            <p:nvSpPr>
              <p:cNvPr id="506950" name="Text Box 70"/>
              <p:cNvSpPr txBox="1">
                <a:spLocks noChangeArrowheads="1"/>
              </p:cNvSpPr>
              <p:nvPr/>
            </p:nvSpPr>
            <p:spPr bwMode="auto">
              <a:xfrm>
                <a:off x="5370" y="3344"/>
                <a:ext cx="228" cy="194"/>
              </a:xfrm>
              <a:prstGeom prst="rect">
                <a:avLst/>
              </a:prstGeom>
              <a:noFill/>
              <a:ln w="9525">
                <a:noFill/>
                <a:miter lim="800000"/>
                <a:headEnd/>
                <a:tailEnd/>
              </a:ln>
              <a:effectLst/>
            </p:spPr>
            <p:txBody>
              <a:bodyPr wrap="none" anchor="ctr">
                <a:spAutoFit/>
              </a:bodyPr>
              <a:lstStyle/>
              <a:p>
                <a:pPr algn="ctr">
                  <a:spcBef>
                    <a:spcPct val="50000"/>
                  </a:spcBef>
                  <a:defRPr/>
                </a:pPr>
                <a:r>
                  <a:rPr lang="en-US" altLang="ja-JP" sz="1400">
                    <a:solidFill>
                      <a:schemeClr val="folHlink"/>
                    </a:solidFill>
                    <a:effectLst>
                      <a:outerShdw blurRad="38100" dist="38100" dir="2700000" algn="tl">
                        <a:srgbClr val="000000"/>
                      </a:outerShdw>
                    </a:effectLst>
                    <a:latin typeface="HG丸ｺﾞｼｯｸM-PRO" charset="-128"/>
                    <a:ea typeface="HG丸ｺﾞｼｯｸM-PRO" charset="-128"/>
                  </a:rPr>
                  <a:t>●</a:t>
                </a:r>
              </a:p>
            </p:txBody>
          </p:sp>
          <p:sp>
            <p:nvSpPr>
              <p:cNvPr id="506951" name="Text Box 71"/>
              <p:cNvSpPr txBox="1">
                <a:spLocks noChangeArrowheads="1"/>
              </p:cNvSpPr>
              <p:nvPr/>
            </p:nvSpPr>
            <p:spPr bwMode="auto">
              <a:xfrm>
                <a:off x="5504" y="3212"/>
                <a:ext cx="228" cy="192"/>
              </a:xfrm>
              <a:prstGeom prst="rect">
                <a:avLst/>
              </a:prstGeom>
              <a:noFill/>
              <a:ln w="9525">
                <a:noFill/>
                <a:miter lim="800000"/>
                <a:headEnd/>
                <a:tailEnd/>
              </a:ln>
              <a:effectLst/>
            </p:spPr>
            <p:txBody>
              <a:bodyPr wrap="none" anchor="ctr">
                <a:spAutoFit/>
              </a:bodyPr>
              <a:lstStyle/>
              <a:p>
                <a:pPr algn="ctr">
                  <a:spcBef>
                    <a:spcPct val="50000"/>
                  </a:spcBef>
                  <a:defRPr/>
                </a:pPr>
                <a:r>
                  <a:rPr lang="en-US" altLang="ja-JP" sz="1400">
                    <a:solidFill>
                      <a:schemeClr val="folHlink"/>
                    </a:solidFill>
                    <a:effectLst>
                      <a:outerShdw blurRad="38100" dist="38100" dir="2700000" algn="tl">
                        <a:srgbClr val="000000"/>
                      </a:outerShdw>
                    </a:effectLst>
                    <a:latin typeface="HG丸ｺﾞｼｯｸM-PRO" charset="-128"/>
                    <a:ea typeface="HG丸ｺﾞｼｯｸM-PRO" charset="-128"/>
                  </a:rPr>
                  <a:t>●</a:t>
                </a:r>
              </a:p>
            </p:txBody>
          </p:sp>
          <p:sp>
            <p:nvSpPr>
              <p:cNvPr id="506952" name="Text Box 72"/>
              <p:cNvSpPr txBox="1">
                <a:spLocks noChangeArrowheads="1"/>
              </p:cNvSpPr>
              <p:nvPr/>
            </p:nvSpPr>
            <p:spPr bwMode="auto">
              <a:xfrm>
                <a:off x="5631" y="3232"/>
                <a:ext cx="228" cy="192"/>
              </a:xfrm>
              <a:prstGeom prst="rect">
                <a:avLst/>
              </a:prstGeom>
              <a:noFill/>
              <a:ln w="9525">
                <a:noFill/>
                <a:miter lim="800000"/>
                <a:headEnd/>
                <a:tailEnd/>
              </a:ln>
              <a:effectLst/>
            </p:spPr>
            <p:txBody>
              <a:bodyPr wrap="none" anchor="ctr">
                <a:spAutoFit/>
              </a:bodyPr>
              <a:lstStyle/>
              <a:p>
                <a:pPr algn="ctr">
                  <a:spcBef>
                    <a:spcPct val="50000"/>
                  </a:spcBef>
                  <a:defRPr/>
                </a:pPr>
                <a:r>
                  <a:rPr lang="en-US" altLang="ja-JP" sz="1400">
                    <a:solidFill>
                      <a:schemeClr val="folHlink"/>
                    </a:solidFill>
                    <a:effectLst>
                      <a:outerShdw blurRad="38100" dist="38100" dir="2700000" algn="tl">
                        <a:srgbClr val="000000"/>
                      </a:outerShdw>
                    </a:effectLst>
                    <a:latin typeface="HG丸ｺﾞｼｯｸM-PRO" charset="-128"/>
                    <a:ea typeface="HG丸ｺﾞｼｯｸM-PRO" charset="-128"/>
                  </a:rPr>
                  <a:t>●</a:t>
                </a:r>
              </a:p>
            </p:txBody>
          </p:sp>
          <p:sp>
            <p:nvSpPr>
              <p:cNvPr id="506953" name="Text Box 73"/>
              <p:cNvSpPr txBox="1">
                <a:spLocks noChangeArrowheads="1"/>
              </p:cNvSpPr>
              <p:nvPr/>
            </p:nvSpPr>
            <p:spPr bwMode="auto">
              <a:xfrm>
                <a:off x="5772" y="3339"/>
                <a:ext cx="228" cy="192"/>
              </a:xfrm>
              <a:prstGeom prst="rect">
                <a:avLst/>
              </a:prstGeom>
              <a:noFill/>
              <a:ln w="9525">
                <a:noFill/>
                <a:miter lim="800000"/>
                <a:headEnd/>
                <a:tailEnd/>
              </a:ln>
              <a:effectLst/>
            </p:spPr>
            <p:txBody>
              <a:bodyPr wrap="none" anchor="ctr">
                <a:spAutoFit/>
              </a:bodyPr>
              <a:lstStyle/>
              <a:p>
                <a:pPr algn="ctr">
                  <a:spcBef>
                    <a:spcPct val="50000"/>
                  </a:spcBef>
                  <a:defRPr/>
                </a:pPr>
                <a:r>
                  <a:rPr lang="en-US" altLang="ja-JP" sz="1400">
                    <a:solidFill>
                      <a:schemeClr val="folHlink"/>
                    </a:solidFill>
                    <a:effectLst>
                      <a:outerShdw blurRad="38100" dist="38100" dir="2700000" algn="tl">
                        <a:srgbClr val="000000"/>
                      </a:outerShdw>
                    </a:effectLst>
                    <a:latin typeface="HG丸ｺﾞｼｯｸM-PRO" charset="-128"/>
                    <a:ea typeface="HG丸ｺﾞｼｯｸM-PRO" charset="-128"/>
                  </a:rPr>
                  <a:t>●</a:t>
                </a:r>
              </a:p>
            </p:txBody>
          </p:sp>
          <p:sp>
            <p:nvSpPr>
              <p:cNvPr id="506954" name="Line 74"/>
              <p:cNvSpPr>
                <a:spLocks noChangeShapeType="1"/>
              </p:cNvSpPr>
              <p:nvPr/>
            </p:nvSpPr>
            <p:spPr bwMode="auto">
              <a:xfrm flipV="1">
                <a:off x="4810" y="3280"/>
                <a:ext cx="129" cy="136"/>
              </a:xfrm>
              <a:prstGeom prst="line">
                <a:avLst/>
              </a:prstGeom>
              <a:noFill/>
              <a:ln w="254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6955" name="Line 75"/>
              <p:cNvSpPr>
                <a:spLocks noChangeShapeType="1"/>
              </p:cNvSpPr>
              <p:nvPr/>
            </p:nvSpPr>
            <p:spPr bwMode="auto">
              <a:xfrm>
                <a:off x="4944" y="3273"/>
                <a:ext cx="134" cy="80"/>
              </a:xfrm>
              <a:prstGeom prst="line">
                <a:avLst/>
              </a:prstGeom>
              <a:noFill/>
              <a:ln w="254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6956" name="Line 76"/>
              <p:cNvSpPr>
                <a:spLocks noChangeShapeType="1"/>
              </p:cNvSpPr>
              <p:nvPr/>
            </p:nvSpPr>
            <p:spPr bwMode="auto">
              <a:xfrm flipV="1">
                <a:off x="5078" y="3316"/>
                <a:ext cx="132" cy="37"/>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6957" name="Line 77"/>
              <p:cNvSpPr>
                <a:spLocks noChangeShapeType="1"/>
              </p:cNvSpPr>
              <p:nvPr/>
            </p:nvSpPr>
            <p:spPr bwMode="auto">
              <a:xfrm>
                <a:off x="5207" y="3312"/>
                <a:ext cx="134" cy="176"/>
              </a:xfrm>
              <a:prstGeom prst="line">
                <a:avLst/>
              </a:prstGeom>
              <a:noFill/>
              <a:ln w="254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6958" name="Line 78"/>
              <p:cNvSpPr>
                <a:spLocks noChangeShapeType="1"/>
              </p:cNvSpPr>
              <p:nvPr/>
            </p:nvSpPr>
            <p:spPr bwMode="auto">
              <a:xfrm flipV="1">
                <a:off x="5344" y="3452"/>
                <a:ext cx="137" cy="36"/>
              </a:xfrm>
              <a:prstGeom prst="line">
                <a:avLst/>
              </a:prstGeom>
              <a:noFill/>
              <a:ln w="254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6959" name="Line 79"/>
              <p:cNvSpPr>
                <a:spLocks noChangeShapeType="1"/>
              </p:cNvSpPr>
              <p:nvPr/>
            </p:nvSpPr>
            <p:spPr bwMode="auto">
              <a:xfrm flipV="1">
                <a:off x="5481" y="3312"/>
                <a:ext cx="134" cy="140"/>
              </a:xfrm>
              <a:prstGeom prst="line">
                <a:avLst/>
              </a:prstGeom>
              <a:noFill/>
              <a:ln w="254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6960" name="Line 80"/>
              <p:cNvSpPr>
                <a:spLocks noChangeShapeType="1"/>
              </p:cNvSpPr>
              <p:nvPr/>
            </p:nvSpPr>
            <p:spPr bwMode="auto">
              <a:xfrm>
                <a:off x="5610" y="3312"/>
                <a:ext cx="139" cy="25"/>
              </a:xfrm>
              <a:prstGeom prst="line">
                <a:avLst/>
              </a:prstGeom>
              <a:noFill/>
              <a:ln w="254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6961" name="Line 81"/>
              <p:cNvSpPr>
                <a:spLocks noChangeShapeType="1"/>
              </p:cNvSpPr>
              <p:nvPr/>
            </p:nvSpPr>
            <p:spPr bwMode="auto">
              <a:xfrm>
                <a:off x="5744" y="3333"/>
                <a:ext cx="142" cy="113"/>
              </a:xfrm>
              <a:prstGeom prst="line">
                <a:avLst/>
              </a:prstGeom>
              <a:noFill/>
              <a:ln w="254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6962" name="Text Box 82"/>
              <p:cNvSpPr txBox="1">
                <a:spLocks noChangeArrowheads="1"/>
              </p:cNvSpPr>
              <p:nvPr/>
            </p:nvSpPr>
            <p:spPr bwMode="auto">
              <a:xfrm>
                <a:off x="5395" y="3852"/>
                <a:ext cx="172" cy="192"/>
              </a:xfrm>
              <a:prstGeom prst="rect">
                <a:avLst/>
              </a:prstGeom>
              <a:noFill/>
              <a:ln w="9525">
                <a:noFill/>
                <a:miter lim="800000"/>
                <a:headEnd/>
                <a:tailEnd/>
              </a:ln>
              <a:effectLst/>
            </p:spPr>
            <p:txBody>
              <a:bodyPr wrap="none" anchor="ctr">
                <a:spAutoFit/>
              </a:bodyPr>
              <a:lstStyle/>
              <a:p>
                <a:pPr algn="ctr">
                  <a:spcBef>
                    <a:spcPct val="50000"/>
                  </a:spcBef>
                  <a:defRPr/>
                </a:pPr>
                <a:r>
                  <a:rPr lang="en-US" altLang="ja-JP" sz="1400">
                    <a:solidFill>
                      <a:schemeClr val="folHlink"/>
                    </a:solidFill>
                    <a:effectLst>
                      <a:outerShdw blurRad="38100" dist="38100" dir="2700000" algn="tl">
                        <a:srgbClr val="000000"/>
                      </a:outerShdw>
                    </a:effectLst>
                    <a:latin typeface="HG丸ｺﾞｼｯｸM-PRO" charset="-128"/>
                    <a:ea typeface="HG丸ｺﾞｼｯｸM-PRO" charset="-128"/>
                  </a:rPr>
                  <a:t>×</a:t>
                </a:r>
              </a:p>
            </p:txBody>
          </p:sp>
          <p:sp>
            <p:nvSpPr>
              <p:cNvPr id="506963" name="Text Box 83"/>
              <p:cNvSpPr txBox="1">
                <a:spLocks noChangeArrowheads="1"/>
              </p:cNvSpPr>
              <p:nvPr/>
            </p:nvSpPr>
            <p:spPr bwMode="auto">
              <a:xfrm>
                <a:off x="4722" y="3739"/>
                <a:ext cx="172" cy="192"/>
              </a:xfrm>
              <a:prstGeom prst="rect">
                <a:avLst/>
              </a:prstGeom>
              <a:noFill/>
              <a:ln w="9525">
                <a:noFill/>
                <a:miter lim="800000"/>
                <a:headEnd/>
                <a:tailEnd/>
              </a:ln>
              <a:effectLst/>
            </p:spPr>
            <p:txBody>
              <a:bodyPr wrap="none" anchor="ctr">
                <a:spAutoFit/>
              </a:bodyPr>
              <a:lstStyle/>
              <a:p>
                <a:pPr algn="ctr">
                  <a:spcBef>
                    <a:spcPct val="50000"/>
                  </a:spcBef>
                  <a:defRPr/>
                </a:pPr>
                <a:r>
                  <a:rPr lang="en-US" altLang="ja-JP" sz="1400">
                    <a:solidFill>
                      <a:schemeClr val="folHlink"/>
                    </a:solidFill>
                    <a:effectLst>
                      <a:outerShdw blurRad="38100" dist="38100" dir="2700000" algn="tl">
                        <a:srgbClr val="000000"/>
                      </a:outerShdw>
                    </a:effectLst>
                    <a:latin typeface="HG丸ｺﾞｼｯｸM-PRO" charset="-128"/>
                    <a:ea typeface="HG丸ｺﾞｼｯｸM-PRO" charset="-128"/>
                  </a:rPr>
                  <a:t>×</a:t>
                </a:r>
              </a:p>
            </p:txBody>
          </p:sp>
          <p:sp>
            <p:nvSpPr>
              <p:cNvPr id="506964" name="Text Box 84"/>
              <p:cNvSpPr txBox="1">
                <a:spLocks noChangeArrowheads="1"/>
              </p:cNvSpPr>
              <p:nvPr/>
            </p:nvSpPr>
            <p:spPr bwMode="auto">
              <a:xfrm>
                <a:off x="5125" y="3811"/>
                <a:ext cx="172" cy="192"/>
              </a:xfrm>
              <a:prstGeom prst="rect">
                <a:avLst/>
              </a:prstGeom>
              <a:noFill/>
              <a:ln w="9525">
                <a:noFill/>
                <a:miter lim="800000"/>
                <a:headEnd/>
                <a:tailEnd/>
              </a:ln>
              <a:effectLst/>
            </p:spPr>
            <p:txBody>
              <a:bodyPr wrap="none" anchor="ctr">
                <a:spAutoFit/>
              </a:bodyPr>
              <a:lstStyle/>
              <a:p>
                <a:pPr algn="ctr">
                  <a:spcBef>
                    <a:spcPct val="50000"/>
                  </a:spcBef>
                  <a:defRPr/>
                </a:pPr>
                <a:r>
                  <a:rPr lang="en-US" altLang="ja-JP" sz="1400">
                    <a:solidFill>
                      <a:schemeClr val="folHlink"/>
                    </a:solidFill>
                    <a:effectLst>
                      <a:outerShdw blurRad="38100" dist="38100" dir="2700000" algn="tl">
                        <a:srgbClr val="000000"/>
                      </a:outerShdw>
                    </a:effectLst>
                    <a:latin typeface="HG丸ｺﾞｼｯｸM-PRO" charset="-128"/>
                    <a:ea typeface="HG丸ｺﾞｼｯｸM-PRO" charset="-128"/>
                  </a:rPr>
                  <a:t>×</a:t>
                </a:r>
              </a:p>
            </p:txBody>
          </p:sp>
          <p:sp>
            <p:nvSpPr>
              <p:cNvPr id="506965" name="Text Box 85"/>
              <p:cNvSpPr txBox="1">
                <a:spLocks noChangeArrowheads="1"/>
              </p:cNvSpPr>
              <p:nvPr/>
            </p:nvSpPr>
            <p:spPr bwMode="auto">
              <a:xfrm>
                <a:off x="4855" y="3826"/>
                <a:ext cx="172" cy="192"/>
              </a:xfrm>
              <a:prstGeom prst="rect">
                <a:avLst/>
              </a:prstGeom>
              <a:noFill/>
              <a:ln w="9525">
                <a:noFill/>
                <a:miter lim="800000"/>
                <a:headEnd/>
                <a:tailEnd/>
              </a:ln>
              <a:effectLst/>
            </p:spPr>
            <p:txBody>
              <a:bodyPr wrap="none" anchor="ctr">
                <a:spAutoFit/>
              </a:bodyPr>
              <a:lstStyle/>
              <a:p>
                <a:pPr algn="ctr">
                  <a:spcBef>
                    <a:spcPct val="50000"/>
                  </a:spcBef>
                  <a:defRPr/>
                </a:pPr>
                <a:r>
                  <a:rPr lang="en-US" altLang="ja-JP" sz="1400">
                    <a:solidFill>
                      <a:schemeClr val="folHlink"/>
                    </a:solidFill>
                    <a:effectLst>
                      <a:outerShdw blurRad="38100" dist="38100" dir="2700000" algn="tl">
                        <a:srgbClr val="000000"/>
                      </a:outerShdw>
                    </a:effectLst>
                    <a:latin typeface="HG丸ｺﾞｼｯｸM-PRO" charset="-128"/>
                    <a:ea typeface="HG丸ｺﾞｼｯｸM-PRO" charset="-128"/>
                  </a:rPr>
                  <a:t>×</a:t>
                </a:r>
              </a:p>
            </p:txBody>
          </p:sp>
          <p:sp>
            <p:nvSpPr>
              <p:cNvPr id="506966" name="Text Box 86"/>
              <p:cNvSpPr txBox="1">
                <a:spLocks noChangeArrowheads="1"/>
              </p:cNvSpPr>
              <p:nvPr/>
            </p:nvSpPr>
            <p:spPr bwMode="auto">
              <a:xfrm>
                <a:off x="4993" y="3699"/>
                <a:ext cx="172" cy="192"/>
              </a:xfrm>
              <a:prstGeom prst="rect">
                <a:avLst/>
              </a:prstGeom>
              <a:noFill/>
              <a:ln w="9525">
                <a:noFill/>
                <a:miter lim="800000"/>
                <a:headEnd/>
                <a:tailEnd/>
              </a:ln>
              <a:effectLst/>
            </p:spPr>
            <p:txBody>
              <a:bodyPr wrap="none" anchor="ctr">
                <a:spAutoFit/>
              </a:bodyPr>
              <a:lstStyle/>
              <a:p>
                <a:pPr algn="ctr">
                  <a:spcBef>
                    <a:spcPct val="50000"/>
                  </a:spcBef>
                  <a:defRPr/>
                </a:pPr>
                <a:r>
                  <a:rPr lang="en-US" altLang="ja-JP" sz="1400">
                    <a:solidFill>
                      <a:schemeClr val="folHlink"/>
                    </a:solidFill>
                    <a:effectLst>
                      <a:outerShdw blurRad="38100" dist="38100" dir="2700000" algn="tl">
                        <a:srgbClr val="000000"/>
                      </a:outerShdw>
                    </a:effectLst>
                    <a:latin typeface="HG丸ｺﾞｼｯｸM-PRO" charset="-128"/>
                    <a:ea typeface="HG丸ｺﾞｼｯｸM-PRO" charset="-128"/>
                  </a:rPr>
                  <a:t>×</a:t>
                </a:r>
              </a:p>
            </p:txBody>
          </p:sp>
          <p:sp>
            <p:nvSpPr>
              <p:cNvPr id="506967" name="Text Box 87"/>
              <p:cNvSpPr txBox="1">
                <a:spLocks noChangeArrowheads="1"/>
              </p:cNvSpPr>
              <p:nvPr/>
            </p:nvSpPr>
            <p:spPr bwMode="auto">
              <a:xfrm>
                <a:off x="5256" y="3727"/>
                <a:ext cx="172" cy="192"/>
              </a:xfrm>
              <a:prstGeom prst="rect">
                <a:avLst/>
              </a:prstGeom>
              <a:noFill/>
              <a:ln w="9525">
                <a:noFill/>
                <a:miter lim="800000"/>
                <a:headEnd/>
                <a:tailEnd/>
              </a:ln>
              <a:effectLst/>
            </p:spPr>
            <p:txBody>
              <a:bodyPr wrap="none" anchor="ctr">
                <a:spAutoFit/>
              </a:bodyPr>
              <a:lstStyle/>
              <a:p>
                <a:pPr algn="ctr">
                  <a:spcBef>
                    <a:spcPct val="50000"/>
                  </a:spcBef>
                  <a:defRPr/>
                </a:pPr>
                <a:r>
                  <a:rPr lang="en-US" altLang="ja-JP" sz="1400">
                    <a:solidFill>
                      <a:schemeClr val="folHlink"/>
                    </a:solidFill>
                    <a:effectLst>
                      <a:outerShdw blurRad="38100" dist="38100" dir="2700000" algn="tl">
                        <a:srgbClr val="000000"/>
                      </a:outerShdw>
                    </a:effectLst>
                    <a:latin typeface="HG丸ｺﾞｼｯｸM-PRO" charset="-128"/>
                    <a:ea typeface="HG丸ｺﾞｼｯｸM-PRO" charset="-128"/>
                  </a:rPr>
                  <a:t>×</a:t>
                </a:r>
              </a:p>
            </p:txBody>
          </p:sp>
          <p:sp>
            <p:nvSpPr>
              <p:cNvPr id="506968" name="Text Box 88"/>
              <p:cNvSpPr txBox="1">
                <a:spLocks noChangeArrowheads="1"/>
              </p:cNvSpPr>
              <p:nvPr/>
            </p:nvSpPr>
            <p:spPr bwMode="auto">
              <a:xfrm>
                <a:off x="5528" y="3811"/>
                <a:ext cx="172" cy="192"/>
              </a:xfrm>
              <a:prstGeom prst="rect">
                <a:avLst/>
              </a:prstGeom>
              <a:noFill/>
              <a:ln w="9525">
                <a:noFill/>
                <a:miter lim="800000"/>
                <a:headEnd/>
                <a:tailEnd/>
              </a:ln>
              <a:effectLst/>
            </p:spPr>
            <p:txBody>
              <a:bodyPr wrap="none" anchor="ctr">
                <a:spAutoFit/>
              </a:bodyPr>
              <a:lstStyle/>
              <a:p>
                <a:pPr algn="ctr">
                  <a:spcBef>
                    <a:spcPct val="50000"/>
                  </a:spcBef>
                  <a:defRPr/>
                </a:pPr>
                <a:r>
                  <a:rPr lang="en-US" altLang="ja-JP" sz="1400">
                    <a:solidFill>
                      <a:schemeClr val="folHlink"/>
                    </a:solidFill>
                    <a:effectLst>
                      <a:outerShdw blurRad="38100" dist="38100" dir="2700000" algn="tl">
                        <a:srgbClr val="000000"/>
                      </a:outerShdw>
                    </a:effectLst>
                    <a:latin typeface="HG丸ｺﾞｼｯｸM-PRO" charset="-128"/>
                    <a:ea typeface="HG丸ｺﾞｼｯｸM-PRO" charset="-128"/>
                  </a:rPr>
                  <a:t>×</a:t>
                </a:r>
              </a:p>
            </p:txBody>
          </p:sp>
          <p:sp>
            <p:nvSpPr>
              <p:cNvPr id="506969" name="Text Box 89"/>
              <p:cNvSpPr txBox="1">
                <a:spLocks noChangeArrowheads="1"/>
              </p:cNvSpPr>
              <p:nvPr/>
            </p:nvSpPr>
            <p:spPr bwMode="auto">
              <a:xfrm>
                <a:off x="5659" y="3777"/>
                <a:ext cx="172" cy="192"/>
              </a:xfrm>
              <a:prstGeom prst="rect">
                <a:avLst/>
              </a:prstGeom>
              <a:noFill/>
              <a:ln w="9525">
                <a:noFill/>
                <a:miter lim="800000"/>
                <a:headEnd/>
                <a:tailEnd/>
              </a:ln>
              <a:effectLst/>
            </p:spPr>
            <p:txBody>
              <a:bodyPr wrap="none" anchor="ctr">
                <a:spAutoFit/>
              </a:bodyPr>
              <a:lstStyle/>
              <a:p>
                <a:pPr algn="ctr">
                  <a:spcBef>
                    <a:spcPct val="50000"/>
                  </a:spcBef>
                  <a:defRPr/>
                </a:pPr>
                <a:r>
                  <a:rPr lang="en-US" altLang="ja-JP" sz="1400">
                    <a:solidFill>
                      <a:schemeClr val="folHlink"/>
                    </a:solidFill>
                    <a:effectLst>
                      <a:outerShdw blurRad="38100" dist="38100" dir="2700000" algn="tl">
                        <a:srgbClr val="000000"/>
                      </a:outerShdw>
                    </a:effectLst>
                    <a:latin typeface="HG丸ｺﾞｼｯｸM-PRO" charset="-128"/>
                    <a:ea typeface="HG丸ｺﾞｼｯｸM-PRO" charset="-128"/>
                  </a:rPr>
                  <a:t>×</a:t>
                </a:r>
              </a:p>
            </p:txBody>
          </p:sp>
          <p:sp>
            <p:nvSpPr>
              <p:cNvPr id="506970" name="Text Box 90"/>
              <p:cNvSpPr txBox="1">
                <a:spLocks noChangeArrowheads="1"/>
              </p:cNvSpPr>
              <p:nvPr/>
            </p:nvSpPr>
            <p:spPr bwMode="auto">
              <a:xfrm>
                <a:off x="5800" y="3717"/>
                <a:ext cx="172" cy="192"/>
              </a:xfrm>
              <a:prstGeom prst="rect">
                <a:avLst/>
              </a:prstGeom>
              <a:noFill/>
              <a:ln w="9525">
                <a:noFill/>
                <a:miter lim="800000"/>
                <a:headEnd/>
                <a:tailEnd/>
              </a:ln>
              <a:effectLst/>
            </p:spPr>
            <p:txBody>
              <a:bodyPr wrap="none" anchor="ctr">
                <a:spAutoFit/>
              </a:bodyPr>
              <a:lstStyle/>
              <a:p>
                <a:pPr algn="ctr">
                  <a:spcBef>
                    <a:spcPct val="50000"/>
                  </a:spcBef>
                  <a:defRPr/>
                </a:pPr>
                <a:r>
                  <a:rPr lang="en-US" altLang="ja-JP" sz="1400">
                    <a:solidFill>
                      <a:schemeClr val="folHlink"/>
                    </a:solidFill>
                    <a:effectLst>
                      <a:outerShdw blurRad="38100" dist="38100" dir="2700000" algn="tl">
                        <a:srgbClr val="000000"/>
                      </a:outerShdw>
                    </a:effectLst>
                    <a:latin typeface="HG丸ｺﾞｼｯｸM-PRO" charset="-128"/>
                    <a:ea typeface="HG丸ｺﾞｼｯｸM-PRO" charset="-128"/>
                  </a:rPr>
                  <a:t>×</a:t>
                </a:r>
              </a:p>
            </p:txBody>
          </p:sp>
          <p:sp>
            <p:nvSpPr>
              <p:cNvPr id="506971" name="Line 91"/>
              <p:cNvSpPr>
                <a:spLocks noChangeShapeType="1"/>
              </p:cNvSpPr>
              <p:nvPr/>
            </p:nvSpPr>
            <p:spPr bwMode="auto">
              <a:xfrm>
                <a:off x="4835" y="3871"/>
                <a:ext cx="90" cy="59"/>
              </a:xfrm>
              <a:prstGeom prst="line">
                <a:avLst/>
              </a:prstGeom>
              <a:noFill/>
              <a:ln w="254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6972" name="Line 92"/>
              <p:cNvSpPr>
                <a:spLocks noChangeShapeType="1"/>
              </p:cNvSpPr>
              <p:nvPr/>
            </p:nvSpPr>
            <p:spPr bwMode="auto">
              <a:xfrm flipH="1">
                <a:off x="4955" y="3829"/>
                <a:ext cx="99" cy="86"/>
              </a:xfrm>
              <a:prstGeom prst="line">
                <a:avLst/>
              </a:prstGeom>
              <a:noFill/>
              <a:ln w="254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6973" name="Line 93"/>
              <p:cNvSpPr>
                <a:spLocks noChangeShapeType="1"/>
              </p:cNvSpPr>
              <p:nvPr/>
            </p:nvSpPr>
            <p:spPr bwMode="auto">
              <a:xfrm>
                <a:off x="5089" y="3811"/>
                <a:ext cx="102" cy="91"/>
              </a:xfrm>
              <a:prstGeom prst="line">
                <a:avLst/>
              </a:prstGeom>
              <a:noFill/>
              <a:ln w="254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6974" name="Line 94"/>
              <p:cNvSpPr>
                <a:spLocks noChangeShapeType="1"/>
              </p:cNvSpPr>
              <p:nvPr/>
            </p:nvSpPr>
            <p:spPr bwMode="auto">
              <a:xfrm flipH="1">
                <a:off x="5229" y="3835"/>
                <a:ext cx="99" cy="73"/>
              </a:xfrm>
              <a:prstGeom prst="line">
                <a:avLst/>
              </a:prstGeom>
              <a:noFill/>
              <a:ln w="254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6975" name="Line 95"/>
              <p:cNvSpPr>
                <a:spLocks noChangeShapeType="1"/>
              </p:cNvSpPr>
              <p:nvPr/>
            </p:nvSpPr>
            <p:spPr bwMode="auto">
              <a:xfrm>
                <a:off x="5355" y="3847"/>
                <a:ext cx="101" cy="110"/>
              </a:xfrm>
              <a:prstGeom prst="line">
                <a:avLst/>
              </a:prstGeom>
              <a:noFill/>
              <a:ln w="254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6976" name="Line 96"/>
              <p:cNvSpPr>
                <a:spLocks noChangeShapeType="1"/>
              </p:cNvSpPr>
              <p:nvPr/>
            </p:nvSpPr>
            <p:spPr bwMode="auto">
              <a:xfrm flipH="1">
                <a:off x="5499" y="3915"/>
                <a:ext cx="108" cy="42"/>
              </a:xfrm>
              <a:prstGeom prst="line">
                <a:avLst/>
              </a:prstGeom>
              <a:noFill/>
              <a:ln w="254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6977" name="Line 97"/>
              <p:cNvSpPr>
                <a:spLocks noChangeShapeType="1"/>
              </p:cNvSpPr>
              <p:nvPr/>
            </p:nvSpPr>
            <p:spPr bwMode="auto">
              <a:xfrm flipH="1">
                <a:off x="5636" y="3892"/>
                <a:ext cx="91" cy="23"/>
              </a:xfrm>
              <a:prstGeom prst="line">
                <a:avLst/>
              </a:prstGeom>
              <a:noFill/>
              <a:ln w="254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6978" name="Line 98"/>
              <p:cNvSpPr>
                <a:spLocks noChangeShapeType="1"/>
              </p:cNvSpPr>
              <p:nvPr/>
            </p:nvSpPr>
            <p:spPr bwMode="auto">
              <a:xfrm flipH="1">
                <a:off x="5767" y="3829"/>
                <a:ext cx="103" cy="59"/>
              </a:xfrm>
              <a:prstGeom prst="line">
                <a:avLst/>
              </a:prstGeom>
              <a:noFill/>
              <a:ln w="254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grpSp>
      </p:grpSp>
      <p:sp>
        <p:nvSpPr>
          <p:cNvPr id="506984" name="AutoShape 104"/>
          <p:cNvSpPr>
            <a:spLocks noChangeArrowheads="1"/>
          </p:cNvSpPr>
          <p:nvPr/>
        </p:nvSpPr>
        <p:spPr bwMode="auto">
          <a:xfrm>
            <a:off x="1600200" y="76200"/>
            <a:ext cx="6477000" cy="533400"/>
          </a:xfrm>
          <a:prstGeom prst="roundRect">
            <a:avLst>
              <a:gd name="adj" fmla="val 16667"/>
            </a:avLst>
          </a:prstGeom>
          <a:solidFill>
            <a:srgbClr val="008000"/>
          </a:solidFill>
          <a:ln w="9525">
            <a:solidFill>
              <a:schemeClr val="tx1"/>
            </a:solidFill>
            <a:round/>
            <a:headEnd/>
            <a:tailEnd/>
          </a:ln>
          <a:effectLst>
            <a:outerShdw blurRad="63500" dist="107763" dir="2700000" algn="ctr" rotWithShape="0">
              <a:schemeClr val="bg2">
                <a:alpha val="74998"/>
              </a:schemeClr>
            </a:outerShdw>
          </a:effectLst>
        </p:spPr>
        <p:txBody>
          <a:bodyPr wrap="none" anchor="ctr"/>
          <a:lstStyle/>
          <a:p>
            <a:pPr algn="ctr">
              <a:defRPr/>
            </a:pPr>
            <a:r>
              <a:rPr lang="en-US" altLang="ja-JP">
                <a:effectLst>
                  <a:outerShdw blurRad="38100" dist="38100" dir="2700000" algn="tl">
                    <a:srgbClr val="000000"/>
                  </a:outerShdw>
                </a:effectLst>
                <a:ea typeface="イワタ中丸ゴシック体(GT)" charset="-128"/>
              </a:rPr>
              <a:t>(4) Seven tools for QC (Q7)</a:t>
            </a:r>
          </a:p>
        </p:txBody>
      </p:sp>
      <p:sp>
        <p:nvSpPr>
          <p:cNvPr id="36870" name="Text Box 106"/>
          <p:cNvSpPr txBox="1">
            <a:spLocks noChangeArrowheads="1"/>
          </p:cNvSpPr>
          <p:nvPr/>
        </p:nvSpPr>
        <p:spPr bwMode="auto">
          <a:xfrm>
            <a:off x="488950" y="1065213"/>
            <a:ext cx="12954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a:r>
              <a:rPr kumimoji="0" lang="en-US" altLang="ja-JP" sz="1600" b="0"/>
              <a:t>Techniques</a:t>
            </a:r>
          </a:p>
        </p:txBody>
      </p:sp>
      <p:sp>
        <p:nvSpPr>
          <p:cNvPr id="36871" name="Text Box 107"/>
          <p:cNvSpPr txBox="1">
            <a:spLocks noChangeArrowheads="1"/>
          </p:cNvSpPr>
          <p:nvPr/>
        </p:nvSpPr>
        <p:spPr bwMode="auto">
          <a:xfrm>
            <a:off x="3127375" y="996950"/>
            <a:ext cx="266223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a:r>
              <a:rPr kumimoji="0" lang="en-US" altLang="ja-JP" sz="1800" b="0"/>
              <a:t>Definition and purpose</a:t>
            </a:r>
          </a:p>
        </p:txBody>
      </p:sp>
      <p:sp>
        <p:nvSpPr>
          <p:cNvPr id="36872" name="Text Box 108"/>
          <p:cNvSpPr txBox="1">
            <a:spLocks noChangeArrowheads="1"/>
          </p:cNvSpPr>
          <p:nvPr/>
        </p:nvSpPr>
        <p:spPr bwMode="auto">
          <a:xfrm>
            <a:off x="7472363" y="996950"/>
            <a:ext cx="201771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a:r>
              <a:rPr kumimoji="0" lang="en-US" altLang="ja-JP" sz="1800" b="0"/>
              <a:t>Basic chart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3028" name="Rectangle 4"/>
          <p:cNvSpPr>
            <a:spLocks noChangeArrowheads="1"/>
          </p:cNvSpPr>
          <p:nvPr/>
        </p:nvSpPr>
        <p:spPr bwMode="auto">
          <a:xfrm>
            <a:off x="320675" y="936625"/>
            <a:ext cx="9356725" cy="5768975"/>
          </a:xfrm>
          <a:prstGeom prst="rect">
            <a:avLst/>
          </a:prstGeom>
          <a:solidFill>
            <a:srgbClr val="000080">
              <a:alpha val="50000"/>
            </a:srgbClr>
          </a:solidFill>
          <a:ln w="28575">
            <a:solidFill>
              <a:schemeClr val="tx1"/>
            </a:solidFill>
            <a:miter lim="800000"/>
            <a:headEnd/>
            <a:tailEnd/>
          </a:ln>
          <a:effectLst/>
        </p:spPr>
        <p:txBody>
          <a:bodyPr wrap="none" anchor="ctr"/>
          <a:lstStyle/>
          <a:p>
            <a:pPr algn="ctr">
              <a:defRPr/>
            </a:pPr>
            <a:endParaRPr lang="th-TH">
              <a:effectLst>
                <a:outerShdw blurRad="38100" dist="38100" dir="2700000" algn="tl">
                  <a:srgbClr val="000000"/>
                </a:outerShdw>
              </a:effectLst>
            </a:endParaRPr>
          </a:p>
        </p:txBody>
      </p:sp>
      <p:sp>
        <p:nvSpPr>
          <p:cNvPr id="513029" name="Rectangle 5"/>
          <p:cNvSpPr>
            <a:spLocks noChangeArrowheads="1"/>
          </p:cNvSpPr>
          <p:nvPr/>
        </p:nvSpPr>
        <p:spPr bwMode="auto">
          <a:xfrm>
            <a:off x="7612063" y="4214813"/>
            <a:ext cx="1824037" cy="839787"/>
          </a:xfrm>
          <a:prstGeom prst="rect">
            <a:avLst/>
          </a:prstGeom>
          <a:solidFill>
            <a:srgbClr val="800080"/>
          </a:solidFill>
          <a:ln w="9525">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13030" name="Line 6"/>
          <p:cNvSpPr>
            <a:spLocks noChangeShapeType="1"/>
          </p:cNvSpPr>
          <p:nvPr/>
        </p:nvSpPr>
        <p:spPr bwMode="auto">
          <a:xfrm>
            <a:off x="320675" y="1360488"/>
            <a:ext cx="9356725" cy="0"/>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3031" name="Line 7"/>
          <p:cNvSpPr>
            <a:spLocks noChangeShapeType="1"/>
          </p:cNvSpPr>
          <p:nvPr/>
        </p:nvSpPr>
        <p:spPr bwMode="auto">
          <a:xfrm>
            <a:off x="2362200" y="927100"/>
            <a:ext cx="0" cy="5791200"/>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3032" name="Line 8"/>
          <p:cNvSpPr>
            <a:spLocks noChangeShapeType="1"/>
          </p:cNvSpPr>
          <p:nvPr/>
        </p:nvSpPr>
        <p:spPr bwMode="auto">
          <a:xfrm flipV="1">
            <a:off x="350838" y="2630488"/>
            <a:ext cx="9326562" cy="4762"/>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3033" name="Line 9"/>
          <p:cNvSpPr>
            <a:spLocks noChangeShapeType="1"/>
          </p:cNvSpPr>
          <p:nvPr/>
        </p:nvSpPr>
        <p:spPr bwMode="auto">
          <a:xfrm>
            <a:off x="7004050" y="936625"/>
            <a:ext cx="0" cy="5768975"/>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3034" name="Line 10"/>
          <p:cNvSpPr>
            <a:spLocks noChangeShapeType="1"/>
          </p:cNvSpPr>
          <p:nvPr/>
        </p:nvSpPr>
        <p:spPr bwMode="auto">
          <a:xfrm>
            <a:off x="304800" y="3908425"/>
            <a:ext cx="9358313" cy="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3035" name="Line 11"/>
          <p:cNvSpPr>
            <a:spLocks noChangeShapeType="1"/>
          </p:cNvSpPr>
          <p:nvPr/>
        </p:nvSpPr>
        <p:spPr bwMode="auto">
          <a:xfrm>
            <a:off x="304800" y="5183188"/>
            <a:ext cx="9358313" cy="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3039" name="Text Box 15"/>
          <p:cNvSpPr txBox="1">
            <a:spLocks noChangeArrowheads="1"/>
          </p:cNvSpPr>
          <p:nvPr/>
        </p:nvSpPr>
        <p:spPr bwMode="auto">
          <a:xfrm>
            <a:off x="460375" y="1858963"/>
            <a:ext cx="1822450" cy="304800"/>
          </a:xfrm>
          <a:prstGeom prst="rect">
            <a:avLst/>
          </a:prstGeom>
          <a:noFill/>
          <a:ln w="9525">
            <a:noFill/>
            <a:miter lim="800000"/>
            <a:headEnd/>
            <a:tailEnd/>
          </a:ln>
          <a:effectLst/>
        </p:spPr>
        <p:txBody>
          <a:bodyPr anchor="ctr">
            <a:spAutoFit/>
          </a:bodyPr>
          <a:lstStyle/>
          <a:p>
            <a:pPr>
              <a:spcBef>
                <a:spcPct val="50000"/>
              </a:spcBef>
              <a:defRPr/>
            </a:pPr>
            <a:r>
              <a:rPr lang="en-US" altLang="ja-JP" sz="1400">
                <a:effectLst>
                  <a:outerShdw blurRad="38100" dist="38100" dir="2700000" algn="tl">
                    <a:srgbClr val="000000"/>
                  </a:outerShdw>
                </a:effectLst>
                <a:latin typeface="Times New Roman" pitchFamily="18" charset="0"/>
                <a:ea typeface="イワタ中丸ゴシック体(GT)" charset="-128"/>
                <a:cs typeface="Angsana New" pitchFamily="18" charset="-34"/>
              </a:rPr>
              <a:t>Relation Diagram </a:t>
            </a:r>
          </a:p>
        </p:txBody>
      </p:sp>
      <p:sp>
        <p:nvSpPr>
          <p:cNvPr id="513040" name="Text Box 16"/>
          <p:cNvSpPr txBox="1">
            <a:spLocks noChangeArrowheads="1"/>
          </p:cNvSpPr>
          <p:nvPr/>
        </p:nvSpPr>
        <p:spPr bwMode="auto">
          <a:xfrm>
            <a:off x="460375" y="3030538"/>
            <a:ext cx="1755775" cy="336550"/>
          </a:xfrm>
          <a:prstGeom prst="rect">
            <a:avLst/>
          </a:prstGeom>
          <a:noFill/>
          <a:ln w="9525">
            <a:noFill/>
            <a:miter lim="800000"/>
            <a:headEnd/>
            <a:tailEnd/>
          </a:ln>
          <a:effectLst/>
        </p:spPr>
        <p:txBody>
          <a:bodyPr anchor="ctr">
            <a:spAutoFit/>
          </a:bodyPr>
          <a:lstStyle/>
          <a:p>
            <a:pPr>
              <a:spcBef>
                <a:spcPct val="50000"/>
              </a:spcBef>
              <a:defRPr/>
            </a:pPr>
            <a:r>
              <a:rPr lang="en-US" altLang="ja-JP" sz="1600">
                <a:effectLst>
                  <a:outerShdw blurRad="38100" dist="38100" dir="2700000" algn="tl">
                    <a:srgbClr val="000000"/>
                  </a:outerShdw>
                </a:effectLst>
                <a:latin typeface="Times New Roman" pitchFamily="18" charset="0"/>
                <a:ea typeface="イワタ中丸ゴシック体(GT)" charset="-128"/>
                <a:cs typeface="Angsana New" pitchFamily="18" charset="-34"/>
              </a:rPr>
              <a:t>Tree Diagram</a:t>
            </a:r>
          </a:p>
        </p:txBody>
      </p:sp>
      <p:grpSp>
        <p:nvGrpSpPr>
          <p:cNvPr id="37900" name="Group 23"/>
          <p:cNvGrpSpPr>
            <a:grpSpLocks/>
          </p:cNvGrpSpPr>
          <p:nvPr/>
        </p:nvGrpSpPr>
        <p:grpSpPr bwMode="auto">
          <a:xfrm>
            <a:off x="7208838" y="1447800"/>
            <a:ext cx="2370137" cy="1146175"/>
            <a:chOff x="4541" y="912"/>
            <a:chExt cx="1493" cy="722"/>
          </a:xfrm>
        </p:grpSpPr>
        <p:sp>
          <p:nvSpPr>
            <p:cNvPr id="513048" name="AutoShape 24"/>
            <p:cNvSpPr>
              <a:spLocks noChangeArrowheads="1"/>
            </p:cNvSpPr>
            <p:nvPr/>
          </p:nvSpPr>
          <p:spPr bwMode="auto">
            <a:xfrm>
              <a:off x="5025" y="1179"/>
              <a:ext cx="306" cy="107"/>
            </a:xfrm>
            <a:prstGeom prst="roundRect">
              <a:avLst>
                <a:gd name="adj" fmla="val 16667"/>
              </a:avLst>
            </a:prstGeom>
            <a:solidFill>
              <a:srgbClr val="800080"/>
            </a:solidFill>
            <a:ln w="38100" cmpd="dbl">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13049" name="AutoShape 25"/>
            <p:cNvSpPr>
              <a:spLocks noChangeArrowheads="1"/>
            </p:cNvSpPr>
            <p:nvPr/>
          </p:nvSpPr>
          <p:spPr bwMode="auto">
            <a:xfrm>
              <a:off x="5058" y="985"/>
              <a:ext cx="306" cy="108"/>
            </a:xfrm>
            <a:prstGeom prst="roundRect">
              <a:avLst>
                <a:gd name="adj" fmla="val 16667"/>
              </a:avLst>
            </a:prstGeom>
            <a:solidFill>
              <a:srgbClr val="800080"/>
            </a:solidFill>
            <a:ln w="9525">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13050" name="AutoShape 26"/>
            <p:cNvSpPr>
              <a:spLocks noChangeArrowheads="1"/>
            </p:cNvSpPr>
            <p:nvPr/>
          </p:nvSpPr>
          <p:spPr bwMode="auto">
            <a:xfrm>
              <a:off x="5604" y="962"/>
              <a:ext cx="305" cy="106"/>
            </a:xfrm>
            <a:prstGeom prst="roundRect">
              <a:avLst>
                <a:gd name="adj" fmla="val 16667"/>
              </a:avLst>
            </a:prstGeom>
            <a:solidFill>
              <a:srgbClr val="800080"/>
            </a:solidFill>
            <a:ln w="9525">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13051" name="AutoShape 27"/>
            <p:cNvSpPr>
              <a:spLocks noChangeArrowheads="1"/>
            </p:cNvSpPr>
            <p:nvPr/>
          </p:nvSpPr>
          <p:spPr bwMode="auto">
            <a:xfrm>
              <a:off x="4541" y="1433"/>
              <a:ext cx="306" cy="107"/>
            </a:xfrm>
            <a:prstGeom prst="roundRect">
              <a:avLst>
                <a:gd name="adj" fmla="val 16667"/>
              </a:avLst>
            </a:prstGeom>
            <a:solidFill>
              <a:srgbClr val="800080"/>
            </a:solidFill>
            <a:ln w="9525">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13052" name="AutoShape 28"/>
            <p:cNvSpPr>
              <a:spLocks noChangeArrowheads="1"/>
            </p:cNvSpPr>
            <p:nvPr/>
          </p:nvSpPr>
          <p:spPr bwMode="auto">
            <a:xfrm>
              <a:off x="4566" y="1179"/>
              <a:ext cx="305" cy="107"/>
            </a:xfrm>
            <a:prstGeom prst="roundRect">
              <a:avLst>
                <a:gd name="adj" fmla="val 16667"/>
              </a:avLst>
            </a:prstGeom>
            <a:solidFill>
              <a:srgbClr val="800080"/>
            </a:solidFill>
            <a:ln w="9525">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13053" name="AutoShape 29"/>
            <p:cNvSpPr>
              <a:spLocks noChangeArrowheads="1"/>
            </p:cNvSpPr>
            <p:nvPr/>
          </p:nvSpPr>
          <p:spPr bwMode="auto">
            <a:xfrm>
              <a:off x="4556" y="921"/>
              <a:ext cx="306" cy="106"/>
            </a:xfrm>
            <a:prstGeom prst="roundRect">
              <a:avLst>
                <a:gd name="adj" fmla="val 16667"/>
              </a:avLst>
            </a:prstGeom>
            <a:solidFill>
              <a:srgbClr val="800080"/>
            </a:solidFill>
            <a:ln w="9525">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13054" name="AutoShape 30"/>
            <p:cNvSpPr>
              <a:spLocks noChangeArrowheads="1"/>
            </p:cNvSpPr>
            <p:nvPr/>
          </p:nvSpPr>
          <p:spPr bwMode="auto">
            <a:xfrm>
              <a:off x="5011" y="1380"/>
              <a:ext cx="305" cy="106"/>
            </a:xfrm>
            <a:prstGeom prst="roundRect">
              <a:avLst>
                <a:gd name="adj" fmla="val 16667"/>
              </a:avLst>
            </a:prstGeom>
            <a:solidFill>
              <a:srgbClr val="800080"/>
            </a:solidFill>
            <a:ln w="9525">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13055" name="AutoShape 31"/>
            <p:cNvSpPr>
              <a:spLocks noChangeArrowheads="1"/>
            </p:cNvSpPr>
            <p:nvPr/>
          </p:nvSpPr>
          <p:spPr bwMode="auto">
            <a:xfrm>
              <a:off x="5728" y="1169"/>
              <a:ext cx="306" cy="106"/>
            </a:xfrm>
            <a:prstGeom prst="roundRect">
              <a:avLst>
                <a:gd name="adj" fmla="val 16667"/>
              </a:avLst>
            </a:prstGeom>
            <a:solidFill>
              <a:srgbClr val="800080"/>
            </a:solidFill>
            <a:ln w="9525">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13056" name="AutoShape 32"/>
            <p:cNvSpPr>
              <a:spLocks noChangeArrowheads="1"/>
            </p:cNvSpPr>
            <p:nvPr/>
          </p:nvSpPr>
          <p:spPr bwMode="auto">
            <a:xfrm>
              <a:off x="5427" y="1303"/>
              <a:ext cx="306" cy="106"/>
            </a:xfrm>
            <a:prstGeom prst="roundRect">
              <a:avLst>
                <a:gd name="adj" fmla="val 16667"/>
              </a:avLst>
            </a:prstGeom>
            <a:solidFill>
              <a:srgbClr val="800080"/>
            </a:solidFill>
            <a:ln w="9525">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13057" name="AutoShape 33"/>
            <p:cNvSpPr>
              <a:spLocks noChangeArrowheads="1"/>
            </p:cNvSpPr>
            <p:nvPr/>
          </p:nvSpPr>
          <p:spPr bwMode="auto">
            <a:xfrm>
              <a:off x="5632" y="1526"/>
              <a:ext cx="306" cy="108"/>
            </a:xfrm>
            <a:prstGeom prst="roundRect">
              <a:avLst>
                <a:gd name="adj" fmla="val 16667"/>
              </a:avLst>
            </a:prstGeom>
            <a:solidFill>
              <a:srgbClr val="800080"/>
            </a:solidFill>
            <a:ln w="9525">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13058" name="AutoShape 34"/>
            <p:cNvSpPr>
              <a:spLocks noChangeArrowheads="1"/>
            </p:cNvSpPr>
            <p:nvPr/>
          </p:nvSpPr>
          <p:spPr bwMode="auto">
            <a:xfrm>
              <a:off x="5130" y="1520"/>
              <a:ext cx="306" cy="106"/>
            </a:xfrm>
            <a:prstGeom prst="roundRect">
              <a:avLst>
                <a:gd name="adj" fmla="val 16667"/>
              </a:avLst>
            </a:prstGeom>
            <a:solidFill>
              <a:srgbClr val="800080"/>
            </a:solidFill>
            <a:ln w="9525">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13059" name="Line 35"/>
            <p:cNvSpPr>
              <a:spLocks noChangeShapeType="1"/>
            </p:cNvSpPr>
            <p:nvPr/>
          </p:nvSpPr>
          <p:spPr bwMode="auto">
            <a:xfrm>
              <a:off x="4871" y="1233"/>
              <a:ext cx="154" cy="0"/>
            </a:xfrm>
            <a:prstGeom prst="line">
              <a:avLst/>
            </a:prstGeom>
            <a:noFill/>
            <a:ln w="19050">
              <a:solidFill>
                <a:schemeClr val="tx1"/>
              </a:solidFill>
              <a:round/>
              <a:headEnd/>
              <a:tailEnd type="triangle" w="med" len="me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3060" name="Line 36"/>
            <p:cNvSpPr>
              <a:spLocks noChangeShapeType="1"/>
            </p:cNvSpPr>
            <p:nvPr/>
          </p:nvSpPr>
          <p:spPr bwMode="auto">
            <a:xfrm flipH="1">
              <a:off x="4718" y="1032"/>
              <a:ext cx="0" cy="147"/>
            </a:xfrm>
            <a:prstGeom prst="line">
              <a:avLst/>
            </a:prstGeom>
            <a:noFill/>
            <a:ln w="19050">
              <a:solidFill>
                <a:schemeClr val="tx1"/>
              </a:solidFill>
              <a:round/>
              <a:headEnd/>
              <a:tailEnd type="triangle" w="med" len="me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3061" name="Line 37"/>
            <p:cNvSpPr>
              <a:spLocks noChangeShapeType="1"/>
            </p:cNvSpPr>
            <p:nvPr/>
          </p:nvSpPr>
          <p:spPr bwMode="auto">
            <a:xfrm flipH="1" flipV="1">
              <a:off x="4714" y="1281"/>
              <a:ext cx="0" cy="149"/>
            </a:xfrm>
            <a:prstGeom prst="line">
              <a:avLst/>
            </a:prstGeom>
            <a:noFill/>
            <a:ln w="19050">
              <a:solidFill>
                <a:schemeClr val="tx1"/>
              </a:solidFill>
              <a:round/>
              <a:headEnd/>
              <a:tailEnd type="triangle" w="med" len="me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3062" name="Line 38"/>
            <p:cNvSpPr>
              <a:spLocks noChangeShapeType="1"/>
            </p:cNvSpPr>
            <p:nvPr/>
          </p:nvSpPr>
          <p:spPr bwMode="auto">
            <a:xfrm flipH="1" flipV="1">
              <a:off x="5154" y="1289"/>
              <a:ext cx="9" cy="85"/>
            </a:xfrm>
            <a:prstGeom prst="line">
              <a:avLst/>
            </a:prstGeom>
            <a:noFill/>
            <a:ln w="19050">
              <a:solidFill>
                <a:schemeClr val="tx1"/>
              </a:solidFill>
              <a:round/>
              <a:headEnd/>
              <a:tailEnd type="triangle" w="med" len="me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3063" name="Line 39"/>
            <p:cNvSpPr>
              <a:spLocks noChangeShapeType="1"/>
            </p:cNvSpPr>
            <p:nvPr/>
          </p:nvSpPr>
          <p:spPr bwMode="auto">
            <a:xfrm flipH="1" flipV="1">
              <a:off x="4853" y="1493"/>
              <a:ext cx="277" cy="74"/>
            </a:xfrm>
            <a:prstGeom prst="line">
              <a:avLst/>
            </a:prstGeom>
            <a:noFill/>
            <a:ln w="19050">
              <a:solidFill>
                <a:schemeClr val="tx1"/>
              </a:solidFill>
              <a:round/>
              <a:headEnd/>
              <a:tailEnd type="triangle" w="med" len="me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3064" name="Line 40"/>
            <p:cNvSpPr>
              <a:spLocks noChangeShapeType="1"/>
            </p:cNvSpPr>
            <p:nvPr/>
          </p:nvSpPr>
          <p:spPr bwMode="auto">
            <a:xfrm>
              <a:off x="5173" y="1093"/>
              <a:ext cx="4" cy="86"/>
            </a:xfrm>
            <a:prstGeom prst="line">
              <a:avLst/>
            </a:prstGeom>
            <a:noFill/>
            <a:ln w="19050">
              <a:solidFill>
                <a:schemeClr val="tx1"/>
              </a:solidFill>
              <a:round/>
              <a:headEnd/>
              <a:tailEnd type="triangle" w="med" len="me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3065" name="Line 41"/>
            <p:cNvSpPr>
              <a:spLocks noChangeShapeType="1"/>
            </p:cNvSpPr>
            <p:nvPr/>
          </p:nvSpPr>
          <p:spPr bwMode="auto">
            <a:xfrm flipH="1" flipV="1">
              <a:off x="5585" y="1409"/>
              <a:ext cx="201" cy="117"/>
            </a:xfrm>
            <a:prstGeom prst="line">
              <a:avLst/>
            </a:prstGeom>
            <a:noFill/>
            <a:ln w="19050">
              <a:solidFill>
                <a:schemeClr val="tx1"/>
              </a:solidFill>
              <a:round/>
              <a:headEnd/>
              <a:tailEnd type="triangle" w="med" len="me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3066" name="Line 42"/>
            <p:cNvSpPr>
              <a:spLocks noChangeShapeType="1"/>
            </p:cNvSpPr>
            <p:nvPr/>
          </p:nvSpPr>
          <p:spPr bwMode="auto">
            <a:xfrm flipH="1" flipV="1">
              <a:off x="5321" y="1281"/>
              <a:ext cx="110" cy="79"/>
            </a:xfrm>
            <a:prstGeom prst="line">
              <a:avLst/>
            </a:prstGeom>
            <a:noFill/>
            <a:ln w="19050">
              <a:solidFill>
                <a:schemeClr val="tx1"/>
              </a:solidFill>
              <a:round/>
              <a:headEnd/>
              <a:tailEnd type="triangle" w="med" len="me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3067" name="Line 43"/>
            <p:cNvSpPr>
              <a:spLocks noChangeShapeType="1"/>
            </p:cNvSpPr>
            <p:nvPr/>
          </p:nvSpPr>
          <p:spPr bwMode="auto">
            <a:xfrm flipH="1">
              <a:off x="5355" y="1015"/>
              <a:ext cx="244" cy="26"/>
            </a:xfrm>
            <a:prstGeom prst="line">
              <a:avLst/>
            </a:prstGeom>
            <a:noFill/>
            <a:ln w="19050">
              <a:solidFill>
                <a:schemeClr val="tx1"/>
              </a:solidFill>
              <a:round/>
              <a:headEnd/>
              <a:tailEnd type="triangle" w="med" len="me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3068" name="Line 44"/>
            <p:cNvSpPr>
              <a:spLocks noChangeShapeType="1"/>
            </p:cNvSpPr>
            <p:nvPr/>
          </p:nvSpPr>
          <p:spPr bwMode="auto">
            <a:xfrm flipH="1" flipV="1">
              <a:off x="5757" y="1062"/>
              <a:ext cx="129" cy="107"/>
            </a:xfrm>
            <a:prstGeom prst="line">
              <a:avLst/>
            </a:prstGeom>
            <a:noFill/>
            <a:ln w="19050">
              <a:solidFill>
                <a:schemeClr val="tx1"/>
              </a:solidFill>
              <a:round/>
              <a:headEnd/>
              <a:tailEnd type="triangle" w="med" len="me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3069" name="Freeform 45"/>
            <p:cNvSpPr>
              <a:spLocks/>
            </p:cNvSpPr>
            <p:nvPr/>
          </p:nvSpPr>
          <p:spPr bwMode="auto">
            <a:xfrm>
              <a:off x="4862" y="912"/>
              <a:ext cx="746" cy="71"/>
            </a:xfrm>
            <a:custGeom>
              <a:avLst/>
              <a:gdLst/>
              <a:ahLst/>
              <a:cxnLst>
                <a:cxn ang="0">
                  <a:pos x="447" y="49"/>
                </a:cxn>
                <a:cxn ang="0">
                  <a:pos x="207" y="1"/>
                </a:cxn>
                <a:cxn ang="0">
                  <a:pos x="0" y="55"/>
                </a:cxn>
              </a:cxnLst>
              <a:rect l="0" t="0" r="r" b="b"/>
              <a:pathLst>
                <a:path w="447" h="55">
                  <a:moveTo>
                    <a:pt x="447" y="49"/>
                  </a:moveTo>
                  <a:cubicBezTo>
                    <a:pt x="364" y="24"/>
                    <a:pt x="281" y="0"/>
                    <a:pt x="207" y="1"/>
                  </a:cubicBezTo>
                  <a:cubicBezTo>
                    <a:pt x="133" y="2"/>
                    <a:pt x="32" y="47"/>
                    <a:pt x="0" y="55"/>
                  </a:cubicBezTo>
                </a:path>
              </a:pathLst>
            </a:custGeom>
            <a:noFill/>
            <a:ln w="19050" cap="flat" cmpd="sng">
              <a:solidFill>
                <a:schemeClr val="tx1"/>
              </a:solidFill>
              <a:prstDash val="solid"/>
              <a:round/>
              <a:headEnd type="none" w="med" len="med"/>
              <a:tailEnd type="triangle" w="med" len="med"/>
            </a:ln>
            <a:effectLst/>
          </p:spPr>
          <p:txBody>
            <a:bodyPr wrap="none" anchor="ctr"/>
            <a:lstStyle/>
            <a:p>
              <a:pPr>
                <a:defRPr/>
              </a:pPr>
              <a:endParaRPr lang="en-US">
                <a:effectLst>
                  <a:outerShdw blurRad="38100" dist="38100" dir="2700000" algn="tl">
                    <a:srgbClr val="000000"/>
                  </a:outerShdw>
                </a:effectLst>
              </a:endParaRPr>
            </a:p>
          </p:txBody>
        </p:sp>
        <p:sp>
          <p:nvSpPr>
            <p:cNvPr id="513070" name="Line 46"/>
            <p:cNvSpPr>
              <a:spLocks noChangeShapeType="1"/>
            </p:cNvSpPr>
            <p:nvPr/>
          </p:nvSpPr>
          <p:spPr bwMode="auto">
            <a:xfrm flipH="1">
              <a:off x="5833" y="1278"/>
              <a:ext cx="111" cy="248"/>
            </a:xfrm>
            <a:prstGeom prst="line">
              <a:avLst/>
            </a:prstGeom>
            <a:noFill/>
            <a:ln w="19050">
              <a:solidFill>
                <a:schemeClr val="tx1"/>
              </a:solidFill>
              <a:round/>
              <a:headEnd/>
              <a:tailEnd type="triangle" w="med" len="me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grpSp>
      <p:sp>
        <p:nvSpPr>
          <p:cNvPr id="513071" name="Rectangle 47"/>
          <p:cNvSpPr>
            <a:spLocks noChangeArrowheads="1"/>
          </p:cNvSpPr>
          <p:nvPr/>
        </p:nvSpPr>
        <p:spPr bwMode="auto">
          <a:xfrm>
            <a:off x="7248525" y="4041775"/>
            <a:ext cx="2187575" cy="1016000"/>
          </a:xfrm>
          <a:prstGeom prst="rect">
            <a:avLst/>
          </a:prstGeom>
          <a:noFill/>
          <a:ln w="19050">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13072" name="Line 48"/>
          <p:cNvSpPr>
            <a:spLocks noChangeShapeType="1"/>
          </p:cNvSpPr>
          <p:nvPr/>
        </p:nvSpPr>
        <p:spPr bwMode="auto">
          <a:xfrm>
            <a:off x="7248525" y="4210050"/>
            <a:ext cx="2187575" cy="0"/>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3073" name="Line 49"/>
          <p:cNvSpPr>
            <a:spLocks noChangeShapeType="1"/>
          </p:cNvSpPr>
          <p:nvPr/>
        </p:nvSpPr>
        <p:spPr bwMode="auto">
          <a:xfrm>
            <a:off x="7612063" y="4041775"/>
            <a:ext cx="0" cy="1016000"/>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3074" name="Line 50"/>
          <p:cNvSpPr>
            <a:spLocks noChangeShapeType="1"/>
          </p:cNvSpPr>
          <p:nvPr/>
        </p:nvSpPr>
        <p:spPr bwMode="auto">
          <a:xfrm>
            <a:off x="7248525" y="4379913"/>
            <a:ext cx="2187575" cy="0"/>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3075" name="Line 51"/>
          <p:cNvSpPr>
            <a:spLocks noChangeShapeType="1"/>
          </p:cNvSpPr>
          <p:nvPr/>
        </p:nvSpPr>
        <p:spPr bwMode="auto">
          <a:xfrm>
            <a:off x="7248525" y="4548188"/>
            <a:ext cx="2187575" cy="0"/>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3076" name="Line 52"/>
          <p:cNvSpPr>
            <a:spLocks noChangeShapeType="1"/>
          </p:cNvSpPr>
          <p:nvPr/>
        </p:nvSpPr>
        <p:spPr bwMode="auto">
          <a:xfrm>
            <a:off x="7248525" y="4719638"/>
            <a:ext cx="2187575" cy="0"/>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3077" name="Line 53"/>
          <p:cNvSpPr>
            <a:spLocks noChangeShapeType="1"/>
          </p:cNvSpPr>
          <p:nvPr/>
        </p:nvSpPr>
        <p:spPr bwMode="auto">
          <a:xfrm>
            <a:off x="7248525" y="4887913"/>
            <a:ext cx="2187575" cy="0"/>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3078" name="Line 54"/>
          <p:cNvSpPr>
            <a:spLocks noChangeShapeType="1"/>
          </p:cNvSpPr>
          <p:nvPr/>
        </p:nvSpPr>
        <p:spPr bwMode="auto">
          <a:xfrm>
            <a:off x="7977188" y="4041775"/>
            <a:ext cx="0" cy="1016000"/>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3079" name="Line 55"/>
          <p:cNvSpPr>
            <a:spLocks noChangeShapeType="1"/>
          </p:cNvSpPr>
          <p:nvPr/>
        </p:nvSpPr>
        <p:spPr bwMode="auto">
          <a:xfrm>
            <a:off x="9070975" y="4041775"/>
            <a:ext cx="0" cy="1016000"/>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3080" name="Line 56"/>
          <p:cNvSpPr>
            <a:spLocks noChangeShapeType="1"/>
          </p:cNvSpPr>
          <p:nvPr/>
        </p:nvSpPr>
        <p:spPr bwMode="auto">
          <a:xfrm>
            <a:off x="8342313" y="4041775"/>
            <a:ext cx="0" cy="1016000"/>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3081" name="Line 57"/>
          <p:cNvSpPr>
            <a:spLocks noChangeShapeType="1"/>
          </p:cNvSpPr>
          <p:nvPr/>
        </p:nvSpPr>
        <p:spPr bwMode="auto">
          <a:xfrm>
            <a:off x="8705850" y="4041775"/>
            <a:ext cx="0" cy="1016000"/>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3082" name="Line 58"/>
          <p:cNvSpPr>
            <a:spLocks noChangeShapeType="1"/>
          </p:cNvSpPr>
          <p:nvPr/>
        </p:nvSpPr>
        <p:spPr bwMode="auto">
          <a:xfrm>
            <a:off x="7248525" y="4041775"/>
            <a:ext cx="363538" cy="168275"/>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3083" name="Text Box 59"/>
          <p:cNvSpPr txBox="1">
            <a:spLocks noChangeArrowheads="1"/>
          </p:cNvSpPr>
          <p:nvPr/>
        </p:nvSpPr>
        <p:spPr bwMode="auto">
          <a:xfrm>
            <a:off x="7391400" y="3997325"/>
            <a:ext cx="285750" cy="214313"/>
          </a:xfrm>
          <a:prstGeom prst="rect">
            <a:avLst/>
          </a:prstGeom>
          <a:noFill/>
          <a:ln w="9525">
            <a:noFill/>
            <a:miter lim="800000"/>
            <a:headEnd/>
            <a:tailEnd/>
          </a:ln>
          <a:effectLst/>
        </p:spPr>
        <p:txBody>
          <a:bodyPr wrap="none" anchor="ctr">
            <a:spAutoFit/>
          </a:bodyPr>
          <a:lstStyle/>
          <a:p>
            <a:pPr algn="ctr">
              <a:spcBef>
                <a:spcPct val="50000"/>
              </a:spcBef>
              <a:defRPr/>
            </a:pPr>
            <a:r>
              <a:rPr lang="ja-JP" altLang="en-US" sz="800">
                <a:solidFill>
                  <a:schemeClr val="folHlink"/>
                </a:solidFill>
                <a:effectLst>
                  <a:outerShdw blurRad="38100" dist="38100" dir="2700000" algn="tl">
                    <a:srgbClr val="000000"/>
                  </a:outerShdw>
                </a:effectLst>
                <a:latin typeface="Times New Roman" pitchFamily="18" charset="0"/>
              </a:rPr>
              <a:t>Ｂ</a:t>
            </a:r>
            <a:endParaRPr lang="en-US" altLang="ja-JP" sz="800">
              <a:solidFill>
                <a:schemeClr val="folHlink"/>
              </a:solidFill>
              <a:effectLst>
                <a:outerShdw blurRad="38100" dist="38100" dir="2700000" algn="tl">
                  <a:srgbClr val="000000"/>
                </a:outerShdw>
              </a:effectLst>
              <a:latin typeface="Times New Roman" pitchFamily="18" charset="0"/>
            </a:endParaRPr>
          </a:p>
        </p:txBody>
      </p:sp>
      <p:sp>
        <p:nvSpPr>
          <p:cNvPr id="513084" name="Text Box 60"/>
          <p:cNvSpPr txBox="1">
            <a:spLocks noChangeArrowheads="1"/>
          </p:cNvSpPr>
          <p:nvPr/>
        </p:nvSpPr>
        <p:spPr bwMode="auto">
          <a:xfrm>
            <a:off x="7188200" y="4037013"/>
            <a:ext cx="285750" cy="214312"/>
          </a:xfrm>
          <a:prstGeom prst="rect">
            <a:avLst/>
          </a:prstGeom>
          <a:noFill/>
          <a:ln w="9525">
            <a:noFill/>
            <a:miter lim="800000"/>
            <a:headEnd/>
            <a:tailEnd/>
          </a:ln>
          <a:effectLst/>
        </p:spPr>
        <p:txBody>
          <a:bodyPr wrap="none" anchor="ctr">
            <a:spAutoFit/>
          </a:bodyPr>
          <a:lstStyle/>
          <a:p>
            <a:pPr algn="ctr">
              <a:spcBef>
                <a:spcPct val="50000"/>
              </a:spcBef>
              <a:defRPr/>
            </a:pPr>
            <a:r>
              <a:rPr lang="ja-JP" altLang="en-US" sz="800">
                <a:solidFill>
                  <a:schemeClr val="folHlink"/>
                </a:solidFill>
                <a:effectLst>
                  <a:outerShdw blurRad="38100" dist="38100" dir="2700000" algn="tl">
                    <a:srgbClr val="000000"/>
                  </a:outerShdw>
                </a:effectLst>
                <a:latin typeface="Times New Roman" pitchFamily="18" charset="0"/>
              </a:rPr>
              <a:t>Ａ</a:t>
            </a:r>
            <a:endParaRPr lang="en-US" altLang="ja-JP" sz="800">
              <a:solidFill>
                <a:schemeClr val="folHlink"/>
              </a:solidFill>
              <a:effectLst>
                <a:outerShdw blurRad="38100" dist="38100" dir="2700000" algn="tl">
                  <a:srgbClr val="000000"/>
                </a:outerShdw>
              </a:effectLst>
              <a:latin typeface="Times New Roman" pitchFamily="18" charset="0"/>
            </a:endParaRPr>
          </a:p>
        </p:txBody>
      </p:sp>
      <p:sp>
        <p:nvSpPr>
          <p:cNvPr id="513085" name="Text Box 61"/>
          <p:cNvSpPr txBox="1">
            <a:spLocks noChangeArrowheads="1"/>
          </p:cNvSpPr>
          <p:nvPr/>
        </p:nvSpPr>
        <p:spPr bwMode="auto">
          <a:xfrm>
            <a:off x="7640638" y="4022725"/>
            <a:ext cx="304800" cy="228600"/>
          </a:xfrm>
          <a:prstGeom prst="rect">
            <a:avLst/>
          </a:prstGeom>
          <a:noFill/>
          <a:ln w="9525">
            <a:noFill/>
            <a:miter lim="800000"/>
            <a:headEnd/>
            <a:tailEnd/>
          </a:ln>
          <a:effectLst/>
        </p:spPr>
        <p:txBody>
          <a:bodyPr wrap="none" anchor="ctr">
            <a:spAutoFit/>
          </a:bodyPr>
          <a:lstStyle/>
          <a:p>
            <a:pPr algn="ctr">
              <a:spcBef>
                <a:spcPct val="50000"/>
              </a:spcBef>
              <a:defRPr/>
            </a:pPr>
            <a:r>
              <a:rPr lang="en-US" altLang="ja-JP" sz="900">
                <a:solidFill>
                  <a:schemeClr val="folHlink"/>
                </a:solidFill>
                <a:effectLst>
                  <a:outerShdw blurRad="38100" dist="38100" dir="2700000" algn="tl">
                    <a:srgbClr val="000000"/>
                  </a:outerShdw>
                </a:effectLst>
                <a:latin typeface="Times New Roman" pitchFamily="18" charset="0"/>
                <a:ea typeface="イワタ中丸ゴシック体(GT)" charset="-128"/>
              </a:rPr>
              <a:t>b1</a:t>
            </a:r>
          </a:p>
        </p:txBody>
      </p:sp>
      <p:sp>
        <p:nvSpPr>
          <p:cNvPr id="513086" name="Text Box 62"/>
          <p:cNvSpPr txBox="1">
            <a:spLocks noChangeArrowheads="1"/>
          </p:cNvSpPr>
          <p:nvPr/>
        </p:nvSpPr>
        <p:spPr bwMode="auto">
          <a:xfrm>
            <a:off x="8013700" y="4022725"/>
            <a:ext cx="304800" cy="228600"/>
          </a:xfrm>
          <a:prstGeom prst="rect">
            <a:avLst/>
          </a:prstGeom>
          <a:noFill/>
          <a:ln w="9525">
            <a:noFill/>
            <a:miter lim="800000"/>
            <a:headEnd/>
            <a:tailEnd/>
          </a:ln>
          <a:effectLst/>
        </p:spPr>
        <p:txBody>
          <a:bodyPr wrap="none" anchor="ctr">
            <a:spAutoFit/>
          </a:bodyPr>
          <a:lstStyle/>
          <a:p>
            <a:pPr algn="ctr">
              <a:spcBef>
                <a:spcPct val="50000"/>
              </a:spcBef>
              <a:defRPr/>
            </a:pPr>
            <a:r>
              <a:rPr lang="en-US" altLang="ja-JP" sz="900">
                <a:solidFill>
                  <a:schemeClr val="folHlink"/>
                </a:solidFill>
                <a:effectLst>
                  <a:outerShdw blurRad="38100" dist="38100" dir="2700000" algn="tl">
                    <a:srgbClr val="000000"/>
                  </a:outerShdw>
                </a:effectLst>
                <a:latin typeface="Times New Roman" pitchFamily="18" charset="0"/>
                <a:ea typeface="イワタ中丸ゴシック体(GT)" charset="-128"/>
              </a:rPr>
              <a:t>b2</a:t>
            </a:r>
          </a:p>
        </p:txBody>
      </p:sp>
      <p:sp>
        <p:nvSpPr>
          <p:cNvPr id="513087" name="Text Box 63"/>
          <p:cNvSpPr txBox="1">
            <a:spLocks noChangeArrowheads="1"/>
          </p:cNvSpPr>
          <p:nvPr/>
        </p:nvSpPr>
        <p:spPr bwMode="auto">
          <a:xfrm>
            <a:off x="8375650" y="4017963"/>
            <a:ext cx="304800" cy="228600"/>
          </a:xfrm>
          <a:prstGeom prst="rect">
            <a:avLst/>
          </a:prstGeom>
          <a:noFill/>
          <a:ln w="9525">
            <a:noFill/>
            <a:miter lim="800000"/>
            <a:headEnd/>
            <a:tailEnd/>
          </a:ln>
          <a:effectLst/>
        </p:spPr>
        <p:txBody>
          <a:bodyPr wrap="none" anchor="ctr">
            <a:spAutoFit/>
          </a:bodyPr>
          <a:lstStyle/>
          <a:p>
            <a:pPr algn="ctr">
              <a:spcBef>
                <a:spcPct val="50000"/>
              </a:spcBef>
              <a:defRPr/>
            </a:pPr>
            <a:r>
              <a:rPr lang="en-US" altLang="ja-JP" sz="900">
                <a:solidFill>
                  <a:schemeClr val="folHlink"/>
                </a:solidFill>
                <a:effectLst>
                  <a:outerShdw blurRad="38100" dist="38100" dir="2700000" algn="tl">
                    <a:srgbClr val="000000"/>
                  </a:outerShdw>
                </a:effectLst>
                <a:latin typeface="Times New Roman" pitchFamily="18" charset="0"/>
                <a:ea typeface="イワタ中丸ゴシック体(GT)" charset="-128"/>
              </a:rPr>
              <a:t>b3</a:t>
            </a:r>
          </a:p>
        </p:txBody>
      </p:sp>
      <p:sp>
        <p:nvSpPr>
          <p:cNvPr id="513088" name="Text Box 64"/>
          <p:cNvSpPr txBox="1">
            <a:spLocks noChangeArrowheads="1"/>
          </p:cNvSpPr>
          <p:nvPr/>
        </p:nvSpPr>
        <p:spPr bwMode="auto">
          <a:xfrm>
            <a:off x="8748713" y="4013200"/>
            <a:ext cx="304800" cy="228600"/>
          </a:xfrm>
          <a:prstGeom prst="rect">
            <a:avLst/>
          </a:prstGeom>
          <a:noFill/>
          <a:ln w="9525">
            <a:noFill/>
            <a:miter lim="800000"/>
            <a:headEnd/>
            <a:tailEnd/>
          </a:ln>
          <a:effectLst/>
        </p:spPr>
        <p:txBody>
          <a:bodyPr wrap="none" anchor="ctr">
            <a:spAutoFit/>
          </a:bodyPr>
          <a:lstStyle/>
          <a:p>
            <a:pPr algn="ctr">
              <a:spcBef>
                <a:spcPct val="50000"/>
              </a:spcBef>
              <a:defRPr/>
            </a:pPr>
            <a:r>
              <a:rPr lang="en-US" altLang="ja-JP" sz="900">
                <a:solidFill>
                  <a:schemeClr val="folHlink"/>
                </a:solidFill>
                <a:effectLst>
                  <a:outerShdw blurRad="38100" dist="38100" dir="2700000" algn="tl">
                    <a:srgbClr val="000000"/>
                  </a:outerShdw>
                </a:effectLst>
                <a:latin typeface="Times New Roman" pitchFamily="18" charset="0"/>
                <a:ea typeface="イワタ中丸ゴシック体(GT)" charset="-128"/>
              </a:rPr>
              <a:t>b4</a:t>
            </a:r>
          </a:p>
        </p:txBody>
      </p:sp>
      <p:sp>
        <p:nvSpPr>
          <p:cNvPr id="513089" name="Text Box 65"/>
          <p:cNvSpPr txBox="1">
            <a:spLocks noChangeArrowheads="1"/>
          </p:cNvSpPr>
          <p:nvPr/>
        </p:nvSpPr>
        <p:spPr bwMode="auto">
          <a:xfrm>
            <a:off x="7296150" y="4170363"/>
            <a:ext cx="298450" cy="228600"/>
          </a:xfrm>
          <a:prstGeom prst="rect">
            <a:avLst/>
          </a:prstGeom>
          <a:noFill/>
          <a:ln w="9525">
            <a:noFill/>
            <a:miter lim="800000"/>
            <a:headEnd/>
            <a:tailEnd/>
          </a:ln>
          <a:effectLst/>
        </p:spPr>
        <p:txBody>
          <a:bodyPr wrap="none" anchor="ctr">
            <a:spAutoFit/>
          </a:bodyPr>
          <a:lstStyle/>
          <a:p>
            <a:pPr algn="ctr">
              <a:spcBef>
                <a:spcPct val="50000"/>
              </a:spcBef>
              <a:defRPr/>
            </a:pPr>
            <a:r>
              <a:rPr lang="en-US" altLang="ja-JP" sz="900">
                <a:solidFill>
                  <a:schemeClr val="folHlink"/>
                </a:solidFill>
                <a:effectLst>
                  <a:outerShdw blurRad="38100" dist="38100" dir="2700000" algn="tl">
                    <a:srgbClr val="000000"/>
                  </a:outerShdw>
                </a:effectLst>
                <a:latin typeface="Times New Roman" pitchFamily="18" charset="0"/>
                <a:ea typeface="イワタ中丸ゴシック体(GT)" charset="-128"/>
              </a:rPr>
              <a:t>a1</a:t>
            </a:r>
          </a:p>
        </p:txBody>
      </p:sp>
      <p:sp>
        <p:nvSpPr>
          <p:cNvPr id="513090" name="Text Box 66"/>
          <p:cNvSpPr txBox="1">
            <a:spLocks noChangeArrowheads="1"/>
          </p:cNvSpPr>
          <p:nvPr/>
        </p:nvSpPr>
        <p:spPr bwMode="auto">
          <a:xfrm>
            <a:off x="7299325" y="4348163"/>
            <a:ext cx="298450" cy="228600"/>
          </a:xfrm>
          <a:prstGeom prst="rect">
            <a:avLst/>
          </a:prstGeom>
          <a:noFill/>
          <a:ln w="9525">
            <a:noFill/>
            <a:miter lim="800000"/>
            <a:headEnd/>
            <a:tailEnd/>
          </a:ln>
          <a:effectLst/>
        </p:spPr>
        <p:txBody>
          <a:bodyPr wrap="none" anchor="ctr">
            <a:spAutoFit/>
          </a:bodyPr>
          <a:lstStyle/>
          <a:p>
            <a:pPr algn="ctr">
              <a:spcBef>
                <a:spcPct val="50000"/>
              </a:spcBef>
              <a:defRPr/>
            </a:pPr>
            <a:r>
              <a:rPr lang="en-US" altLang="ja-JP" sz="900">
                <a:solidFill>
                  <a:schemeClr val="folHlink"/>
                </a:solidFill>
                <a:effectLst>
                  <a:outerShdw blurRad="38100" dist="38100" dir="2700000" algn="tl">
                    <a:srgbClr val="000000"/>
                  </a:outerShdw>
                </a:effectLst>
                <a:latin typeface="Times New Roman" pitchFamily="18" charset="0"/>
                <a:ea typeface="イワタ中丸ゴシック体(GT)" charset="-128"/>
              </a:rPr>
              <a:t>a2</a:t>
            </a:r>
          </a:p>
        </p:txBody>
      </p:sp>
      <p:sp>
        <p:nvSpPr>
          <p:cNvPr id="513091" name="Text Box 67"/>
          <p:cNvSpPr txBox="1">
            <a:spLocks noChangeArrowheads="1"/>
          </p:cNvSpPr>
          <p:nvPr/>
        </p:nvSpPr>
        <p:spPr bwMode="auto">
          <a:xfrm>
            <a:off x="7302500" y="4522788"/>
            <a:ext cx="298450" cy="228600"/>
          </a:xfrm>
          <a:prstGeom prst="rect">
            <a:avLst/>
          </a:prstGeom>
          <a:noFill/>
          <a:ln w="9525">
            <a:noFill/>
            <a:miter lim="800000"/>
            <a:headEnd/>
            <a:tailEnd/>
          </a:ln>
          <a:effectLst/>
        </p:spPr>
        <p:txBody>
          <a:bodyPr wrap="none" anchor="ctr">
            <a:spAutoFit/>
          </a:bodyPr>
          <a:lstStyle/>
          <a:p>
            <a:pPr algn="ctr">
              <a:spcBef>
                <a:spcPct val="50000"/>
              </a:spcBef>
              <a:defRPr/>
            </a:pPr>
            <a:r>
              <a:rPr lang="en-US" altLang="ja-JP" sz="900">
                <a:solidFill>
                  <a:schemeClr val="folHlink"/>
                </a:solidFill>
                <a:effectLst>
                  <a:outerShdw blurRad="38100" dist="38100" dir="2700000" algn="tl">
                    <a:srgbClr val="000000"/>
                  </a:outerShdw>
                </a:effectLst>
                <a:latin typeface="Times New Roman" pitchFamily="18" charset="0"/>
                <a:ea typeface="イワタ中丸ゴシック体(GT)" charset="-128"/>
              </a:rPr>
              <a:t>a3</a:t>
            </a:r>
          </a:p>
        </p:txBody>
      </p:sp>
      <p:sp>
        <p:nvSpPr>
          <p:cNvPr id="513092" name="Text Box 68"/>
          <p:cNvSpPr txBox="1">
            <a:spLocks noChangeArrowheads="1"/>
          </p:cNvSpPr>
          <p:nvPr/>
        </p:nvSpPr>
        <p:spPr bwMode="auto">
          <a:xfrm>
            <a:off x="7302500" y="4684713"/>
            <a:ext cx="298450" cy="228600"/>
          </a:xfrm>
          <a:prstGeom prst="rect">
            <a:avLst/>
          </a:prstGeom>
          <a:noFill/>
          <a:ln w="9525">
            <a:noFill/>
            <a:miter lim="800000"/>
            <a:headEnd/>
            <a:tailEnd/>
          </a:ln>
          <a:effectLst/>
        </p:spPr>
        <p:txBody>
          <a:bodyPr wrap="none" anchor="ctr">
            <a:spAutoFit/>
          </a:bodyPr>
          <a:lstStyle/>
          <a:p>
            <a:pPr algn="ctr">
              <a:spcBef>
                <a:spcPct val="50000"/>
              </a:spcBef>
              <a:defRPr/>
            </a:pPr>
            <a:r>
              <a:rPr lang="en-US" altLang="ja-JP" sz="900">
                <a:solidFill>
                  <a:schemeClr val="folHlink"/>
                </a:solidFill>
                <a:effectLst>
                  <a:outerShdw blurRad="38100" dist="38100" dir="2700000" algn="tl">
                    <a:srgbClr val="000000"/>
                  </a:outerShdw>
                </a:effectLst>
                <a:latin typeface="Times New Roman" pitchFamily="18" charset="0"/>
                <a:ea typeface="イワタ中丸ゴシック体(GT)" charset="-128"/>
              </a:rPr>
              <a:t>a4</a:t>
            </a:r>
          </a:p>
        </p:txBody>
      </p:sp>
      <p:sp>
        <p:nvSpPr>
          <p:cNvPr id="513093" name="Text Box 69"/>
          <p:cNvSpPr txBox="1">
            <a:spLocks noChangeArrowheads="1"/>
          </p:cNvSpPr>
          <p:nvPr/>
        </p:nvSpPr>
        <p:spPr bwMode="auto">
          <a:xfrm>
            <a:off x="9097963" y="4013200"/>
            <a:ext cx="298450" cy="228600"/>
          </a:xfrm>
          <a:prstGeom prst="rect">
            <a:avLst/>
          </a:prstGeom>
          <a:noFill/>
          <a:ln w="9525">
            <a:noFill/>
            <a:miter lim="800000"/>
            <a:headEnd/>
            <a:tailEnd/>
          </a:ln>
          <a:effectLst/>
        </p:spPr>
        <p:txBody>
          <a:bodyPr wrap="none" anchor="ctr">
            <a:spAutoFit/>
          </a:bodyPr>
          <a:lstStyle/>
          <a:p>
            <a:pPr algn="ctr">
              <a:spcBef>
                <a:spcPct val="50000"/>
              </a:spcBef>
              <a:defRPr/>
            </a:pPr>
            <a:r>
              <a:rPr lang="ja-JP" altLang="en-US" sz="900">
                <a:solidFill>
                  <a:schemeClr val="folHlink"/>
                </a:solidFill>
                <a:effectLst>
                  <a:outerShdw blurRad="38100" dist="38100" dir="2700000" algn="tl">
                    <a:srgbClr val="000000"/>
                  </a:outerShdw>
                </a:effectLst>
                <a:latin typeface="Times New Roman" pitchFamily="18" charset="0"/>
              </a:rPr>
              <a:t>計</a:t>
            </a:r>
            <a:endParaRPr lang="en-US" altLang="ja-JP" sz="900">
              <a:solidFill>
                <a:schemeClr val="folHlink"/>
              </a:solidFill>
              <a:effectLst>
                <a:outerShdw blurRad="38100" dist="38100" dir="2700000" algn="tl">
                  <a:srgbClr val="000000"/>
                </a:outerShdw>
              </a:effectLst>
              <a:latin typeface="Times New Roman" pitchFamily="18" charset="0"/>
            </a:endParaRPr>
          </a:p>
        </p:txBody>
      </p:sp>
      <p:sp>
        <p:nvSpPr>
          <p:cNvPr id="513094" name="Text Box 70"/>
          <p:cNvSpPr txBox="1">
            <a:spLocks noChangeArrowheads="1"/>
          </p:cNvSpPr>
          <p:nvPr/>
        </p:nvSpPr>
        <p:spPr bwMode="auto">
          <a:xfrm>
            <a:off x="7278688" y="4862513"/>
            <a:ext cx="298450" cy="228600"/>
          </a:xfrm>
          <a:prstGeom prst="rect">
            <a:avLst/>
          </a:prstGeom>
          <a:noFill/>
          <a:ln w="9525">
            <a:noFill/>
            <a:miter lim="800000"/>
            <a:headEnd/>
            <a:tailEnd/>
          </a:ln>
          <a:effectLst/>
        </p:spPr>
        <p:txBody>
          <a:bodyPr wrap="none" anchor="ctr">
            <a:spAutoFit/>
          </a:bodyPr>
          <a:lstStyle/>
          <a:p>
            <a:pPr algn="ctr">
              <a:spcBef>
                <a:spcPct val="50000"/>
              </a:spcBef>
              <a:defRPr/>
            </a:pPr>
            <a:r>
              <a:rPr lang="ja-JP" altLang="en-US" sz="900">
                <a:solidFill>
                  <a:schemeClr val="folHlink"/>
                </a:solidFill>
                <a:effectLst>
                  <a:outerShdw blurRad="38100" dist="38100" dir="2700000" algn="tl">
                    <a:srgbClr val="000000"/>
                  </a:outerShdw>
                </a:effectLst>
                <a:latin typeface="Times New Roman" pitchFamily="18" charset="0"/>
              </a:rPr>
              <a:t>計</a:t>
            </a:r>
            <a:endParaRPr lang="en-US" altLang="ja-JP" sz="900">
              <a:solidFill>
                <a:schemeClr val="folHlink"/>
              </a:solidFill>
              <a:effectLst>
                <a:outerShdw blurRad="38100" dist="38100" dir="2700000" algn="tl">
                  <a:srgbClr val="000000"/>
                </a:outerShdw>
              </a:effectLst>
              <a:latin typeface="Times New Roman" pitchFamily="18" charset="0"/>
            </a:endParaRPr>
          </a:p>
        </p:txBody>
      </p:sp>
      <p:grpSp>
        <p:nvGrpSpPr>
          <p:cNvPr id="37925" name="Group 71"/>
          <p:cNvGrpSpPr>
            <a:grpSpLocks/>
          </p:cNvGrpSpPr>
          <p:nvPr/>
        </p:nvGrpSpPr>
        <p:grpSpPr bwMode="auto">
          <a:xfrm>
            <a:off x="7239000" y="5334000"/>
            <a:ext cx="2209800" cy="1219200"/>
            <a:chOff x="4566" y="3317"/>
            <a:chExt cx="1378" cy="697"/>
          </a:xfrm>
        </p:grpSpPr>
        <p:sp>
          <p:nvSpPr>
            <p:cNvPr id="513096" name="Rectangle 72"/>
            <p:cNvSpPr>
              <a:spLocks noChangeArrowheads="1"/>
            </p:cNvSpPr>
            <p:nvPr/>
          </p:nvSpPr>
          <p:spPr bwMode="auto">
            <a:xfrm>
              <a:off x="4566" y="3371"/>
              <a:ext cx="1378" cy="643"/>
            </a:xfrm>
            <a:prstGeom prst="rect">
              <a:avLst/>
            </a:prstGeom>
            <a:noFill/>
            <a:ln w="25400">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13097" name="Rectangle 73"/>
            <p:cNvSpPr>
              <a:spLocks noChangeArrowheads="1"/>
            </p:cNvSpPr>
            <p:nvPr/>
          </p:nvSpPr>
          <p:spPr bwMode="auto">
            <a:xfrm>
              <a:off x="4910" y="3317"/>
              <a:ext cx="689" cy="106"/>
            </a:xfrm>
            <a:prstGeom prst="rect">
              <a:avLst/>
            </a:prstGeom>
            <a:solidFill>
              <a:srgbClr val="800080"/>
            </a:solidFill>
            <a:ln w="19050">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13098" name="Rectangle 74"/>
            <p:cNvSpPr>
              <a:spLocks noChangeArrowheads="1"/>
            </p:cNvSpPr>
            <p:nvPr/>
          </p:nvSpPr>
          <p:spPr bwMode="auto">
            <a:xfrm>
              <a:off x="4703" y="3504"/>
              <a:ext cx="459" cy="106"/>
            </a:xfrm>
            <a:prstGeom prst="rect">
              <a:avLst/>
            </a:prstGeom>
            <a:solidFill>
              <a:srgbClr val="800080"/>
            </a:solidFill>
            <a:ln w="9525">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13099" name="Rectangle 75"/>
            <p:cNvSpPr>
              <a:spLocks noChangeArrowheads="1"/>
            </p:cNvSpPr>
            <p:nvPr/>
          </p:nvSpPr>
          <p:spPr bwMode="auto">
            <a:xfrm>
              <a:off x="4703" y="3665"/>
              <a:ext cx="459" cy="106"/>
            </a:xfrm>
            <a:prstGeom prst="rect">
              <a:avLst/>
            </a:prstGeom>
            <a:solidFill>
              <a:srgbClr val="800080"/>
            </a:solidFill>
            <a:ln w="9525">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13100" name="Rectangle 76"/>
            <p:cNvSpPr>
              <a:spLocks noChangeArrowheads="1"/>
            </p:cNvSpPr>
            <p:nvPr/>
          </p:nvSpPr>
          <p:spPr bwMode="auto">
            <a:xfrm>
              <a:off x="4703" y="3824"/>
              <a:ext cx="459" cy="107"/>
            </a:xfrm>
            <a:prstGeom prst="rect">
              <a:avLst/>
            </a:prstGeom>
            <a:solidFill>
              <a:srgbClr val="800080"/>
            </a:solidFill>
            <a:ln w="9525">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13101" name="Rectangle 77"/>
            <p:cNvSpPr>
              <a:spLocks noChangeArrowheads="1"/>
            </p:cNvSpPr>
            <p:nvPr/>
          </p:nvSpPr>
          <p:spPr bwMode="auto">
            <a:xfrm>
              <a:off x="5356" y="3820"/>
              <a:ext cx="460" cy="106"/>
            </a:xfrm>
            <a:prstGeom prst="rect">
              <a:avLst/>
            </a:prstGeom>
            <a:solidFill>
              <a:srgbClr val="800080"/>
            </a:solidFill>
            <a:ln w="9525">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13102" name="Rectangle 78"/>
            <p:cNvSpPr>
              <a:spLocks noChangeArrowheads="1"/>
            </p:cNvSpPr>
            <p:nvPr/>
          </p:nvSpPr>
          <p:spPr bwMode="auto">
            <a:xfrm>
              <a:off x="5356" y="3659"/>
              <a:ext cx="460" cy="107"/>
            </a:xfrm>
            <a:prstGeom prst="rect">
              <a:avLst/>
            </a:prstGeom>
            <a:solidFill>
              <a:srgbClr val="800080"/>
            </a:solidFill>
            <a:ln w="9525">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13103" name="Rectangle 79"/>
            <p:cNvSpPr>
              <a:spLocks noChangeArrowheads="1"/>
            </p:cNvSpPr>
            <p:nvPr/>
          </p:nvSpPr>
          <p:spPr bwMode="auto">
            <a:xfrm>
              <a:off x="5356" y="3497"/>
              <a:ext cx="460" cy="108"/>
            </a:xfrm>
            <a:prstGeom prst="rect">
              <a:avLst/>
            </a:prstGeom>
            <a:solidFill>
              <a:srgbClr val="800080"/>
            </a:solidFill>
            <a:ln w="9525">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13104" name="Line 80"/>
            <p:cNvSpPr>
              <a:spLocks noChangeShapeType="1"/>
            </p:cNvSpPr>
            <p:nvPr/>
          </p:nvSpPr>
          <p:spPr bwMode="auto">
            <a:xfrm flipH="1">
              <a:off x="4626" y="3557"/>
              <a:ext cx="74" cy="0"/>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3105" name="Line 81"/>
            <p:cNvSpPr>
              <a:spLocks noChangeShapeType="1"/>
            </p:cNvSpPr>
            <p:nvPr/>
          </p:nvSpPr>
          <p:spPr bwMode="auto">
            <a:xfrm flipH="1">
              <a:off x="5816" y="3552"/>
              <a:ext cx="73" cy="0"/>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3106" name="Line 82"/>
            <p:cNvSpPr>
              <a:spLocks noChangeShapeType="1"/>
            </p:cNvSpPr>
            <p:nvPr/>
          </p:nvSpPr>
          <p:spPr bwMode="auto">
            <a:xfrm>
              <a:off x="5162" y="3557"/>
              <a:ext cx="76" cy="0"/>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3107" name="Line 83"/>
            <p:cNvSpPr>
              <a:spLocks noChangeShapeType="1"/>
            </p:cNvSpPr>
            <p:nvPr/>
          </p:nvSpPr>
          <p:spPr bwMode="auto">
            <a:xfrm>
              <a:off x="5280" y="3557"/>
              <a:ext cx="76" cy="0"/>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3108" name="Line 84"/>
            <p:cNvSpPr>
              <a:spLocks noChangeShapeType="1"/>
            </p:cNvSpPr>
            <p:nvPr/>
          </p:nvSpPr>
          <p:spPr bwMode="auto">
            <a:xfrm>
              <a:off x="4623" y="3557"/>
              <a:ext cx="0" cy="417"/>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3109" name="Line 85"/>
            <p:cNvSpPr>
              <a:spLocks noChangeShapeType="1"/>
            </p:cNvSpPr>
            <p:nvPr/>
          </p:nvSpPr>
          <p:spPr bwMode="auto">
            <a:xfrm>
              <a:off x="5238" y="3557"/>
              <a:ext cx="0" cy="417"/>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3110" name="Line 86"/>
            <p:cNvSpPr>
              <a:spLocks noChangeShapeType="1"/>
            </p:cNvSpPr>
            <p:nvPr/>
          </p:nvSpPr>
          <p:spPr bwMode="auto">
            <a:xfrm>
              <a:off x="5280" y="3558"/>
              <a:ext cx="0" cy="408"/>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3111" name="Line 87"/>
            <p:cNvSpPr>
              <a:spLocks noChangeShapeType="1"/>
            </p:cNvSpPr>
            <p:nvPr/>
          </p:nvSpPr>
          <p:spPr bwMode="auto">
            <a:xfrm flipH="1">
              <a:off x="5890" y="3552"/>
              <a:ext cx="0" cy="411"/>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3112" name="Line 88"/>
            <p:cNvSpPr>
              <a:spLocks noChangeShapeType="1"/>
            </p:cNvSpPr>
            <p:nvPr/>
          </p:nvSpPr>
          <p:spPr bwMode="auto">
            <a:xfrm>
              <a:off x="4623" y="3964"/>
              <a:ext cx="612" cy="0"/>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3113" name="Line 89"/>
            <p:cNvSpPr>
              <a:spLocks noChangeShapeType="1"/>
            </p:cNvSpPr>
            <p:nvPr/>
          </p:nvSpPr>
          <p:spPr bwMode="auto">
            <a:xfrm flipV="1">
              <a:off x="5279" y="3959"/>
              <a:ext cx="611" cy="5"/>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grpSp>
      <p:grpSp>
        <p:nvGrpSpPr>
          <p:cNvPr id="37926" name="Group 90"/>
          <p:cNvGrpSpPr>
            <a:grpSpLocks/>
          </p:cNvGrpSpPr>
          <p:nvPr/>
        </p:nvGrpSpPr>
        <p:grpSpPr bwMode="auto">
          <a:xfrm>
            <a:off x="7239000" y="2811463"/>
            <a:ext cx="2151063" cy="938212"/>
            <a:chOff x="4560" y="1771"/>
            <a:chExt cx="1355" cy="591"/>
          </a:xfrm>
        </p:grpSpPr>
        <p:sp>
          <p:nvSpPr>
            <p:cNvPr id="513115" name="Line 91"/>
            <p:cNvSpPr>
              <a:spLocks noChangeShapeType="1"/>
            </p:cNvSpPr>
            <p:nvPr/>
          </p:nvSpPr>
          <p:spPr bwMode="auto">
            <a:xfrm flipV="1">
              <a:off x="4656" y="2064"/>
              <a:ext cx="144" cy="0"/>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3116" name="Line 92"/>
            <p:cNvSpPr>
              <a:spLocks noChangeShapeType="1"/>
            </p:cNvSpPr>
            <p:nvPr/>
          </p:nvSpPr>
          <p:spPr bwMode="auto">
            <a:xfrm>
              <a:off x="4800" y="1908"/>
              <a:ext cx="0" cy="337"/>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3117" name="Line 93"/>
            <p:cNvSpPr>
              <a:spLocks noChangeShapeType="1"/>
            </p:cNvSpPr>
            <p:nvPr/>
          </p:nvSpPr>
          <p:spPr bwMode="auto">
            <a:xfrm>
              <a:off x="4800" y="1908"/>
              <a:ext cx="144" cy="0"/>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3118" name="Line 94"/>
            <p:cNvSpPr>
              <a:spLocks noChangeShapeType="1"/>
            </p:cNvSpPr>
            <p:nvPr/>
          </p:nvSpPr>
          <p:spPr bwMode="auto">
            <a:xfrm>
              <a:off x="4800" y="2244"/>
              <a:ext cx="240" cy="0"/>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3119" name="Rectangle 95"/>
            <p:cNvSpPr>
              <a:spLocks noChangeArrowheads="1"/>
            </p:cNvSpPr>
            <p:nvPr/>
          </p:nvSpPr>
          <p:spPr bwMode="auto">
            <a:xfrm>
              <a:off x="4933" y="2198"/>
              <a:ext cx="355" cy="85"/>
            </a:xfrm>
            <a:prstGeom prst="rect">
              <a:avLst/>
            </a:prstGeom>
            <a:solidFill>
              <a:srgbClr val="800080"/>
            </a:solidFill>
            <a:ln w="9525">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13120" name="Line 96"/>
            <p:cNvSpPr>
              <a:spLocks noChangeShapeType="1"/>
            </p:cNvSpPr>
            <p:nvPr/>
          </p:nvSpPr>
          <p:spPr bwMode="auto">
            <a:xfrm>
              <a:off x="5413" y="1821"/>
              <a:ext cx="0" cy="164"/>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3121" name="Line 97"/>
            <p:cNvSpPr>
              <a:spLocks noChangeShapeType="1"/>
            </p:cNvSpPr>
            <p:nvPr/>
          </p:nvSpPr>
          <p:spPr bwMode="auto">
            <a:xfrm>
              <a:off x="5417" y="2151"/>
              <a:ext cx="0" cy="164"/>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3122" name="Line 98"/>
            <p:cNvSpPr>
              <a:spLocks noChangeShapeType="1"/>
            </p:cNvSpPr>
            <p:nvPr/>
          </p:nvSpPr>
          <p:spPr bwMode="auto">
            <a:xfrm flipV="1">
              <a:off x="5268" y="1908"/>
              <a:ext cx="144" cy="0"/>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3123" name="Line 99"/>
            <p:cNvSpPr>
              <a:spLocks noChangeShapeType="1"/>
            </p:cNvSpPr>
            <p:nvPr/>
          </p:nvSpPr>
          <p:spPr bwMode="auto">
            <a:xfrm flipV="1">
              <a:off x="5292" y="2239"/>
              <a:ext cx="121" cy="3"/>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3124" name="Line 100"/>
            <p:cNvSpPr>
              <a:spLocks noChangeShapeType="1"/>
            </p:cNvSpPr>
            <p:nvPr/>
          </p:nvSpPr>
          <p:spPr bwMode="auto">
            <a:xfrm flipV="1">
              <a:off x="5413" y="1819"/>
              <a:ext cx="134" cy="3"/>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3125" name="Line 101"/>
            <p:cNvSpPr>
              <a:spLocks noChangeShapeType="1"/>
            </p:cNvSpPr>
            <p:nvPr/>
          </p:nvSpPr>
          <p:spPr bwMode="auto">
            <a:xfrm flipV="1">
              <a:off x="5412" y="1984"/>
              <a:ext cx="240" cy="0"/>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3126" name="Line 102"/>
            <p:cNvSpPr>
              <a:spLocks noChangeShapeType="1"/>
            </p:cNvSpPr>
            <p:nvPr/>
          </p:nvSpPr>
          <p:spPr bwMode="auto">
            <a:xfrm>
              <a:off x="5416" y="2152"/>
              <a:ext cx="144" cy="0"/>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3127" name="Line 103"/>
            <p:cNvSpPr>
              <a:spLocks noChangeShapeType="1"/>
            </p:cNvSpPr>
            <p:nvPr/>
          </p:nvSpPr>
          <p:spPr bwMode="auto">
            <a:xfrm>
              <a:off x="5412" y="2316"/>
              <a:ext cx="192" cy="0"/>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3128" name="Rectangle 104"/>
            <p:cNvSpPr>
              <a:spLocks noChangeArrowheads="1"/>
            </p:cNvSpPr>
            <p:nvPr/>
          </p:nvSpPr>
          <p:spPr bwMode="auto">
            <a:xfrm>
              <a:off x="4560" y="1903"/>
              <a:ext cx="125" cy="333"/>
            </a:xfrm>
            <a:prstGeom prst="rect">
              <a:avLst/>
            </a:prstGeom>
            <a:solidFill>
              <a:srgbClr val="800080"/>
            </a:solidFill>
            <a:ln w="28575">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13129" name="Rectangle 105"/>
            <p:cNvSpPr>
              <a:spLocks noChangeArrowheads="1"/>
            </p:cNvSpPr>
            <p:nvPr/>
          </p:nvSpPr>
          <p:spPr bwMode="auto">
            <a:xfrm>
              <a:off x="4944" y="1872"/>
              <a:ext cx="355" cy="84"/>
            </a:xfrm>
            <a:prstGeom prst="rect">
              <a:avLst/>
            </a:prstGeom>
            <a:solidFill>
              <a:srgbClr val="800080"/>
            </a:solidFill>
            <a:ln w="9525">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13130" name="Rectangle 106"/>
            <p:cNvSpPr>
              <a:spLocks noChangeArrowheads="1"/>
            </p:cNvSpPr>
            <p:nvPr/>
          </p:nvSpPr>
          <p:spPr bwMode="auto">
            <a:xfrm>
              <a:off x="5560" y="2113"/>
              <a:ext cx="355" cy="82"/>
            </a:xfrm>
            <a:prstGeom prst="rect">
              <a:avLst/>
            </a:prstGeom>
            <a:solidFill>
              <a:srgbClr val="800080"/>
            </a:solidFill>
            <a:ln w="9525">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13131" name="Rectangle 107"/>
            <p:cNvSpPr>
              <a:spLocks noChangeArrowheads="1"/>
            </p:cNvSpPr>
            <p:nvPr/>
          </p:nvSpPr>
          <p:spPr bwMode="auto">
            <a:xfrm>
              <a:off x="5556" y="2278"/>
              <a:ext cx="353" cy="84"/>
            </a:xfrm>
            <a:prstGeom prst="rect">
              <a:avLst/>
            </a:prstGeom>
            <a:solidFill>
              <a:srgbClr val="800080"/>
            </a:solidFill>
            <a:ln w="9525">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13132" name="Rectangle 108"/>
            <p:cNvSpPr>
              <a:spLocks noChangeArrowheads="1"/>
            </p:cNvSpPr>
            <p:nvPr/>
          </p:nvSpPr>
          <p:spPr bwMode="auto">
            <a:xfrm>
              <a:off x="5551" y="1938"/>
              <a:ext cx="354" cy="82"/>
            </a:xfrm>
            <a:prstGeom prst="rect">
              <a:avLst/>
            </a:prstGeom>
            <a:solidFill>
              <a:srgbClr val="800080"/>
            </a:solidFill>
            <a:ln w="9525">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13133" name="Rectangle 109"/>
            <p:cNvSpPr>
              <a:spLocks noChangeArrowheads="1"/>
            </p:cNvSpPr>
            <p:nvPr/>
          </p:nvSpPr>
          <p:spPr bwMode="auto">
            <a:xfrm>
              <a:off x="5551" y="1771"/>
              <a:ext cx="354" cy="83"/>
            </a:xfrm>
            <a:prstGeom prst="rect">
              <a:avLst/>
            </a:prstGeom>
            <a:solidFill>
              <a:srgbClr val="800080"/>
            </a:solidFill>
            <a:ln w="9525">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grpSp>
      <p:sp>
        <p:nvSpPr>
          <p:cNvPr id="513137" name="AutoShape 113"/>
          <p:cNvSpPr>
            <a:spLocks noChangeArrowheads="1"/>
          </p:cNvSpPr>
          <p:nvPr/>
        </p:nvSpPr>
        <p:spPr bwMode="auto">
          <a:xfrm>
            <a:off x="1600200" y="76200"/>
            <a:ext cx="6477000" cy="533400"/>
          </a:xfrm>
          <a:prstGeom prst="roundRect">
            <a:avLst>
              <a:gd name="adj" fmla="val 16667"/>
            </a:avLst>
          </a:prstGeom>
          <a:solidFill>
            <a:srgbClr val="008000"/>
          </a:solidFill>
          <a:ln w="9525">
            <a:solidFill>
              <a:schemeClr val="tx1"/>
            </a:solidFill>
            <a:round/>
            <a:headEnd/>
            <a:tailEnd/>
          </a:ln>
          <a:effectLst>
            <a:outerShdw blurRad="63500" dist="107763" dir="2700000" algn="ctr" rotWithShape="0">
              <a:schemeClr val="bg2">
                <a:alpha val="74998"/>
              </a:schemeClr>
            </a:outerShdw>
          </a:effectLst>
        </p:spPr>
        <p:txBody>
          <a:bodyPr wrap="none" anchor="ctr"/>
          <a:lstStyle/>
          <a:p>
            <a:pPr algn="ctr">
              <a:defRPr/>
            </a:pPr>
            <a:r>
              <a:rPr lang="en-US" altLang="ja-JP">
                <a:effectLst>
                  <a:outerShdw blurRad="38100" dist="38100" dir="2700000" algn="tl">
                    <a:srgbClr val="000000"/>
                  </a:outerShdw>
                </a:effectLst>
                <a:ea typeface="イワタ中丸ゴシック体(GT)" charset="-128"/>
              </a:rPr>
              <a:t>New 7 QC tools (N7) </a:t>
            </a:r>
          </a:p>
        </p:txBody>
      </p:sp>
      <p:sp>
        <p:nvSpPr>
          <p:cNvPr id="513139" name="Text Box 115"/>
          <p:cNvSpPr txBox="1">
            <a:spLocks noChangeArrowheads="1"/>
          </p:cNvSpPr>
          <p:nvPr/>
        </p:nvSpPr>
        <p:spPr bwMode="auto">
          <a:xfrm>
            <a:off x="560388" y="981075"/>
            <a:ext cx="1584325" cy="336550"/>
          </a:xfrm>
          <a:prstGeom prst="rect">
            <a:avLst/>
          </a:prstGeom>
          <a:noFill/>
          <a:ln w="9525">
            <a:noFill/>
            <a:miter lim="800000"/>
            <a:headEnd/>
            <a:tailEnd/>
          </a:ln>
          <a:effectLst/>
        </p:spPr>
        <p:txBody>
          <a:bodyPr anchor="ctr">
            <a:spAutoFit/>
          </a:bodyPr>
          <a:lstStyle/>
          <a:p>
            <a:pPr algn="ctr" eaLnBrk="0" hangingPunct="0">
              <a:defRPr/>
            </a:pPr>
            <a:r>
              <a:rPr kumimoji="0" lang="en-US" altLang="ja-JP" sz="1600" b="0"/>
              <a:t>Techniques</a:t>
            </a:r>
            <a:endParaRPr kumimoji="0" lang="en-US" altLang="ja-JP" sz="1600">
              <a:effectLst>
                <a:outerShdw blurRad="38100" dist="38100" dir="2700000" algn="tl">
                  <a:srgbClr val="000000"/>
                </a:outerShdw>
              </a:effectLst>
            </a:endParaRPr>
          </a:p>
        </p:txBody>
      </p:sp>
      <p:sp>
        <p:nvSpPr>
          <p:cNvPr id="513140" name="Text Box 116"/>
          <p:cNvSpPr txBox="1">
            <a:spLocks noChangeArrowheads="1"/>
          </p:cNvSpPr>
          <p:nvPr/>
        </p:nvSpPr>
        <p:spPr bwMode="auto">
          <a:xfrm>
            <a:off x="3127375" y="984250"/>
            <a:ext cx="2662238" cy="366713"/>
          </a:xfrm>
          <a:prstGeom prst="rect">
            <a:avLst/>
          </a:prstGeom>
          <a:noFill/>
          <a:ln w="9525">
            <a:noFill/>
            <a:miter lim="800000"/>
            <a:headEnd/>
            <a:tailEnd/>
          </a:ln>
          <a:effectLst/>
        </p:spPr>
        <p:txBody>
          <a:bodyPr anchor="ctr">
            <a:spAutoFit/>
          </a:bodyPr>
          <a:lstStyle/>
          <a:p>
            <a:pPr algn="ctr" eaLnBrk="0" hangingPunct="0">
              <a:defRPr/>
            </a:pPr>
            <a:r>
              <a:rPr kumimoji="0" lang="en-US" altLang="ja-JP" sz="1800" b="0">
                <a:ea typeface="イワタ中丸ゴシック体(GT)" charset="-128"/>
              </a:rPr>
              <a:t>Definition and usage</a:t>
            </a:r>
            <a:r>
              <a:rPr kumimoji="0" lang="en-US" altLang="ja-JP" sz="1800">
                <a:effectLst>
                  <a:outerShdw blurRad="38100" dist="38100" dir="2700000" algn="tl">
                    <a:srgbClr val="000000"/>
                  </a:outerShdw>
                </a:effectLst>
                <a:ea typeface="イワタ中丸ゴシック体(GT)" charset="-128"/>
              </a:rPr>
              <a:t> </a:t>
            </a:r>
          </a:p>
        </p:txBody>
      </p:sp>
      <p:sp>
        <p:nvSpPr>
          <p:cNvPr id="513141" name="Text Box 117"/>
          <p:cNvSpPr txBox="1">
            <a:spLocks noChangeArrowheads="1"/>
          </p:cNvSpPr>
          <p:nvPr/>
        </p:nvSpPr>
        <p:spPr bwMode="auto">
          <a:xfrm>
            <a:off x="7472363" y="984250"/>
            <a:ext cx="2017712" cy="366713"/>
          </a:xfrm>
          <a:prstGeom prst="rect">
            <a:avLst/>
          </a:prstGeom>
          <a:noFill/>
          <a:ln w="9525">
            <a:noFill/>
            <a:miter lim="800000"/>
            <a:headEnd/>
            <a:tailEnd/>
          </a:ln>
          <a:effectLst/>
        </p:spPr>
        <p:txBody>
          <a:bodyPr anchor="ctr">
            <a:spAutoFit/>
          </a:bodyPr>
          <a:lstStyle/>
          <a:p>
            <a:pPr algn="ctr" eaLnBrk="0" hangingPunct="0">
              <a:defRPr/>
            </a:pPr>
            <a:r>
              <a:rPr kumimoji="0" lang="en-US" altLang="ja-JP" sz="1800" b="0"/>
              <a:t>Basic shape</a:t>
            </a:r>
            <a:endParaRPr kumimoji="0" lang="en-US" altLang="ja-JP" sz="1800">
              <a:effectLst>
                <a:outerShdw blurRad="38100" dist="38100" dir="2700000" algn="tl">
                  <a:srgbClr val="000000"/>
                </a:outerShdw>
              </a:effectLst>
            </a:endParaRPr>
          </a:p>
        </p:txBody>
      </p:sp>
      <p:sp>
        <p:nvSpPr>
          <p:cNvPr id="513142" name="Text Box 118"/>
          <p:cNvSpPr txBox="1">
            <a:spLocks noChangeArrowheads="1"/>
          </p:cNvSpPr>
          <p:nvPr/>
        </p:nvSpPr>
        <p:spPr bwMode="auto">
          <a:xfrm>
            <a:off x="2360613" y="1400175"/>
            <a:ext cx="4686300" cy="1187450"/>
          </a:xfrm>
          <a:prstGeom prst="rect">
            <a:avLst/>
          </a:prstGeom>
          <a:noFill/>
          <a:ln w="9525">
            <a:noFill/>
            <a:miter lim="800000"/>
            <a:headEnd/>
            <a:tailEnd/>
          </a:ln>
          <a:effectLst/>
        </p:spPr>
        <p:txBody>
          <a:bodyPr anchor="ctr">
            <a:spAutoFit/>
          </a:bodyPr>
          <a:lstStyle/>
          <a:p>
            <a:pPr>
              <a:defRPr/>
            </a:pPr>
            <a:r>
              <a:rPr lang="ja-JP" altLang="en-US" sz="1200">
                <a:effectLst>
                  <a:outerShdw blurRad="38100" dist="38100" dir="2700000" algn="tl">
                    <a:srgbClr val="000000"/>
                  </a:outerShdw>
                </a:effectLst>
              </a:rPr>
              <a:t>・</a:t>
            </a:r>
            <a:r>
              <a:rPr lang="en-US" altLang="ja-JP" sz="1200">
                <a:effectLst>
                  <a:outerShdw blurRad="38100" dist="38100" dir="2700000" algn="tl">
                    <a:srgbClr val="000000"/>
                  </a:outerShdw>
                </a:effectLst>
              </a:rPr>
              <a:t> This diagram is a technique used to clarify the reciprocal relation between cause </a:t>
            </a:r>
            <a:r>
              <a:rPr lang="en-US" altLang="ja-JP" sz="1200">
                <a:effectLst>
                  <a:outerShdw blurRad="38100" dist="38100" dir="2700000" algn="tl">
                    <a:srgbClr val="000000"/>
                  </a:outerShdw>
                </a:effectLst>
                <a:sym typeface="Symbol" pitchFamily="18" charset="2"/>
              </a:rPr>
              <a:t></a:t>
            </a:r>
            <a:r>
              <a:rPr lang="en-US" altLang="ja-JP" sz="1200">
                <a:effectLst>
                  <a:outerShdw blurRad="38100" dist="38100" dir="2700000" algn="tl">
                    <a:srgbClr val="000000"/>
                  </a:outerShdw>
                </a:effectLst>
              </a:rPr>
              <a:t> effect, objective </a:t>
            </a:r>
            <a:r>
              <a:rPr lang="en-US" altLang="ja-JP" sz="1200">
                <a:effectLst>
                  <a:outerShdw blurRad="38100" dist="38100" dir="2700000" algn="tl">
                    <a:srgbClr val="000000"/>
                  </a:outerShdw>
                </a:effectLst>
                <a:sym typeface="Symbol" pitchFamily="18" charset="2"/>
              </a:rPr>
              <a:t></a:t>
            </a:r>
            <a:r>
              <a:rPr lang="en-US" altLang="ja-JP" sz="1200">
                <a:effectLst>
                  <a:outerShdw blurRad="38100" dist="38100" dir="2700000" algn="tl">
                    <a:srgbClr val="000000"/>
                  </a:outerShdw>
                </a:effectLst>
              </a:rPr>
              <a:t> procedure in order to identify major cause for achieving the target.</a:t>
            </a:r>
          </a:p>
          <a:p>
            <a:pPr>
              <a:defRPr/>
            </a:pPr>
            <a:r>
              <a:rPr lang="ja-JP" altLang="en-US" sz="1200">
                <a:effectLst>
                  <a:outerShdw blurRad="38100" dist="38100" dir="2700000" algn="tl">
                    <a:srgbClr val="000000"/>
                  </a:outerShdw>
                </a:effectLst>
              </a:rPr>
              <a:t>・</a:t>
            </a:r>
            <a:r>
              <a:rPr lang="en-US" altLang="ja-JP" sz="1200">
                <a:effectLst>
                  <a:outerShdw blurRad="38100" dist="38100" dir="2700000" algn="tl">
                    <a:srgbClr val="000000"/>
                  </a:outerShdw>
                </a:effectLst>
              </a:rPr>
              <a:t> It is used to clarify the problem that is complicatedly intertwined and clarify which cause and effect  routes correlate most strongly with the problems stemming from these major causes. </a:t>
            </a:r>
          </a:p>
        </p:txBody>
      </p:sp>
      <p:sp>
        <p:nvSpPr>
          <p:cNvPr id="513143" name="Text Box 119"/>
          <p:cNvSpPr txBox="1">
            <a:spLocks noChangeArrowheads="1"/>
          </p:cNvSpPr>
          <p:nvPr/>
        </p:nvSpPr>
        <p:spPr bwMode="auto">
          <a:xfrm>
            <a:off x="2384425" y="2860675"/>
            <a:ext cx="4465638" cy="822325"/>
          </a:xfrm>
          <a:prstGeom prst="rect">
            <a:avLst/>
          </a:prstGeom>
          <a:noFill/>
          <a:ln w="9525">
            <a:noFill/>
            <a:miter lim="800000"/>
            <a:headEnd/>
            <a:tailEnd/>
          </a:ln>
          <a:effectLst/>
        </p:spPr>
        <p:txBody>
          <a:bodyPr anchor="ctr">
            <a:spAutoFit/>
          </a:bodyPr>
          <a:lstStyle/>
          <a:p>
            <a:pPr>
              <a:defRPr/>
            </a:pPr>
            <a:r>
              <a:rPr lang="ja-JP" altLang="en-US" sz="1200"/>
              <a:t>・</a:t>
            </a:r>
            <a:r>
              <a:rPr lang="en-US" altLang="ja-JP" sz="1200"/>
              <a:t>This diagram is a technique to indicate problem solving strategies by dividing the relation between objectives and measures in to a smaller phenomena.</a:t>
            </a:r>
          </a:p>
          <a:p>
            <a:pPr>
              <a:defRPr/>
            </a:pPr>
            <a:r>
              <a:rPr lang="ja-JP" altLang="en-US" sz="1200"/>
              <a:t>・</a:t>
            </a:r>
            <a:r>
              <a:rPr lang="en-US" altLang="ja-JP" sz="1200"/>
              <a:t> It is used to find practical measures for problem solving.</a:t>
            </a:r>
            <a:endParaRPr lang="en-US" altLang="ja-JP" sz="1200">
              <a:effectLst>
                <a:outerShdw blurRad="38100" dist="38100" dir="2700000" algn="tl">
                  <a:srgbClr val="000000"/>
                </a:outerShdw>
              </a:effectLst>
            </a:endParaRPr>
          </a:p>
        </p:txBody>
      </p:sp>
      <p:sp>
        <p:nvSpPr>
          <p:cNvPr id="513144" name="Text Box 120"/>
          <p:cNvSpPr txBox="1">
            <a:spLocks noChangeArrowheads="1"/>
          </p:cNvSpPr>
          <p:nvPr/>
        </p:nvSpPr>
        <p:spPr bwMode="auto">
          <a:xfrm>
            <a:off x="454025" y="4324350"/>
            <a:ext cx="1755775" cy="304800"/>
          </a:xfrm>
          <a:prstGeom prst="rect">
            <a:avLst/>
          </a:prstGeom>
          <a:noFill/>
          <a:ln w="9525">
            <a:noFill/>
            <a:miter lim="800000"/>
            <a:headEnd/>
            <a:tailEnd/>
          </a:ln>
          <a:effectLst/>
        </p:spPr>
        <p:txBody>
          <a:bodyPr anchor="ctr">
            <a:spAutoFit/>
          </a:bodyPr>
          <a:lstStyle/>
          <a:p>
            <a:pPr>
              <a:spcBef>
                <a:spcPct val="50000"/>
              </a:spcBef>
              <a:defRPr/>
            </a:pPr>
            <a:r>
              <a:rPr lang="en-US" altLang="ja-JP" sz="1400">
                <a:effectLst>
                  <a:outerShdw blurRad="38100" dist="38100" dir="2700000" algn="tl">
                    <a:srgbClr val="000000"/>
                  </a:outerShdw>
                </a:effectLst>
                <a:latin typeface="Times New Roman" pitchFamily="18" charset="0"/>
                <a:ea typeface="イワタ中丸ゴシック体(GT)" charset="-128"/>
                <a:cs typeface="Angsana New" pitchFamily="18" charset="-34"/>
              </a:rPr>
              <a:t>Matrix Diagram</a:t>
            </a:r>
          </a:p>
        </p:txBody>
      </p:sp>
      <p:sp>
        <p:nvSpPr>
          <p:cNvPr id="513145" name="Text Box 121"/>
          <p:cNvSpPr txBox="1">
            <a:spLocks noChangeArrowheads="1"/>
          </p:cNvSpPr>
          <p:nvPr/>
        </p:nvSpPr>
        <p:spPr bwMode="auto">
          <a:xfrm>
            <a:off x="415925" y="5764213"/>
            <a:ext cx="1755775" cy="304800"/>
          </a:xfrm>
          <a:prstGeom prst="rect">
            <a:avLst/>
          </a:prstGeom>
          <a:noFill/>
          <a:ln w="9525">
            <a:noFill/>
            <a:miter lim="800000"/>
            <a:headEnd/>
            <a:tailEnd/>
          </a:ln>
          <a:effectLst/>
        </p:spPr>
        <p:txBody>
          <a:bodyPr anchor="ctr">
            <a:spAutoFit/>
          </a:bodyPr>
          <a:lstStyle/>
          <a:p>
            <a:pPr>
              <a:spcBef>
                <a:spcPct val="50000"/>
              </a:spcBef>
              <a:defRPr/>
            </a:pPr>
            <a:r>
              <a:rPr lang="en-US" altLang="ja-JP" sz="1400">
                <a:effectLst>
                  <a:outerShdw blurRad="38100" dist="38100" dir="2700000" algn="tl">
                    <a:srgbClr val="000000"/>
                  </a:outerShdw>
                </a:effectLst>
                <a:latin typeface="Times New Roman" pitchFamily="18" charset="0"/>
                <a:ea typeface="イワタ中丸ゴシック体(GT)" charset="-128"/>
                <a:cs typeface="Angsana New" pitchFamily="18" charset="-34"/>
              </a:rPr>
              <a:t>Affinity Diagram</a:t>
            </a:r>
          </a:p>
        </p:txBody>
      </p:sp>
      <p:sp>
        <p:nvSpPr>
          <p:cNvPr id="513146" name="Text Box 122"/>
          <p:cNvSpPr txBox="1">
            <a:spLocks noChangeArrowheads="1"/>
          </p:cNvSpPr>
          <p:nvPr/>
        </p:nvSpPr>
        <p:spPr bwMode="auto">
          <a:xfrm>
            <a:off x="2432050" y="4037013"/>
            <a:ext cx="4465638" cy="1004887"/>
          </a:xfrm>
          <a:prstGeom prst="rect">
            <a:avLst/>
          </a:prstGeom>
          <a:noFill/>
          <a:ln w="9525">
            <a:noFill/>
            <a:miter lim="800000"/>
            <a:headEnd/>
            <a:tailEnd/>
          </a:ln>
          <a:effectLst/>
        </p:spPr>
        <p:txBody>
          <a:bodyPr anchor="ctr">
            <a:spAutoFit/>
          </a:bodyPr>
          <a:lstStyle/>
          <a:p>
            <a:pPr>
              <a:defRPr/>
            </a:pPr>
            <a:r>
              <a:rPr lang="ja-JP" altLang="en-US" sz="1200"/>
              <a:t>・</a:t>
            </a:r>
            <a:r>
              <a:rPr lang="en-US" altLang="ja-JP" sz="1200"/>
              <a:t>This diagram is a technique to obtain the concept by featuring a combination of all relevant elements (matter and phenomenon) which should pay attention for problem.  </a:t>
            </a:r>
          </a:p>
          <a:p>
            <a:pPr>
              <a:defRPr/>
            </a:pPr>
            <a:r>
              <a:rPr lang="ja-JP" altLang="en-US" sz="1200"/>
              <a:t>・</a:t>
            </a:r>
            <a:r>
              <a:rPr lang="en-US" altLang="ja-JP" sz="1200"/>
              <a:t>It is used to identify paired elements and the extent of the relation between them at a glance.</a:t>
            </a:r>
            <a:r>
              <a:rPr lang="en-US" altLang="ja-JP" sz="1200">
                <a:effectLst>
                  <a:outerShdw blurRad="38100" dist="38100" dir="2700000" algn="tl">
                    <a:srgbClr val="000000"/>
                  </a:outerShdw>
                </a:effectLst>
              </a:rPr>
              <a:t> </a:t>
            </a:r>
          </a:p>
        </p:txBody>
      </p:sp>
      <p:sp>
        <p:nvSpPr>
          <p:cNvPr id="513147" name="Text Box 123"/>
          <p:cNvSpPr txBox="1">
            <a:spLocks noChangeArrowheads="1"/>
          </p:cNvSpPr>
          <p:nvPr/>
        </p:nvSpPr>
        <p:spPr bwMode="auto">
          <a:xfrm>
            <a:off x="2505075" y="5300663"/>
            <a:ext cx="4465638" cy="1187450"/>
          </a:xfrm>
          <a:prstGeom prst="rect">
            <a:avLst/>
          </a:prstGeom>
          <a:noFill/>
          <a:ln w="9525">
            <a:noFill/>
            <a:miter lim="800000"/>
            <a:headEnd/>
            <a:tailEnd/>
          </a:ln>
          <a:effectLst/>
        </p:spPr>
        <p:txBody>
          <a:bodyPr anchor="ctr">
            <a:spAutoFit/>
          </a:bodyPr>
          <a:lstStyle/>
          <a:p>
            <a:pPr>
              <a:defRPr/>
            </a:pPr>
            <a:r>
              <a:rPr lang="ja-JP" altLang="en-US" sz="1200"/>
              <a:t>・</a:t>
            </a:r>
            <a:r>
              <a:rPr lang="en-US" altLang="ja-JP" sz="1200"/>
              <a:t>This diagram is a technique to express opinions, facts or even ideas about problems which has not been clearly defined using language data, and then to organize these according to their affinity to one another.</a:t>
            </a:r>
          </a:p>
          <a:p>
            <a:pPr>
              <a:defRPr/>
            </a:pPr>
            <a:r>
              <a:rPr lang="ja-JP" altLang="en-US" sz="1200"/>
              <a:t>・</a:t>
            </a:r>
            <a:r>
              <a:rPr lang="en-US" altLang="ja-JP" sz="1200"/>
              <a:t>It is used for clarifying the problem by integrating the language data for chaotic problems and vague problems.</a:t>
            </a:r>
            <a:r>
              <a:rPr lang="en-US" altLang="ja-JP" sz="1200">
                <a:effectLst>
                  <a:outerShdw blurRad="38100" dist="38100" dir="2700000" algn="tl">
                    <a:srgbClr val="000000"/>
                  </a:outerShdw>
                </a:effectLst>
              </a:rPr>
              <a:t> </a:t>
            </a:r>
            <a:endParaRPr lang="en-US" altLang="ja-JP" sz="800">
              <a:latin typeface="Times New Roman" pitchFamily="18" charset="0"/>
              <a:cs typeface="Angsana New" pitchFamily="18" charset="-34"/>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5074" name="AutoShape 2"/>
          <p:cNvSpPr>
            <a:spLocks noChangeArrowheads="1"/>
          </p:cNvSpPr>
          <p:nvPr/>
        </p:nvSpPr>
        <p:spPr bwMode="auto">
          <a:xfrm>
            <a:off x="1600200" y="76200"/>
            <a:ext cx="6477000" cy="533400"/>
          </a:xfrm>
          <a:prstGeom prst="roundRect">
            <a:avLst>
              <a:gd name="adj" fmla="val 16667"/>
            </a:avLst>
          </a:prstGeom>
          <a:solidFill>
            <a:srgbClr val="008000"/>
          </a:solidFill>
          <a:ln w="9525">
            <a:solidFill>
              <a:schemeClr val="tx1"/>
            </a:solidFill>
            <a:round/>
            <a:headEnd/>
            <a:tailEnd/>
          </a:ln>
          <a:effectLst>
            <a:outerShdw blurRad="63500" dist="107763" dir="2700000" algn="ctr" rotWithShape="0">
              <a:schemeClr val="bg2">
                <a:alpha val="74998"/>
              </a:schemeClr>
            </a:outerShdw>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en-US" altLang="ja-JP">
                <a:effectLst>
                  <a:outerShdw blurRad="38100" dist="38100" dir="2700000" algn="tl">
                    <a:srgbClr val="000000"/>
                  </a:outerShdw>
                </a:effectLst>
                <a:latin typeface="Times New Roman" panose="02020603050405020304" pitchFamily="18" charset="0"/>
                <a:ea typeface="イワタ中丸ゴシック体(GT)" charset="-128"/>
              </a:rPr>
              <a:t>New 7 QC tools (N7) </a:t>
            </a:r>
          </a:p>
        </p:txBody>
      </p:sp>
      <p:sp>
        <p:nvSpPr>
          <p:cNvPr id="515076" name="AutoShape 4"/>
          <p:cNvSpPr>
            <a:spLocks noChangeArrowheads="1"/>
          </p:cNvSpPr>
          <p:nvPr/>
        </p:nvSpPr>
        <p:spPr bwMode="auto">
          <a:xfrm>
            <a:off x="304800" y="838200"/>
            <a:ext cx="9448800" cy="5791200"/>
          </a:xfrm>
          <a:prstGeom prst="roundRect">
            <a:avLst>
              <a:gd name="adj" fmla="val 4167"/>
            </a:avLst>
          </a:prstGeom>
          <a:solidFill>
            <a:srgbClr val="000080">
              <a:alpha val="50000"/>
            </a:srgbClr>
          </a:solidFill>
          <a:ln w="9525">
            <a:solidFill>
              <a:schemeClr val="tx1"/>
            </a:solidFill>
            <a:round/>
            <a:headEnd/>
            <a:tailEnd/>
          </a:ln>
          <a:effectLst/>
        </p:spPr>
        <p:txBody>
          <a:bodyPr wrap="none" lIns="1062000" rIns="1242000" anchor="ctr"/>
          <a:lstStyle/>
          <a:p>
            <a:pPr>
              <a:defRPr/>
            </a:pPr>
            <a:endParaRPr lang="en-US">
              <a:effectLst>
                <a:outerShdw blurRad="38100" dist="38100" dir="2700000" algn="tl">
                  <a:srgbClr val="000000"/>
                </a:outerShdw>
              </a:effectLst>
            </a:endParaRPr>
          </a:p>
        </p:txBody>
      </p:sp>
      <p:sp>
        <p:nvSpPr>
          <p:cNvPr id="515077" name="Line 5"/>
          <p:cNvSpPr>
            <a:spLocks noChangeShapeType="1"/>
          </p:cNvSpPr>
          <p:nvPr/>
        </p:nvSpPr>
        <p:spPr bwMode="auto">
          <a:xfrm>
            <a:off x="307975" y="1382713"/>
            <a:ext cx="9417050" cy="0"/>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5078" name="Line 6"/>
          <p:cNvSpPr>
            <a:spLocks noChangeShapeType="1"/>
          </p:cNvSpPr>
          <p:nvPr/>
        </p:nvSpPr>
        <p:spPr bwMode="auto">
          <a:xfrm flipH="1">
            <a:off x="2546350" y="838200"/>
            <a:ext cx="0" cy="5791200"/>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5079" name="Line 7"/>
          <p:cNvSpPr>
            <a:spLocks noChangeShapeType="1"/>
          </p:cNvSpPr>
          <p:nvPr/>
        </p:nvSpPr>
        <p:spPr bwMode="auto">
          <a:xfrm>
            <a:off x="6781800" y="865188"/>
            <a:ext cx="0" cy="5764212"/>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5083" name="Line 11"/>
          <p:cNvSpPr>
            <a:spLocks noChangeShapeType="1"/>
          </p:cNvSpPr>
          <p:nvPr/>
        </p:nvSpPr>
        <p:spPr bwMode="auto">
          <a:xfrm>
            <a:off x="322263" y="3248025"/>
            <a:ext cx="9418637" cy="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5084" name="Line 12"/>
          <p:cNvSpPr>
            <a:spLocks noChangeShapeType="1"/>
          </p:cNvSpPr>
          <p:nvPr/>
        </p:nvSpPr>
        <p:spPr bwMode="auto">
          <a:xfrm>
            <a:off x="307975" y="4802188"/>
            <a:ext cx="9417050" cy="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5091" name="Text Box 19"/>
          <p:cNvSpPr txBox="1">
            <a:spLocks noChangeArrowheads="1"/>
          </p:cNvSpPr>
          <p:nvPr/>
        </p:nvSpPr>
        <p:spPr bwMode="auto">
          <a:xfrm>
            <a:off x="6902450" y="2000250"/>
            <a:ext cx="1903413" cy="366713"/>
          </a:xfrm>
          <a:prstGeom prst="rect">
            <a:avLst/>
          </a:prstGeom>
          <a:noFill/>
          <a:ln w="9525">
            <a:noFill/>
            <a:miter lim="800000"/>
            <a:headEnd/>
            <a:tailEnd/>
          </a:ln>
          <a:effectLst/>
        </p:spPr>
        <p:txBody>
          <a:bodyPr wrap="none" anchor="ctr">
            <a:spAutoFit/>
          </a:bodyPr>
          <a:lstStyle/>
          <a:p>
            <a:pPr algn="ctr">
              <a:spcBef>
                <a:spcPct val="50000"/>
              </a:spcBef>
              <a:defRPr/>
            </a:pPr>
            <a:r>
              <a:rPr lang="en-US" altLang="ja-JP" sz="1800">
                <a:effectLst>
                  <a:outerShdw blurRad="38100" dist="38100" dir="2700000" algn="tl">
                    <a:srgbClr val="000000"/>
                  </a:outerShdw>
                </a:effectLst>
                <a:latin typeface="Times New Roman" pitchFamily="18" charset="0"/>
              </a:rPr>
              <a:t>①         ②         ③</a:t>
            </a:r>
          </a:p>
        </p:txBody>
      </p:sp>
      <p:sp>
        <p:nvSpPr>
          <p:cNvPr id="515092" name="Line 20"/>
          <p:cNvSpPr>
            <a:spLocks noChangeShapeType="1"/>
          </p:cNvSpPr>
          <p:nvPr/>
        </p:nvSpPr>
        <p:spPr bwMode="auto">
          <a:xfrm flipV="1">
            <a:off x="7239000" y="2184400"/>
            <a:ext cx="457200" cy="0"/>
          </a:xfrm>
          <a:prstGeom prst="line">
            <a:avLst/>
          </a:prstGeom>
          <a:noFill/>
          <a:ln w="19050">
            <a:solidFill>
              <a:schemeClr val="tx1"/>
            </a:solidFill>
            <a:round/>
            <a:headEnd/>
            <a:tailEnd type="triangle" w="med" len="me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5093" name="Line 21"/>
          <p:cNvSpPr>
            <a:spLocks noChangeShapeType="1"/>
          </p:cNvSpPr>
          <p:nvPr/>
        </p:nvSpPr>
        <p:spPr bwMode="auto">
          <a:xfrm>
            <a:off x="7940675" y="2179638"/>
            <a:ext cx="485775" cy="6350"/>
          </a:xfrm>
          <a:prstGeom prst="line">
            <a:avLst/>
          </a:prstGeom>
          <a:noFill/>
          <a:ln w="19050">
            <a:solidFill>
              <a:schemeClr val="tx1"/>
            </a:solidFill>
            <a:round/>
            <a:headEnd/>
            <a:tailEnd type="triangle" w="med" len="me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5094" name="Line 22"/>
          <p:cNvSpPr>
            <a:spLocks noChangeShapeType="1"/>
          </p:cNvSpPr>
          <p:nvPr/>
        </p:nvSpPr>
        <p:spPr bwMode="auto">
          <a:xfrm flipH="1">
            <a:off x="8512175" y="1909763"/>
            <a:ext cx="0" cy="19050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5095" name="Line 23"/>
          <p:cNvSpPr>
            <a:spLocks noChangeShapeType="1"/>
          </p:cNvSpPr>
          <p:nvPr/>
        </p:nvSpPr>
        <p:spPr bwMode="auto">
          <a:xfrm>
            <a:off x="8604250" y="2173288"/>
            <a:ext cx="682625" cy="0"/>
          </a:xfrm>
          <a:prstGeom prst="line">
            <a:avLst/>
          </a:prstGeom>
          <a:noFill/>
          <a:ln w="19050">
            <a:solidFill>
              <a:schemeClr val="tx1"/>
            </a:solidFill>
            <a:round/>
            <a:headEnd/>
            <a:tailEnd type="triangle" w="med" len="me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5096" name="Arc 24"/>
          <p:cNvSpPr>
            <a:spLocks/>
          </p:cNvSpPr>
          <p:nvPr/>
        </p:nvSpPr>
        <p:spPr bwMode="auto">
          <a:xfrm rot="10800000" flipV="1">
            <a:off x="8509000" y="1827213"/>
            <a:ext cx="119063" cy="103187"/>
          </a:xfrm>
          <a:custGeom>
            <a:avLst/>
            <a:gdLst>
              <a:gd name="G0" fmla="+- 0 0 0"/>
              <a:gd name="G1" fmla="+- 21600 0 0"/>
              <a:gd name="G2" fmla="+- 21600 0 0"/>
              <a:gd name="T0" fmla="*/ 0 w 21600"/>
              <a:gd name="T1" fmla="*/ 0 h 21600"/>
              <a:gd name="T2" fmla="*/ 21600 w 21600"/>
              <a:gd name="T3" fmla="*/ 21599 h 21600"/>
              <a:gd name="T4" fmla="*/ 0 w 21600"/>
              <a:gd name="T5" fmla="*/ 21600 h 21600"/>
            </a:gdLst>
            <a:ahLst/>
            <a:cxnLst>
              <a:cxn ang="0">
                <a:pos x="T0" y="T1"/>
              </a:cxn>
              <a:cxn ang="0">
                <a:pos x="T2" y="T3"/>
              </a:cxn>
              <a:cxn ang="0">
                <a:pos x="T4" y="T5"/>
              </a:cxn>
            </a:cxnLst>
            <a:rect l="0" t="0" r="r" b="b"/>
            <a:pathLst>
              <a:path w="21600" h="21600" fill="none" extrusionOk="0">
                <a:moveTo>
                  <a:pt x="0" y="-1"/>
                </a:moveTo>
                <a:cubicBezTo>
                  <a:pt x="11928" y="-1"/>
                  <a:pt x="21599" y="9670"/>
                  <a:pt x="21599" y="21599"/>
                </a:cubicBezTo>
              </a:path>
              <a:path w="21600" h="21600" stroke="0" extrusionOk="0">
                <a:moveTo>
                  <a:pt x="0" y="-1"/>
                </a:moveTo>
                <a:cubicBezTo>
                  <a:pt x="11928" y="-1"/>
                  <a:pt x="21599" y="9670"/>
                  <a:pt x="21599" y="21599"/>
                </a:cubicBezTo>
                <a:lnTo>
                  <a:pt x="0" y="21600"/>
                </a:lnTo>
                <a:close/>
              </a:path>
            </a:pathLst>
          </a:cu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15097" name="Line 25"/>
          <p:cNvSpPr>
            <a:spLocks noChangeShapeType="1"/>
          </p:cNvSpPr>
          <p:nvPr/>
        </p:nvSpPr>
        <p:spPr bwMode="auto">
          <a:xfrm>
            <a:off x="8516938" y="2259013"/>
            <a:ext cx="0" cy="760412"/>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5098" name="Line 26"/>
          <p:cNvSpPr>
            <a:spLocks noChangeShapeType="1"/>
          </p:cNvSpPr>
          <p:nvPr/>
        </p:nvSpPr>
        <p:spPr bwMode="auto">
          <a:xfrm>
            <a:off x="8628063" y="2492375"/>
            <a:ext cx="458787" cy="0"/>
          </a:xfrm>
          <a:prstGeom prst="line">
            <a:avLst/>
          </a:prstGeom>
          <a:noFill/>
          <a:ln w="9525">
            <a:solidFill>
              <a:schemeClr val="tx1"/>
            </a:solidFill>
            <a:round/>
            <a:headEnd/>
            <a:tailEnd type="triangle" w="med" len="me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5099" name="Line 27"/>
          <p:cNvSpPr>
            <a:spLocks noChangeShapeType="1"/>
          </p:cNvSpPr>
          <p:nvPr/>
        </p:nvSpPr>
        <p:spPr bwMode="auto">
          <a:xfrm>
            <a:off x="8623300" y="1824038"/>
            <a:ext cx="458788" cy="0"/>
          </a:xfrm>
          <a:prstGeom prst="line">
            <a:avLst/>
          </a:prstGeom>
          <a:noFill/>
          <a:ln w="9525">
            <a:solidFill>
              <a:schemeClr val="tx1"/>
            </a:solidFill>
            <a:round/>
            <a:headEnd/>
            <a:tailEnd type="triangle" w="med" len="me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5100" name="Line 28"/>
          <p:cNvSpPr>
            <a:spLocks noChangeShapeType="1"/>
          </p:cNvSpPr>
          <p:nvPr/>
        </p:nvSpPr>
        <p:spPr bwMode="auto">
          <a:xfrm>
            <a:off x="8628063" y="2816225"/>
            <a:ext cx="458787" cy="0"/>
          </a:xfrm>
          <a:prstGeom prst="line">
            <a:avLst/>
          </a:prstGeom>
          <a:noFill/>
          <a:ln w="9525">
            <a:solidFill>
              <a:schemeClr val="tx1"/>
            </a:solidFill>
            <a:round/>
            <a:headEnd/>
            <a:tailEnd type="triangle" w="med" len="me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5101" name="Line 29"/>
          <p:cNvSpPr>
            <a:spLocks noChangeShapeType="1"/>
          </p:cNvSpPr>
          <p:nvPr/>
        </p:nvSpPr>
        <p:spPr bwMode="auto">
          <a:xfrm>
            <a:off x="8634413" y="3127375"/>
            <a:ext cx="458787" cy="0"/>
          </a:xfrm>
          <a:prstGeom prst="line">
            <a:avLst/>
          </a:prstGeom>
          <a:noFill/>
          <a:ln w="9525">
            <a:solidFill>
              <a:schemeClr val="tx1"/>
            </a:solidFill>
            <a:round/>
            <a:headEnd/>
            <a:tailEnd type="triangle" w="med" len="me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5102" name="Arc 30"/>
          <p:cNvSpPr>
            <a:spLocks/>
          </p:cNvSpPr>
          <p:nvPr/>
        </p:nvSpPr>
        <p:spPr bwMode="auto">
          <a:xfrm flipH="1" flipV="1">
            <a:off x="8526463" y="2392363"/>
            <a:ext cx="120650" cy="100012"/>
          </a:xfrm>
          <a:custGeom>
            <a:avLst/>
            <a:gdLst>
              <a:gd name="G0" fmla="+- 0 0 0"/>
              <a:gd name="G1" fmla="+- 21600 0 0"/>
              <a:gd name="G2" fmla="+- 21600 0 0"/>
              <a:gd name="T0" fmla="*/ 0 w 21600"/>
              <a:gd name="T1" fmla="*/ 0 h 21600"/>
              <a:gd name="T2" fmla="*/ 21600 w 21600"/>
              <a:gd name="T3" fmla="*/ 21599 h 21600"/>
              <a:gd name="T4" fmla="*/ 0 w 21600"/>
              <a:gd name="T5" fmla="*/ 21600 h 21600"/>
            </a:gdLst>
            <a:ahLst/>
            <a:cxnLst>
              <a:cxn ang="0">
                <a:pos x="T0" y="T1"/>
              </a:cxn>
              <a:cxn ang="0">
                <a:pos x="T2" y="T3"/>
              </a:cxn>
              <a:cxn ang="0">
                <a:pos x="T4" y="T5"/>
              </a:cxn>
            </a:cxnLst>
            <a:rect l="0" t="0" r="r" b="b"/>
            <a:pathLst>
              <a:path w="21600" h="21600" fill="none" extrusionOk="0">
                <a:moveTo>
                  <a:pt x="0" y="-1"/>
                </a:moveTo>
                <a:cubicBezTo>
                  <a:pt x="11928" y="-1"/>
                  <a:pt x="21599" y="9670"/>
                  <a:pt x="21599" y="21599"/>
                </a:cubicBezTo>
              </a:path>
              <a:path w="21600" h="21600" stroke="0" extrusionOk="0">
                <a:moveTo>
                  <a:pt x="0" y="-1"/>
                </a:moveTo>
                <a:cubicBezTo>
                  <a:pt x="11928" y="-1"/>
                  <a:pt x="21599" y="9670"/>
                  <a:pt x="21599" y="21599"/>
                </a:cubicBezTo>
                <a:lnTo>
                  <a:pt x="0" y="21600"/>
                </a:lnTo>
                <a:close/>
              </a:path>
            </a:pathLst>
          </a:cu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15103" name="Arc 31"/>
          <p:cNvSpPr>
            <a:spLocks/>
          </p:cNvSpPr>
          <p:nvPr/>
        </p:nvSpPr>
        <p:spPr bwMode="auto">
          <a:xfrm flipH="1" flipV="1">
            <a:off x="8520113" y="2716213"/>
            <a:ext cx="119062" cy="100012"/>
          </a:xfrm>
          <a:custGeom>
            <a:avLst/>
            <a:gdLst>
              <a:gd name="G0" fmla="+- 0 0 0"/>
              <a:gd name="G1" fmla="+- 21600 0 0"/>
              <a:gd name="G2" fmla="+- 21600 0 0"/>
              <a:gd name="T0" fmla="*/ 0 w 21600"/>
              <a:gd name="T1" fmla="*/ 0 h 21600"/>
              <a:gd name="T2" fmla="*/ 21600 w 21600"/>
              <a:gd name="T3" fmla="*/ 21599 h 21600"/>
              <a:gd name="T4" fmla="*/ 0 w 21600"/>
              <a:gd name="T5" fmla="*/ 21600 h 21600"/>
            </a:gdLst>
            <a:ahLst/>
            <a:cxnLst>
              <a:cxn ang="0">
                <a:pos x="T0" y="T1"/>
              </a:cxn>
              <a:cxn ang="0">
                <a:pos x="T2" y="T3"/>
              </a:cxn>
              <a:cxn ang="0">
                <a:pos x="T4" y="T5"/>
              </a:cxn>
            </a:cxnLst>
            <a:rect l="0" t="0" r="r" b="b"/>
            <a:pathLst>
              <a:path w="21600" h="21600" fill="none" extrusionOk="0">
                <a:moveTo>
                  <a:pt x="0" y="-1"/>
                </a:moveTo>
                <a:cubicBezTo>
                  <a:pt x="11928" y="-1"/>
                  <a:pt x="21599" y="9670"/>
                  <a:pt x="21599" y="21599"/>
                </a:cubicBezTo>
              </a:path>
              <a:path w="21600" h="21600" stroke="0" extrusionOk="0">
                <a:moveTo>
                  <a:pt x="0" y="-1"/>
                </a:moveTo>
                <a:cubicBezTo>
                  <a:pt x="11928" y="-1"/>
                  <a:pt x="21599" y="9670"/>
                  <a:pt x="21599" y="21599"/>
                </a:cubicBezTo>
                <a:lnTo>
                  <a:pt x="0" y="21600"/>
                </a:lnTo>
                <a:close/>
              </a:path>
            </a:pathLst>
          </a:cu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15104" name="Arc 32"/>
          <p:cNvSpPr>
            <a:spLocks/>
          </p:cNvSpPr>
          <p:nvPr/>
        </p:nvSpPr>
        <p:spPr bwMode="auto">
          <a:xfrm flipH="1" flipV="1">
            <a:off x="8520113" y="3024188"/>
            <a:ext cx="119062" cy="103187"/>
          </a:xfrm>
          <a:custGeom>
            <a:avLst/>
            <a:gdLst>
              <a:gd name="G0" fmla="+- 0 0 0"/>
              <a:gd name="G1" fmla="+- 21600 0 0"/>
              <a:gd name="G2" fmla="+- 21600 0 0"/>
              <a:gd name="T0" fmla="*/ 0 w 21600"/>
              <a:gd name="T1" fmla="*/ 0 h 21600"/>
              <a:gd name="T2" fmla="*/ 21600 w 21600"/>
              <a:gd name="T3" fmla="*/ 21599 h 21600"/>
              <a:gd name="T4" fmla="*/ 0 w 21600"/>
              <a:gd name="T5" fmla="*/ 21600 h 21600"/>
            </a:gdLst>
            <a:ahLst/>
            <a:cxnLst>
              <a:cxn ang="0">
                <a:pos x="T0" y="T1"/>
              </a:cxn>
              <a:cxn ang="0">
                <a:pos x="T2" y="T3"/>
              </a:cxn>
              <a:cxn ang="0">
                <a:pos x="T4" y="T5"/>
              </a:cxn>
            </a:cxnLst>
            <a:rect l="0" t="0" r="r" b="b"/>
            <a:pathLst>
              <a:path w="21600" h="21600" fill="none" extrusionOk="0">
                <a:moveTo>
                  <a:pt x="0" y="-1"/>
                </a:moveTo>
                <a:cubicBezTo>
                  <a:pt x="11928" y="-1"/>
                  <a:pt x="21599" y="9670"/>
                  <a:pt x="21599" y="21599"/>
                </a:cubicBezTo>
              </a:path>
              <a:path w="21600" h="21600" stroke="0" extrusionOk="0">
                <a:moveTo>
                  <a:pt x="0" y="-1"/>
                </a:moveTo>
                <a:cubicBezTo>
                  <a:pt x="11928" y="-1"/>
                  <a:pt x="21599" y="9670"/>
                  <a:pt x="21599" y="21599"/>
                </a:cubicBezTo>
                <a:lnTo>
                  <a:pt x="0" y="21600"/>
                </a:lnTo>
                <a:close/>
              </a:path>
            </a:pathLst>
          </a:cu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15105" name="Text Box 33"/>
          <p:cNvSpPr txBox="1">
            <a:spLocks noChangeArrowheads="1"/>
          </p:cNvSpPr>
          <p:nvPr/>
        </p:nvSpPr>
        <p:spPr bwMode="auto">
          <a:xfrm>
            <a:off x="8959850" y="1641475"/>
            <a:ext cx="412750" cy="365125"/>
          </a:xfrm>
          <a:prstGeom prst="rect">
            <a:avLst/>
          </a:prstGeom>
          <a:noFill/>
          <a:ln w="9525">
            <a:noFill/>
            <a:miter lim="800000"/>
            <a:headEnd/>
            <a:tailEnd/>
          </a:ln>
          <a:effectLst/>
        </p:spPr>
        <p:txBody>
          <a:bodyPr wrap="none" anchor="ctr">
            <a:spAutoFit/>
          </a:bodyPr>
          <a:lstStyle/>
          <a:p>
            <a:pPr algn="ctr">
              <a:spcBef>
                <a:spcPct val="50000"/>
              </a:spcBef>
              <a:defRPr/>
            </a:pPr>
            <a:r>
              <a:rPr lang="en-US" altLang="ja-JP" sz="1800">
                <a:effectLst>
                  <a:outerShdw blurRad="38100" dist="38100" dir="2700000" algn="tl">
                    <a:srgbClr val="000000"/>
                  </a:outerShdw>
                </a:effectLst>
                <a:latin typeface="Times New Roman" pitchFamily="18" charset="0"/>
              </a:rPr>
              <a:t>④</a:t>
            </a:r>
          </a:p>
        </p:txBody>
      </p:sp>
      <p:sp>
        <p:nvSpPr>
          <p:cNvPr id="515106" name="Text Box 34"/>
          <p:cNvSpPr txBox="1">
            <a:spLocks noChangeArrowheads="1"/>
          </p:cNvSpPr>
          <p:nvPr/>
        </p:nvSpPr>
        <p:spPr bwMode="auto">
          <a:xfrm>
            <a:off x="9155113" y="1985963"/>
            <a:ext cx="412750" cy="368300"/>
          </a:xfrm>
          <a:prstGeom prst="rect">
            <a:avLst/>
          </a:prstGeom>
          <a:noFill/>
          <a:ln w="9525">
            <a:noFill/>
            <a:miter lim="800000"/>
            <a:headEnd/>
            <a:tailEnd/>
          </a:ln>
          <a:effectLst/>
        </p:spPr>
        <p:txBody>
          <a:bodyPr wrap="none" anchor="ctr">
            <a:spAutoFit/>
          </a:bodyPr>
          <a:lstStyle/>
          <a:p>
            <a:pPr algn="ctr">
              <a:spcBef>
                <a:spcPct val="50000"/>
              </a:spcBef>
              <a:defRPr/>
            </a:pPr>
            <a:r>
              <a:rPr lang="en-US" altLang="ja-JP" sz="1800">
                <a:effectLst>
                  <a:outerShdw blurRad="38100" dist="38100" dir="2700000" algn="tl">
                    <a:srgbClr val="000000"/>
                  </a:outerShdw>
                </a:effectLst>
                <a:latin typeface="Times New Roman" pitchFamily="18" charset="0"/>
              </a:rPr>
              <a:t>⑧</a:t>
            </a:r>
          </a:p>
        </p:txBody>
      </p:sp>
      <p:sp>
        <p:nvSpPr>
          <p:cNvPr id="515107" name="Text Box 35"/>
          <p:cNvSpPr txBox="1">
            <a:spLocks noChangeArrowheads="1"/>
          </p:cNvSpPr>
          <p:nvPr/>
        </p:nvSpPr>
        <p:spPr bwMode="auto">
          <a:xfrm>
            <a:off x="8985250" y="2238375"/>
            <a:ext cx="412750" cy="368300"/>
          </a:xfrm>
          <a:prstGeom prst="rect">
            <a:avLst/>
          </a:prstGeom>
          <a:noFill/>
          <a:ln w="9525">
            <a:noFill/>
            <a:miter lim="800000"/>
            <a:headEnd/>
            <a:tailEnd/>
          </a:ln>
          <a:effectLst/>
        </p:spPr>
        <p:txBody>
          <a:bodyPr wrap="none" anchor="ctr">
            <a:spAutoFit/>
          </a:bodyPr>
          <a:lstStyle/>
          <a:p>
            <a:pPr algn="ctr">
              <a:spcBef>
                <a:spcPct val="50000"/>
              </a:spcBef>
              <a:defRPr/>
            </a:pPr>
            <a:r>
              <a:rPr lang="en-US" altLang="ja-JP" sz="1800">
                <a:effectLst>
                  <a:outerShdw blurRad="38100" dist="38100" dir="2700000" algn="tl">
                    <a:srgbClr val="000000"/>
                  </a:outerShdw>
                </a:effectLst>
                <a:latin typeface="Times New Roman" pitchFamily="18" charset="0"/>
              </a:rPr>
              <a:t>⑤</a:t>
            </a:r>
          </a:p>
        </p:txBody>
      </p:sp>
      <p:sp>
        <p:nvSpPr>
          <p:cNvPr id="515108" name="Text Box 36"/>
          <p:cNvSpPr txBox="1">
            <a:spLocks noChangeArrowheads="1"/>
          </p:cNvSpPr>
          <p:nvPr/>
        </p:nvSpPr>
        <p:spPr bwMode="auto">
          <a:xfrm>
            <a:off x="8972550" y="2616200"/>
            <a:ext cx="412750" cy="363538"/>
          </a:xfrm>
          <a:prstGeom prst="rect">
            <a:avLst/>
          </a:prstGeom>
          <a:noFill/>
          <a:ln w="9525">
            <a:noFill/>
            <a:miter lim="800000"/>
            <a:headEnd/>
            <a:tailEnd/>
          </a:ln>
          <a:effectLst/>
        </p:spPr>
        <p:txBody>
          <a:bodyPr wrap="none" anchor="ctr">
            <a:spAutoFit/>
          </a:bodyPr>
          <a:lstStyle/>
          <a:p>
            <a:pPr algn="ctr">
              <a:spcBef>
                <a:spcPct val="50000"/>
              </a:spcBef>
              <a:defRPr/>
            </a:pPr>
            <a:r>
              <a:rPr lang="en-US" altLang="ja-JP" sz="1800">
                <a:effectLst>
                  <a:outerShdw blurRad="38100" dist="38100" dir="2700000" algn="tl">
                    <a:srgbClr val="000000"/>
                  </a:outerShdw>
                </a:effectLst>
                <a:latin typeface="Times New Roman" pitchFamily="18" charset="0"/>
              </a:rPr>
              <a:t>⑥</a:t>
            </a:r>
          </a:p>
        </p:txBody>
      </p:sp>
      <p:sp>
        <p:nvSpPr>
          <p:cNvPr id="515109" name="Text Box 37"/>
          <p:cNvSpPr txBox="1">
            <a:spLocks noChangeArrowheads="1"/>
          </p:cNvSpPr>
          <p:nvPr/>
        </p:nvSpPr>
        <p:spPr bwMode="auto">
          <a:xfrm>
            <a:off x="8967788" y="2924175"/>
            <a:ext cx="412750" cy="368300"/>
          </a:xfrm>
          <a:prstGeom prst="rect">
            <a:avLst/>
          </a:prstGeom>
          <a:noFill/>
          <a:ln w="9525">
            <a:noFill/>
            <a:miter lim="800000"/>
            <a:headEnd/>
            <a:tailEnd/>
          </a:ln>
          <a:effectLst/>
        </p:spPr>
        <p:txBody>
          <a:bodyPr wrap="none" anchor="ctr">
            <a:spAutoFit/>
          </a:bodyPr>
          <a:lstStyle/>
          <a:p>
            <a:pPr algn="ctr">
              <a:spcBef>
                <a:spcPct val="50000"/>
              </a:spcBef>
              <a:defRPr/>
            </a:pPr>
            <a:r>
              <a:rPr lang="en-US" altLang="ja-JP" sz="1800">
                <a:effectLst>
                  <a:outerShdw blurRad="38100" dist="38100" dir="2700000" algn="tl">
                    <a:srgbClr val="000000"/>
                  </a:outerShdw>
                </a:effectLst>
                <a:latin typeface="Times New Roman" pitchFamily="18" charset="0"/>
              </a:rPr>
              <a:t>⑦</a:t>
            </a:r>
          </a:p>
        </p:txBody>
      </p:sp>
      <p:sp>
        <p:nvSpPr>
          <p:cNvPr id="515110" name="Line 38"/>
          <p:cNvSpPr>
            <a:spLocks noChangeShapeType="1"/>
          </p:cNvSpPr>
          <p:nvPr/>
        </p:nvSpPr>
        <p:spPr bwMode="auto">
          <a:xfrm>
            <a:off x="9259888" y="1831975"/>
            <a:ext cx="366712" cy="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5111" name="Line 39"/>
          <p:cNvSpPr>
            <a:spLocks noChangeShapeType="1"/>
          </p:cNvSpPr>
          <p:nvPr/>
        </p:nvSpPr>
        <p:spPr bwMode="auto">
          <a:xfrm>
            <a:off x="9186863" y="2544763"/>
            <a:ext cx="4762" cy="149225"/>
          </a:xfrm>
          <a:prstGeom prst="line">
            <a:avLst/>
          </a:prstGeom>
          <a:noFill/>
          <a:ln w="9525">
            <a:solidFill>
              <a:schemeClr val="tx1"/>
            </a:solidFill>
            <a:round/>
            <a:headEnd/>
            <a:tailEnd type="triangle" w="med" len="me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5112" name="Line 40"/>
          <p:cNvSpPr>
            <a:spLocks noChangeShapeType="1"/>
          </p:cNvSpPr>
          <p:nvPr/>
        </p:nvSpPr>
        <p:spPr bwMode="auto">
          <a:xfrm>
            <a:off x="9266238" y="2816225"/>
            <a:ext cx="366712" cy="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5113" name="Line 41"/>
          <p:cNvSpPr>
            <a:spLocks noChangeShapeType="1"/>
          </p:cNvSpPr>
          <p:nvPr/>
        </p:nvSpPr>
        <p:spPr bwMode="auto">
          <a:xfrm flipV="1">
            <a:off x="9174163" y="2886075"/>
            <a:ext cx="0" cy="150813"/>
          </a:xfrm>
          <a:prstGeom prst="line">
            <a:avLst/>
          </a:prstGeom>
          <a:noFill/>
          <a:ln w="9525">
            <a:solidFill>
              <a:schemeClr val="tx1"/>
            </a:solidFill>
            <a:round/>
            <a:headEnd/>
            <a:tailEnd type="triangle" w="med" len="me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5114" name="Line 42"/>
          <p:cNvSpPr>
            <a:spLocks noChangeShapeType="1"/>
          </p:cNvSpPr>
          <p:nvPr/>
        </p:nvSpPr>
        <p:spPr bwMode="auto">
          <a:xfrm flipV="1">
            <a:off x="9448800" y="2173288"/>
            <a:ext cx="193675" cy="3175"/>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5115" name="Text Box 43"/>
          <p:cNvSpPr txBox="1">
            <a:spLocks noChangeArrowheads="1"/>
          </p:cNvSpPr>
          <p:nvPr/>
        </p:nvSpPr>
        <p:spPr bwMode="auto">
          <a:xfrm>
            <a:off x="8118475" y="4856163"/>
            <a:ext cx="298450" cy="227012"/>
          </a:xfrm>
          <a:prstGeom prst="rect">
            <a:avLst/>
          </a:prstGeom>
          <a:noFill/>
          <a:ln w="9525">
            <a:noFill/>
            <a:miter lim="800000"/>
            <a:headEnd/>
            <a:tailEnd/>
          </a:ln>
          <a:effectLst/>
        </p:spPr>
        <p:txBody>
          <a:bodyPr wrap="none" anchor="ctr">
            <a:spAutoFit/>
          </a:bodyPr>
          <a:lstStyle/>
          <a:p>
            <a:pPr algn="ctr">
              <a:spcBef>
                <a:spcPct val="50000"/>
              </a:spcBef>
              <a:defRPr/>
            </a:pPr>
            <a:r>
              <a:rPr lang="en-US" altLang="ja-JP" sz="900">
                <a:effectLst>
                  <a:outerShdw blurRad="38100" dist="38100" dir="2700000" algn="tl">
                    <a:srgbClr val="000000"/>
                  </a:outerShdw>
                </a:effectLst>
                <a:latin typeface="Times New Roman" pitchFamily="18" charset="0"/>
                <a:ea typeface="イワタ中丸ゴシック体(GT)" charset="-128"/>
              </a:rPr>
              <a:t>14</a:t>
            </a:r>
          </a:p>
        </p:txBody>
      </p:sp>
      <p:grpSp>
        <p:nvGrpSpPr>
          <p:cNvPr id="38946" name="Group 44"/>
          <p:cNvGrpSpPr>
            <a:grpSpLocks/>
          </p:cNvGrpSpPr>
          <p:nvPr/>
        </p:nvGrpSpPr>
        <p:grpSpPr bwMode="auto">
          <a:xfrm>
            <a:off x="6827838" y="4867275"/>
            <a:ext cx="2908300" cy="1711325"/>
            <a:chOff x="4301" y="3066"/>
            <a:chExt cx="1832" cy="1078"/>
          </a:xfrm>
        </p:grpSpPr>
        <p:sp>
          <p:nvSpPr>
            <p:cNvPr id="515117" name="Rectangle 45"/>
            <p:cNvSpPr>
              <a:spLocks noChangeArrowheads="1"/>
            </p:cNvSpPr>
            <p:nvPr/>
          </p:nvSpPr>
          <p:spPr bwMode="auto">
            <a:xfrm>
              <a:off x="4360" y="3093"/>
              <a:ext cx="1707" cy="1009"/>
            </a:xfrm>
            <a:prstGeom prst="rect">
              <a:avLst/>
            </a:prstGeom>
            <a:solidFill>
              <a:srgbClr val="800080"/>
            </a:solidFill>
            <a:ln w="9525">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15118" name="Line 46"/>
            <p:cNvSpPr>
              <a:spLocks noChangeShapeType="1"/>
            </p:cNvSpPr>
            <p:nvPr/>
          </p:nvSpPr>
          <p:spPr bwMode="auto">
            <a:xfrm>
              <a:off x="4767" y="3805"/>
              <a:ext cx="1227" cy="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5119" name="Line 47"/>
            <p:cNvSpPr>
              <a:spLocks noChangeShapeType="1"/>
            </p:cNvSpPr>
            <p:nvPr/>
          </p:nvSpPr>
          <p:spPr bwMode="auto">
            <a:xfrm>
              <a:off x="5301" y="3118"/>
              <a:ext cx="0" cy="966"/>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5120" name="Line 48"/>
            <p:cNvSpPr>
              <a:spLocks noChangeShapeType="1"/>
            </p:cNvSpPr>
            <p:nvPr/>
          </p:nvSpPr>
          <p:spPr bwMode="auto">
            <a:xfrm>
              <a:off x="5470" y="3769"/>
              <a:ext cx="0" cy="71"/>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5121" name="Line 49"/>
            <p:cNvSpPr>
              <a:spLocks noChangeShapeType="1"/>
            </p:cNvSpPr>
            <p:nvPr/>
          </p:nvSpPr>
          <p:spPr bwMode="auto">
            <a:xfrm>
              <a:off x="5660" y="3769"/>
              <a:ext cx="0" cy="71"/>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5122" name="Line 50"/>
            <p:cNvSpPr>
              <a:spLocks noChangeShapeType="1"/>
            </p:cNvSpPr>
            <p:nvPr/>
          </p:nvSpPr>
          <p:spPr bwMode="auto">
            <a:xfrm>
              <a:off x="5826" y="3771"/>
              <a:ext cx="0" cy="74"/>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5123" name="Line 51"/>
            <p:cNvSpPr>
              <a:spLocks noChangeShapeType="1"/>
            </p:cNvSpPr>
            <p:nvPr/>
          </p:nvSpPr>
          <p:spPr bwMode="auto">
            <a:xfrm>
              <a:off x="5997" y="3769"/>
              <a:ext cx="0" cy="71"/>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5124" name="Line 52"/>
            <p:cNvSpPr>
              <a:spLocks noChangeShapeType="1"/>
            </p:cNvSpPr>
            <p:nvPr/>
          </p:nvSpPr>
          <p:spPr bwMode="auto">
            <a:xfrm>
              <a:off x="4948" y="3764"/>
              <a:ext cx="0" cy="74"/>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5125" name="Line 53"/>
            <p:cNvSpPr>
              <a:spLocks noChangeShapeType="1"/>
            </p:cNvSpPr>
            <p:nvPr/>
          </p:nvSpPr>
          <p:spPr bwMode="auto">
            <a:xfrm>
              <a:off x="5126" y="3769"/>
              <a:ext cx="0" cy="71"/>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5126" name="Line 54"/>
            <p:cNvSpPr>
              <a:spLocks noChangeShapeType="1"/>
            </p:cNvSpPr>
            <p:nvPr/>
          </p:nvSpPr>
          <p:spPr bwMode="auto">
            <a:xfrm>
              <a:off x="5256" y="3903"/>
              <a:ext cx="88" cy="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5127" name="Line 55"/>
            <p:cNvSpPr>
              <a:spLocks noChangeShapeType="1"/>
            </p:cNvSpPr>
            <p:nvPr/>
          </p:nvSpPr>
          <p:spPr bwMode="auto">
            <a:xfrm>
              <a:off x="5256" y="3992"/>
              <a:ext cx="88" cy="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5128" name="Line 56"/>
            <p:cNvSpPr>
              <a:spLocks noChangeShapeType="1"/>
            </p:cNvSpPr>
            <p:nvPr/>
          </p:nvSpPr>
          <p:spPr bwMode="auto">
            <a:xfrm>
              <a:off x="5256" y="4084"/>
              <a:ext cx="88" cy="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5129" name="Line 57"/>
            <p:cNvSpPr>
              <a:spLocks noChangeShapeType="1"/>
            </p:cNvSpPr>
            <p:nvPr/>
          </p:nvSpPr>
          <p:spPr bwMode="auto">
            <a:xfrm>
              <a:off x="5260" y="3202"/>
              <a:ext cx="89" cy="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5130" name="Line 58"/>
            <p:cNvSpPr>
              <a:spLocks noChangeShapeType="1"/>
            </p:cNvSpPr>
            <p:nvPr/>
          </p:nvSpPr>
          <p:spPr bwMode="auto">
            <a:xfrm>
              <a:off x="5260" y="3310"/>
              <a:ext cx="89" cy="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5131" name="Line 59"/>
            <p:cNvSpPr>
              <a:spLocks noChangeShapeType="1"/>
            </p:cNvSpPr>
            <p:nvPr/>
          </p:nvSpPr>
          <p:spPr bwMode="auto">
            <a:xfrm>
              <a:off x="5256" y="3411"/>
              <a:ext cx="88" cy="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5132" name="Line 60"/>
            <p:cNvSpPr>
              <a:spLocks noChangeShapeType="1"/>
            </p:cNvSpPr>
            <p:nvPr/>
          </p:nvSpPr>
          <p:spPr bwMode="auto">
            <a:xfrm>
              <a:off x="5252" y="3517"/>
              <a:ext cx="88" cy="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5133" name="Line 61"/>
            <p:cNvSpPr>
              <a:spLocks noChangeShapeType="1"/>
            </p:cNvSpPr>
            <p:nvPr/>
          </p:nvSpPr>
          <p:spPr bwMode="auto">
            <a:xfrm>
              <a:off x="5256" y="3709"/>
              <a:ext cx="88" cy="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5134" name="Line 62"/>
            <p:cNvSpPr>
              <a:spLocks noChangeShapeType="1"/>
            </p:cNvSpPr>
            <p:nvPr/>
          </p:nvSpPr>
          <p:spPr bwMode="auto">
            <a:xfrm>
              <a:off x="5252" y="3610"/>
              <a:ext cx="88" cy="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5135" name="Line 63"/>
            <p:cNvSpPr>
              <a:spLocks noChangeShapeType="1"/>
            </p:cNvSpPr>
            <p:nvPr/>
          </p:nvSpPr>
          <p:spPr bwMode="auto">
            <a:xfrm>
              <a:off x="5252" y="3116"/>
              <a:ext cx="88" cy="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5136" name="Text Box 64"/>
            <p:cNvSpPr txBox="1">
              <a:spLocks noChangeArrowheads="1"/>
            </p:cNvSpPr>
            <p:nvPr/>
          </p:nvSpPr>
          <p:spPr bwMode="auto">
            <a:xfrm>
              <a:off x="5561" y="3066"/>
              <a:ext cx="188" cy="144"/>
            </a:xfrm>
            <a:prstGeom prst="rect">
              <a:avLst/>
            </a:prstGeom>
            <a:noFill/>
            <a:ln w="9525">
              <a:noFill/>
              <a:miter lim="800000"/>
              <a:headEnd/>
              <a:tailEnd/>
            </a:ln>
            <a:effectLst/>
          </p:spPr>
          <p:txBody>
            <a:bodyPr wrap="none" anchor="ctr">
              <a:spAutoFit/>
            </a:bodyPr>
            <a:lstStyle/>
            <a:p>
              <a:pPr algn="ctr">
                <a:spcBef>
                  <a:spcPct val="50000"/>
                </a:spcBef>
                <a:defRPr/>
              </a:pPr>
              <a:r>
                <a:rPr lang="en-US" altLang="ja-JP" sz="900">
                  <a:solidFill>
                    <a:schemeClr val="folHlink"/>
                  </a:solidFill>
                  <a:effectLst>
                    <a:outerShdw blurRad="38100" dist="38100" dir="2700000" algn="tl">
                      <a:srgbClr val="000000"/>
                    </a:outerShdw>
                  </a:effectLst>
                  <a:latin typeface="Times New Roman" pitchFamily="18" charset="0"/>
                </a:rPr>
                <a:t>●</a:t>
              </a:r>
            </a:p>
          </p:txBody>
        </p:sp>
        <p:sp>
          <p:nvSpPr>
            <p:cNvPr id="515137" name="Text Box 65"/>
            <p:cNvSpPr txBox="1">
              <a:spLocks noChangeArrowheads="1"/>
            </p:cNvSpPr>
            <p:nvPr/>
          </p:nvSpPr>
          <p:spPr bwMode="auto">
            <a:xfrm>
              <a:off x="5383" y="3353"/>
              <a:ext cx="188" cy="144"/>
            </a:xfrm>
            <a:prstGeom prst="rect">
              <a:avLst/>
            </a:prstGeom>
            <a:noFill/>
            <a:ln w="9525">
              <a:noFill/>
              <a:miter lim="800000"/>
              <a:headEnd/>
              <a:tailEnd/>
            </a:ln>
            <a:effectLst/>
          </p:spPr>
          <p:txBody>
            <a:bodyPr wrap="none" anchor="ctr">
              <a:spAutoFit/>
            </a:bodyPr>
            <a:lstStyle/>
            <a:p>
              <a:pPr algn="ctr">
                <a:spcBef>
                  <a:spcPct val="50000"/>
                </a:spcBef>
                <a:defRPr/>
              </a:pPr>
              <a:r>
                <a:rPr lang="en-US" altLang="ja-JP" sz="900">
                  <a:solidFill>
                    <a:schemeClr val="folHlink"/>
                  </a:solidFill>
                  <a:effectLst>
                    <a:outerShdw blurRad="38100" dist="38100" dir="2700000" algn="tl">
                      <a:srgbClr val="000000"/>
                    </a:outerShdw>
                  </a:effectLst>
                  <a:latin typeface="Times New Roman" pitchFamily="18" charset="0"/>
                </a:rPr>
                <a:t>●</a:t>
              </a:r>
            </a:p>
          </p:txBody>
        </p:sp>
        <p:sp>
          <p:nvSpPr>
            <p:cNvPr id="515138" name="Text Box 66"/>
            <p:cNvSpPr txBox="1">
              <a:spLocks noChangeArrowheads="1"/>
            </p:cNvSpPr>
            <p:nvPr/>
          </p:nvSpPr>
          <p:spPr bwMode="auto">
            <a:xfrm>
              <a:off x="5561" y="3497"/>
              <a:ext cx="188" cy="143"/>
            </a:xfrm>
            <a:prstGeom prst="rect">
              <a:avLst/>
            </a:prstGeom>
            <a:noFill/>
            <a:ln w="9525">
              <a:noFill/>
              <a:miter lim="800000"/>
              <a:headEnd/>
              <a:tailEnd/>
            </a:ln>
            <a:effectLst/>
          </p:spPr>
          <p:txBody>
            <a:bodyPr wrap="none" anchor="ctr">
              <a:spAutoFit/>
            </a:bodyPr>
            <a:lstStyle/>
            <a:p>
              <a:pPr algn="ctr">
                <a:spcBef>
                  <a:spcPct val="50000"/>
                </a:spcBef>
                <a:defRPr/>
              </a:pPr>
              <a:r>
                <a:rPr lang="en-US" altLang="ja-JP" sz="900">
                  <a:solidFill>
                    <a:schemeClr val="folHlink"/>
                  </a:solidFill>
                  <a:effectLst>
                    <a:outerShdw blurRad="38100" dist="38100" dir="2700000" algn="tl">
                      <a:srgbClr val="000000"/>
                    </a:outerShdw>
                  </a:effectLst>
                  <a:latin typeface="Times New Roman" pitchFamily="18" charset="0"/>
                </a:rPr>
                <a:t>●</a:t>
              </a:r>
            </a:p>
          </p:txBody>
        </p:sp>
        <p:sp>
          <p:nvSpPr>
            <p:cNvPr id="515139" name="Text Box 67"/>
            <p:cNvSpPr txBox="1">
              <a:spLocks noChangeArrowheads="1"/>
            </p:cNvSpPr>
            <p:nvPr/>
          </p:nvSpPr>
          <p:spPr bwMode="auto">
            <a:xfrm>
              <a:off x="5383" y="3569"/>
              <a:ext cx="188" cy="144"/>
            </a:xfrm>
            <a:prstGeom prst="rect">
              <a:avLst/>
            </a:prstGeom>
            <a:noFill/>
            <a:ln w="9525">
              <a:noFill/>
              <a:miter lim="800000"/>
              <a:headEnd/>
              <a:tailEnd/>
            </a:ln>
            <a:effectLst/>
          </p:spPr>
          <p:txBody>
            <a:bodyPr wrap="none" anchor="ctr">
              <a:spAutoFit/>
            </a:bodyPr>
            <a:lstStyle/>
            <a:p>
              <a:pPr algn="ctr">
                <a:spcBef>
                  <a:spcPct val="50000"/>
                </a:spcBef>
                <a:defRPr/>
              </a:pPr>
              <a:r>
                <a:rPr lang="en-US" altLang="ja-JP" sz="900">
                  <a:solidFill>
                    <a:schemeClr val="folHlink"/>
                  </a:solidFill>
                  <a:effectLst>
                    <a:outerShdw blurRad="38100" dist="38100" dir="2700000" algn="tl">
                      <a:srgbClr val="000000"/>
                    </a:outerShdw>
                  </a:effectLst>
                  <a:latin typeface="Times New Roman" pitchFamily="18" charset="0"/>
                </a:rPr>
                <a:t>●</a:t>
              </a:r>
            </a:p>
          </p:txBody>
        </p:sp>
        <p:sp>
          <p:nvSpPr>
            <p:cNvPr id="515140" name="Text Box 68"/>
            <p:cNvSpPr txBox="1">
              <a:spLocks noChangeArrowheads="1"/>
            </p:cNvSpPr>
            <p:nvPr/>
          </p:nvSpPr>
          <p:spPr bwMode="auto">
            <a:xfrm>
              <a:off x="5470" y="3856"/>
              <a:ext cx="188" cy="144"/>
            </a:xfrm>
            <a:prstGeom prst="rect">
              <a:avLst/>
            </a:prstGeom>
            <a:noFill/>
            <a:ln w="9525">
              <a:noFill/>
              <a:miter lim="800000"/>
              <a:headEnd/>
              <a:tailEnd/>
            </a:ln>
            <a:effectLst/>
          </p:spPr>
          <p:txBody>
            <a:bodyPr wrap="none" anchor="ctr">
              <a:spAutoFit/>
            </a:bodyPr>
            <a:lstStyle/>
            <a:p>
              <a:pPr algn="ctr">
                <a:spcBef>
                  <a:spcPct val="50000"/>
                </a:spcBef>
                <a:defRPr/>
              </a:pPr>
              <a:r>
                <a:rPr lang="en-US" altLang="ja-JP" sz="900">
                  <a:effectLst>
                    <a:outerShdw blurRad="38100" dist="38100" dir="2700000" algn="tl">
                      <a:srgbClr val="000000"/>
                    </a:outerShdw>
                  </a:effectLst>
                  <a:latin typeface="Times New Roman" pitchFamily="18" charset="0"/>
                </a:rPr>
                <a:t>●</a:t>
              </a:r>
            </a:p>
          </p:txBody>
        </p:sp>
        <p:sp>
          <p:nvSpPr>
            <p:cNvPr id="515141" name="Text Box 69"/>
            <p:cNvSpPr txBox="1">
              <a:spLocks noChangeArrowheads="1"/>
            </p:cNvSpPr>
            <p:nvPr/>
          </p:nvSpPr>
          <p:spPr bwMode="auto">
            <a:xfrm>
              <a:off x="5736" y="3209"/>
              <a:ext cx="188" cy="144"/>
            </a:xfrm>
            <a:prstGeom prst="rect">
              <a:avLst/>
            </a:prstGeom>
            <a:noFill/>
            <a:ln w="9525">
              <a:noFill/>
              <a:miter lim="800000"/>
              <a:headEnd/>
              <a:tailEnd/>
            </a:ln>
            <a:effectLst/>
          </p:spPr>
          <p:txBody>
            <a:bodyPr wrap="none" anchor="ctr">
              <a:spAutoFit/>
            </a:bodyPr>
            <a:lstStyle/>
            <a:p>
              <a:pPr algn="ctr">
                <a:spcBef>
                  <a:spcPct val="50000"/>
                </a:spcBef>
                <a:defRPr/>
              </a:pPr>
              <a:r>
                <a:rPr lang="en-US" altLang="ja-JP" sz="900">
                  <a:solidFill>
                    <a:schemeClr val="folHlink"/>
                  </a:solidFill>
                  <a:effectLst>
                    <a:outerShdw blurRad="38100" dist="38100" dir="2700000" algn="tl">
                      <a:srgbClr val="000000"/>
                    </a:outerShdw>
                  </a:effectLst>
                  <a:latin typeface="Times New Roman" pitchFamily="18" charset="0"/>
                </a:rPr>
                <a:t>●</a:t>
              </a:r>
            </a:p>
          </p:txBody>
        </p:sp>
        <p:sp>
          <p:nvSpPr>
            <p:cNvPr id="515142" name="Text Box 70"/>
            <p:cNvSpPr txBox="1">
              <a:spLocks noChangeArrowheads="1"/>
            </p:cNvSpPr>
            <p:nvPr/>
          </p:nvSpPr>
          <p:spPr bwMode="auto">
            <a:xfrm>
              <a:off x="4762" y="3497"/>
              <a:ext cx="189" cy="143"/>
            </a:xfrm>
            <a:prstGeom prst="rect">
              <a:avLst/>
            </a:prstGeom>
            <a:noFill/>
            <a:ln w="9525">
              <a:noFill/>
              <a:miter lim="800000"/>
              <a:headEnd/>
              <a:tailEnd/>
            </a:ln>
            <a:effectLst/>
          </p:spPr>
          <p:txBody>
            <a:bodyPr wrap="none" anchor="ctr">
              <a:spAutoFit/>
            </a:bodyPr>
            <a:lstStyle/>
            <a:p>
              <a:pPr algn="ctr">
                <a:spcBef>
                  <a:spcPct val="50000"/>
                </a:spcBef>
                <a:defRPr/>
              </a:pPr>
              <a:r>
                <a:rPr lang="en-US" altLang="ja-JP" sz="900">
                  <a:solidFill>
                    <a:schemeClr val="folHlink"/>
                  </a:solidFill>
                  <a:effectLst>
                    <a:outerShdw blurRad="38100" dist="38100" dir="2700000" algn="tl">
                      <a:srgbClr val="000000"/>
                    </a:outerShdw>
                  </a:effectLst>
                  <a:latin typeface="Times New Roman" pitchFamily="18" charset="0"/>
                </a:rPr>
                <a:t>●</a:t>
              </a:r>
            </a:p>
          </p:txBody>
        </p:sp>
        <p:sp>
          <p:nvSpPr>
            <p:cNvPr id="515143" name="Text Box 71"/>
            <p:cNvSpPr txBox="1">
              <a:spLocks noChangeArrowheads="1"/>
            </p:cNvSpPr>
            <p:nvPr/>
          </p:nvSpPr>
          <p:spPr bwMode="auto">
            <a:xfrm>
              <a:off x="5014" y="3540"/>
              <a:ext cx="188" cy="144"/>
            </a:xfrm>
            <a:prstGeom prst="rect">
              <a:avLst/>
            </a:prstGeom>
            <a:noFill/>
            <a:ln w="9525">
              <a:noFill/>
              <a:miter lim="800000"/>
              <a:headEnd/>
              <a:tailEnd/>
            </a:ln>
            <a:effectLst/>
          </p:spPr>
          <p:txBody>
            <a:bodyPr wrap="none" anchor="ctr">
              <a:spAutoFit/>
            </a:bodyPr>
            <a:lstStyle/>
            <a:p>
              <a:pPr algn="ctr">
                <a:spcBef>
                  <a:spcPct val="50000"/>
                </a:spcBef>
                <a:defRPr/>
              </a:pPr>
              <a:r>
                <a:rPr lang="en-US" altLang="ja-JP" sz="900">
                  <a:effectLst>
                    <a:outerShdw blurRad="38100" dist="38100" dir="2700000" algn="tl">
                      <a:srgbClr val="000000"/>
                    </a:outerShdw>
                  </a:effectLst>
                  <a:latin typeface="Times New Roman" pitchFamily="18" charset="0"/>
                </a:rPr>
                <a:t>●</a:t>
              </a:r>
            </a:p>
          </p:txBody>
        </p:sp>
        <p:sp>
          <p:nvSpPr>
            <p:cNvPr id="515144" name="Text Box 72"/>
            <p:cNvSpPr txBox="1">
              <a:spLocks noChangeArrowheads="1"/>
            </p:cNvSpPr>
            <p:nvPr/>
          </p:nvSpPr>
          <p:spPr bwMode="auto">
            <a:xfrm>
              <a:off x="5029" y="3856"/>
              <a:ext cx="188" cy="144"/>
            </a:xfrm>
            <a:prstGeom prst="rect">
              <a:avLst/>
            </a:prstGeom>
            <a:noFill/>
            <a:ln w="9525">
              <a:noFill/>
              <a:miter lim="800000"/>
              <a:headEnd/>
              <a:tailEnd/>
            </a:ln>
            <a:effectLst/>
          </p:spPr>
          <p:txBody>
            <a:bodyPr wrap="none" anchor="ctr">
              <a:spAutoFit/>
            </a:bodyPr>
            <a:lstStyle/>
            <a:p>
              <a:pPr algn="ctr">
                <a:spcBef>
                  <a:spcPct val="50000"/>
                </a:spcBef>
                <a:defRPr/>
              </a:pPr>
              <a:r>
                <a:rPr lang="en-US" altLang="ja-JP" sz="900">
                  <a:solidFill>
                    <a:schemeClr val="folHlink"/>
                  </a:solidFill>
                  <a:effectLst>
                    <a:outerShdw blurRad="38100" dist="38100" dir="2700000" algn="tl">
                      <a:srgbClr val="000000"/>
                    </a:outerShdw>
                  </a:effectLst>
                  <a:latin typeface="Times New Roman" pitchFamily="18" charset="0"/>
                </a:rPr>
                <a:t>●</a:t>
              </a:r>
            </a:p>
          </p:txBody>
        </p:sp>
        <p:sp>
          <p:nvSpPr>
            <p:cNvPr id="515145" name="Text Box 73"/>
            <p:cNvSpPr txBox="1">
              <a:spLocks noChangeArrowheads="1"/>
            </p:cNvSpPr>
            <p:nvPr/>
          </p:nvSpPr>
          <p:spPr bwMode="auto">
            <a:xfrm>
              <a:off x="5736" y="3856"/>
              <a:ext cx="188" cy="144"/>
            </a:xfrm>
            <a:prstGeom prst="rect">
              <a:avLst/>
            </a:prstGeom>
            <a:noFill/>
            <a:ln w="9525">
              <a:noFill/>
              <a:miter lim="800000"/>
              <a:headEnd/>
              <a:tailEnd/>
            </a:ln>
            <a:effectLst/>
          </p:spPr>
          <p:txBody>
            <a:bodyPr wrap="none" anchor="ctr">
              <a:spAutoFit/>
            </a:bodyPr>
            <a:lstStyle/>
            <a:p>
              <a:pPr algn="ctr">
                <a:spcBef>
                  <a:spcPct val="50000"/>
                </a:spcBef>
                <a:defRPr/>
              </a:pPr>
              <a:r>
                <a:rPr lang="en-US" altLang="ja-JP" sz="900">
                  <a:effectLst>
                    <a:outerShdw blurRad="38100" dist="38100" dir="2700000" algn="tl">
                      <a:srgbClr val="000000"/>
                    </a:outerShdw>
                  </a:effectLst>
                  <a:latin typeface="Times New Roman" pitchFamily="18" charset="0"/>
                </a:rPr>
                <a:t>●</a:t>
              </a:r>
            </a:p>
          </p:txBody>
        </p:sp>
        <p:sp>
          <p:nvSpPr>
            <p:cNvPr id="515146" name="Text Box 74"/>
            <p:cNvSpPr txBox="1">
              <a:spLocks noChangeArrowheads="1"/>
            </p:cNvSpPr>
            <p:nvPr/>
          </p:nvSpPr>
          <p:spPr bwMode="auto">
            <a:xfrm>
              <a:off x="4850" y="3856"/>
              <a:ext cx="188" cy="144"/>
            </a:xfrm>
            <a:prstGeom prst="rect">
              <a:avLst/>
            </a:prstGeom>
            <a:noFill/>
            <a:ln w="9525">
              <a:noFill/>
              <a:miter lim="800000"/>
              <a:headEnd/>
              <a:tailEnd/>
            </a:ln>
            <a:effectLst/>
          </p:spPr>
          <p:txBody>
            <a:bodyPr wrap="none" anchor="ctr">
              <a:spAutoFit/>
            </a:bodyPr>
            <a:lstStyle/>
            <a:p>
              <a:pPr algn="ctr">
                <a:spcBef>
                  <a:spcPct val="50000"/>
                </a:spcBef>
                <a:defRPr/>
              </a:pPr>
              <a:r>
                <a:rPr lang="en-US" altLang="ja-JP" sz="900">
                  <a:solidFill>
                    <a:schemeClr val="folHlink"/>
                  </a:solidFill>
                  <a:effectLst>
                    <a:outerShdw blurRad="38100" dist="38100" dir="2700000" algn="tl">
                      <a:srgbClr val="000000"/>
                    </a:outerShdw>
                  </a:effectLst>
                  <a:latin typeface="Times New Roman" pitchFamily="18" charset="0"/>
                </a:rPr>
                <a:t>●</a:t>
              </a:r>
            </a:p>
          </p:txBody>
        </p:sp>
        <p:sp>
          <p:nvSpPr>
            <p:cNvPr id="515147" name="Text Box 75"/>
            <p:cNvSpPr txBox="1">
              <a:spLocks noChangeArrowheads="1"/>
            </p:cNvSpPr>
            <p:nvPr/>
          </p:nvSpPr>
          <p:spPr bwMode="auto">
            <a:xfrm>
              <a:off x="5479" y="3209"/>
              <a:ext cx="188" cy="144"/>
            </a:xfrm>
            <a:prstGeom prst="rect">
              <a:avLst/>
            </a:prstGeom>
            <a:noFill/>
            <a:ln w="9525">
              <a:noFill/>
              <a:miter lim="800000"/>
              <a:headEnd/>
              <a:tailEnd/>
            </a:ln>
            <a:effectLst/>
          </p:spPr>
          <p:txBody>
            <a:bodyPr wrap="none" anchor="ctr">
              <a:spAutoFit/>
            </a:bodyPr>
            <a:lstStyle/>
            <a:p>
              <a:pPr algn="ctr">
                <a:spcBef>
                  <a:spcPct val="50000"/>
                </a:spcBef>
                <a:defRPr/>
              </a:pPr>
              <a:r>
                <a:rPr lang="en-US" altLang="ja-JP" sz="900">
                  <a:solidFill>
                    <a:schemeClr val="folHlink"/>
                  </a:solidFill>
                  <a:effectLst>
                    <a:outerShdw blurRad="38100" dist="38100" dir="2700000" algn="tl">
                      <a:srgbClr val="000000"/>
                    </a:outerShdw>
                  </a:effectLst>
                  <a:latin typeface="Times New Roman" pitchFamily="18" charset="0"/>
                </a:rPr>
                <a:t>●</a:t>
              </a:r>
            </a:p>
          </p:txBody>
        </p:sp>
        <p:sp>
          <p:nvSpPr>
            <p:cNvPr id="515148" name="Text Box 76"/>
            <p:cNvSpPr txBox="1">
              <a:spLocks noChangeArrowheads="1"/>
            </p:cNvSpPr>
            <p:nvPr/>
          </p:nvSpPr>
          <p:spPr bwMode="auto">
            <a:xfrm>
              <a:off x="4937" y="3643"/>
              <a:ext cx="188" cy="144"/>
            </a:xfrm>
            <a:prstGeom prst="rect">
              <a:avLst/>
            </a:prstGeom>
            <a:noFill/>
            <a:ln w="9525">
              <a:noFill/>
              <a:miter lim="800000"/>
              <a:headEnd/>
              <a:tailEnd/>
            </a:ln>
            <a:effectLst/>
          </p:spPr>
          <p:txBody>
            <a:bodyPr wrap="none" anchor="ctr">
              <a:spAutoFit/>
            </a:bodyPr>
            <a:lstStyle/>
            <a:p>
              <a:pPr algn="ctr">
                <a:spcBef>
                  <a:spcPct val="50000"/>
                </a:spcBef>
                <a:defRPr/>
              </a:pPr>
              <a:r>
                <a:rPr lang="en-US" altLang="ja-JP" sz="900">
                  <a:effectLst>
                    <a:outerShdw blurRad="38100" dist="38100" dir="2700000" algn="tl">
                      <a:srgbClr val="000000"/>
                    </a:outerShdw>
                  </a:effectLst>
                  <a:latin typeface="Times New Roman" pitchFamily="18" charset="0"/>
                </a:rPr>
                <a:t>●</a:t>
              </a:r>
            </a:p>
          </p:txBody>
        </p:sp>
        <p:sp>
          <p:nvSpPr>
            <p:cNvPr id="515149" name="Text Box 77"/>
            <p:cNvSpPr txBox="1">
              <a:spLocks noChangeArrowheads="1"/>
            </p:cNvSpPr>
            <p:nvPr/>
          </p:nvSpPr>
          <p:spPr bwMode="auto">
            <a:xfrm>
              <a:off x="5383" y="3856"/>
              <a:ext cx="188" cy="144"/>
            </a:xfrm>
            <a:prstGeom prst="rect">
              <a:avLst/>
            </a:prstGeom>
            <a:noFill/>
            <a:ln w="9525">
              <a:noFill/>
              <a:miter lim="800000"/>
              <a:headEnd/>
              <a:tailEnd/>
            </a:ln>
            <a:effectLst/>
          </p:spPr>
          <p:txBody>
            <a:bodyPr wrap="none" anchor="ctr">
              <a:spAutoFit/>
            </a:bodyPr>
            <a:lstStyle/>
            <a:p>
              <a:pPr algn="ctr">
                <a:spcBef>
                  <a:spcPct val="50000"/>
                </a:spcBef>
                <a:defRPr/>
              </a:pPr>
              <a:r>
                <a:rPr lang="en-US" altLang="ja-JP" sz="900">
                  <a:effectLst>
                    <a:outerShdw blurRad="38100" dist="38100" dir="2700000" algn="tl">
                      <a:srgbClr val="000000"/>
                    </a:outerShdw>
                  </a:effectLst>
                  <a:latin typeface="Times New Roman" pitchFamily="18" charset="0"/>
                </a:rPr>
                <a:t>●</a:t>
              </a:r>
            </a:p>
          </p:txBody>
        </p:sp>
        <p:sp>
          <p:nvSpPr>
            <p:cNvPr id="515150" name="Text Box 78"/>
            <p:cNvSpPr txBox="1">
              <a:spLocks noChangeArrowheads="1"/>
            </p:cNvSpPr>
            <p:nvPr/>
          </p:nvSpPr>
          <p:spPr bwMode="auto">
            <a:xfrm>
              <a:off x="5561" y="3930"/>
              <a:ext cx="188" cy="144"/>
            </a:xfrm>
            <a:prstGeom prst="rect">
              <a:avLst/>
            </a:prstGeom>
            <a:noFill/>
            <a:ln w="9525">
              <a:noFill/>
              <a:miter lim="800000"/>
              <a:headEnd/>
              <a:tailEnd/>
            </a:ln>
            <a:effectLst/>
          </p:spPr>
          <p:txBody>
            <a:bodyPr wrap="none" anchor="ctr">
              <a:spAutoFit/>
            </a:bodyPr>
            <a:lstStyle/>
            <a:p>
              <a:pPr algn="ctr">
                <a:spcBef>
                  <a:spcPct val="50000"/>
                </a:spcBef>
                <a:defRPr/>
              </a:pPr>
              <a:r>
                <a:rPr lang="en-US" altLang="ja-JP" sz="900">
                  <a:solidFill>
                    <a:schemeClr val="folHlink"/>
                  </a:solidFill>
                  <a:effectLst>
                    <a:outerShdw blurRad="38100" dist="38100" dir="2700000" algn="tl">
                      <a:srgbClr val="000000"/>
                    </a:outerShdw>
                  </a:effectLst>
                  <a:latin typeface="Times New Roman" pitchFamily="18" charset="0"/>
                </a:rPr>
                <a:t>●</a:t>
              </a:r>
            </a:p>
          </p:txBody>
        </p:sp>
        <p:sp>
          <p:nvSpPr>
            <p:cNvPr id="515151" name="Text Box 79"/>
            <p:cNvSpPr txBox="1">
              <a:spLocks noChangeArrowheads="1"/>
            </p:cNvSpPr>
            <p:nvPr/>
          </p:nvSpPr>
          <p:spPr bwMode="auto">
            <a:xfrm>
              <a:off x="5394" y="3792"/>
              <a:ext cx="151" cy="144"/>
            </a:xfrm>
            <a:prstGeom prst="rect">
              <a:avLst/>
            </a:prstGeom>
            <a:noFill/>
            <a:ln w="9525">
              <a:noFill/>
              <a:miter lim="800000"/>
              <a:headEnd/>
              <a:tailEnd/>
            </a:ln>
            <a:effectLst/>
          </p:spPr>
          <p:txBody>
            <a:bodyPr wrap="none" anchor="ct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spcBef>
                  <a:spcPct val="50000"/>
                </a:spcBef>
              </a:pPr>
              <a:r>
                <a:rPr lang="en-US" altLang="ja-JP" sz="900">
                  <a:solidFill>
                    <a:schemeClr val="folHlink"/>
                  </a:solidFill>
                  <a:effectLst>
                    <a:outerShdw blurRad="38100" dist="38100" dir="2700000" algn="tl">
                      <a:srgbClr val="000000"/>
                    </a:outerShdw>
                  </a:effectLst>
                  <a:latin typeface="Times New Roman" panose="02020603050405020304" pitchFamily="18" charset="0"/>
                </a:rPr>
                <a:t>5</a:t>
              </a:r>
            </a:p>
          </p:txBody>
        </p:sp>
        <p:sp>
          <p:nvSpPr>
            <p:cNvPr id="515152" name="Text Box 80"/>
            <p:cNvSpPr txBox="1">
              <a:spLocks noChangeArrowheads="1"/>
            </p:cNvSpPr>
            <p:nvPr/>
          </p:nvSpPr>
          <p:spPr bwMode="auto">
            <a:xfrm>
              <a:off x="5569" y="3792"/>
              <a:ext cx="188" cy="144"/>
            </a:xfrm>
            <a:prstGeom prst="rect">
              <a:avLst/>
            </a:prstGeom>
            <a:noFill/>
            <a:ln w="9525">
              <a:noFill/>
              <a:miter lim="800000"/>
              <a:headEnd/>
              <a:tailEnd/>
            </a:ln>
            <a:effectLst/>
          </p:spPr>
          <p:txBody>
            <a:bodyPr wrap="none" anchor="ctr">
              <a:spAutoFit/>
            </a:bodyPr>
            <a:lstStyle/>
            <a:p>
              <a:pPr algn="ctr">
                <a:spcBef>
                  <a:spcPct val="50000"/>
                </a:spcBef>
                <a:defRPr/>
              </a:pPr>
              <a:r>
                <a:rPr lang="en-US" altLang="ja-JP" sz="900">
                  <a:effectLst>
                    <a:outerShdw blurRad="38100" dist="38100" dir="2700000" algn="tl">
                      <a:srgbClr val="000000"/>
                    </a:outerShdw>
                  </a:effectLst>
                  <a:latin typeface="Times New Roman" pitchFamily="18" charset="0"/>
                  <a:ea typeface="イワタ中丸ゴシック体(GT)" charset="-128"/>
                </a:rPr>
                <a:t>10</a:t>
              </a:r>
            </a:p>
          </p:txBody>
        </p:sp>
        <p:sp>
          <p:nvSpPr>
            <p:cNvPr id="515153" name="Text Box 81"/>
            <p:cNvSpPr txBox="1">
              <a:spLocks noChangeArrowheads="1"/>
            </p:cNvSpPr>
            <p:nvPr/>
          </p:nvSpPr>
          <p:spPr bwMode="auto">
            <a:xfrm>
              <a:off x="5732" y="3799"/>
              <a:ext cx="188" cy="144"/>
            </a:xfrm>
            <a:prstGeom prst="rect">
              <a:avLst/>
            </a:prstGeom>
            <a:noFill/>
            <a:ln w="9525">
              <a:noFill/>
              <a:miter lim="800000"/>
              <a:headEnd/>
              <a:tailEnd/>
            </a:ln>
            <a:effectLst/>
          </p:spPr>
          <p:txBody>
            <a:bodyPr wrap="none" anchor="ctr">
              <a:spAutoFit/>
            </a:bodyPr>
            <a:lstStyle/>
            <a:p>
              <a:pPr algn="ctr">
                <a:spcBef>
                  <a:spcPct val="50000"/>
                </a:spcBef>
                <a:defRPr/>
              </a:pPr>
              <a:r>
                <a:rPr lang="en-US" altLang="ja-JP" sz="900">
                  <a:effectLst>
                    <a:outerShdw blurRad="38100" dist="38100" dir="2700000" algn="tl">
                      <a:srgbClr val="000000"/>
                    </a:outerShdw>
                  </a:effectLst>
                  <a:latin typeface="Times New Roman" pitchFamily="18" charset="0"/>
                  <a:ea typeface="イワタ中丸ゴシック体(GT)" charset="-128"/>
                </a:rPr>
                <a:t>15</a:t>
              </a:r>
            </a:p>
          </p:txBody>
        </p:sp>
        <p:sp>
          <p:nvSpPr>
            <p:cNvPr id="515154" name="Text Box 82"/>
            <p:cNvSpPr txBox="1">
              <a:spLocks noChangeArrowheads="1"/>
            </p:cNvSpPr>
            <p:nvPr/>
          </p:nvSpPr>
          <p:spPr bwMode="auto">
            <a:xfrm>
              <a:off x="5894" y="3792"/>
              <a:ext cx="188" cy="144"/>
            </a:xfrm>
            <a:prstGeom prst="rect">
              <a:avLst/>
            </a:prstGeom>
            <a:noFill/>
            <a:ln w="9525">
              <a:noFill/>
              <a:miter lim="800000"/>
              <a:headEnd/>
              <a:tailEnd/>
            </a:ln>
            <a:effectLst/>
          </p:spPr>
          <p:txBody>
            <a:bodyPr wrap="none" anchor="ctr">
              <a:spAutoFit/>
            </a:bodyPr>
            <a:lstStyle/>
            <a:p>
              <a:pPr algn="ctr">
                <a:spcBef>
                  <a:spcPct val="50000"/>
                </a:spcBef>
                <a:defRPr/>
              </a:pPr>
              <a:r>
                <a:rPr lang="en-US" altLang="ja-JP" sz="900">
                  <a:effectLst>
                    <a:outerShdw blurRad="38100" dist="38100" dir="2700000" algn="tl">
                      <a:srgbClr val="000000"/>
                    </a:outerShdw>
                  </a:effectLst>
                  <a:latin typeface="Times New Roman" pitchFamily="18" charset="0"/>
                  <a:ea typeface="イワタ中丸ゴシック体(GT)" charset="-128"/>
                </a:rPr>
                <a:t>20</a:t>
              </a:r>
            </a:p>
          </p:txBody>
        </p:sp>
        <p:sp>
          <p:nvSpPr>
            <p:cNvPr id="515155" name="Text Box 83"/>
            <p:cNvSpPr txBox="1">
              <a:spLocks noChangeArrowheads="1"/>
            </p:cNvSpPr>
            <p:nvPr/>
          </p:nvSpPr>
          <p:spPr bwMode="auto">
            <a:xfrm>
              <a:off x="5197" y="3763"/>
              <a:ext cx="152" cy="144"/>
            </a:xfrm>
            <a:prstGeom prst="rect">
              <a:avLst/>
            </a:prstGeom>
            <a:noFill/>
            <a:ln w="9525">
              <a:noFill/>
              <a:miter lim="800000"/>
              <a:headEnd/>
              <a:tailEnd/>
            </a:ln>
            <a:effectLst/>
          </p:spPr>
          <p:txBody>
            <a:bodyPr wrap="none" anchor="ct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spcBef>
                  <a:spcPct val="50000"/>
                </a:spcBef>
              </a:pPr>
              <a:r>
                <a:rPr lang="en-US" altLang="ja-JP" sz="900">
                  <a:effectLst>
                    <a:outerShdw blurRad="38100" dist="38100" dir="2700000" algn="tl">
                      <a:srgbClr val="000000"/>
                    </a:outerShdw>
                  </a:effectLst>
                  <a:latin typeface="Times New Roman" panose="02020603050405020304" pitchFamily="18" charset="0"/>
                </a:rPr>
                <a:t>0</a:t>
              </a:r>
            </a:p>
          </p:txBody>
        </p:sp>
        <p:sp>
          <p:nvSpPr>
            <p:cNvPr id="515156" name="Text Box 84"/>
            <p:cNvSpPr txBox="1">
              <a:spLocks noChangeArrowheads="1"/>
            </p:cNvSpPr>
            <p:nvPr/>
          </p:nvSpPr>
          <p:spPr bwMode="auto">
            <a:xfrm>
              <a:off x="4827" y="3794"/>
              <a:ext cx="212" cy="144"/>
            </a:xfrm>
            <a:prstGeom prst="rect">
              <a:avLst/>
            </a:prstGeom>
            <a:noFill/>
            <a:ln w="9525">
              <a:noFill/>
              <a:miter lim="800000"/>
              <a:headEnd/>
              <a:tailEnd/>
            </a:ln>
            <a:effectLst/>
          </p:spPr>
          <p:txBody>
            <a:bodyPr wrap="none" anchor="ctr">
              <a:spAutoFit/>
            </a:bodyPr>
            <a:lstStyle/>
            <a:p>
              <a:pPr algn="ctr">
                <a:spcBef>
                  <a:spcPct val="50000"/>
                </a:spcBef>
                <a:defRPr/>
              </a:pPr>
              <a:r>
                <a:rPr lang="en-US" altLang="ja-JP" sz="900">
                  <a:effectLst>
                    <a:outerShdw blurRad="38100" dist="38100" dir="2700000" algn="tl">
                      <a:srgbClr val="000000"/>
                    </a:outerShdw>
                  </a:effectLst>
                  <a:latin typeface="Times New Roman" pitchFamily="18" charset="0"/>
                  <a:ea typeface="イワタ中丸ゴシック体(GT)" charset="-128"/>
                </a:rPr>
                <a:t>-10</a:t>
              </a:r>
            </a:p>
          </p:txBody>
        </p:sp>
        <p:sp>
          <p:nvSpPr>
            <p:cNvPr id="515157" name="Text Box 85"/>
            <p:cNvSpPr txBox="1">
              <a:spLocks noChangeArrowheads="1"/>
            </p:cNvSpPr>
            <p:nvPr/>
          </p:nvSpPr>
          <p:spPr bwMode="auto">
            <a:xfrm>
              <a:off x="5032" y="3797"/>
              <a:ext cx="176" cy="144"/>
            </a:xfrm>
            <a:prstGeom prst="rect">
              <a:avLst/>
            </a:prstGeom>
            <a:noFill/>
            <a:ln w="9525">
              <a:noFill/>
              <a:miter lim="800000"/>
              <a:headEnd/>
              <a:tailEnd/>
            </a:ln>
            <a:effectLst/>
          </p:spPr>
          <p:txBody>
            <a:bodyPr wrap="none" anchor="ctr">
              <a:spAutoFit/>
            </a:bodyPr>
            <a:lstStyle/>
            <a:p>
              <a:pPr algn="ctr">
                <a:spcBef>
                  <a:spcPct val="50000"/>
                </a:spcBef>
                <a:defRPr/>
              </a:pPr>
              <a:r>
                <a:rPr lang="en-US" altLang="ja-JP" sz="900">
                  <a:effectLst>
                    <a:outerShdw blurRad="38100" dist="38100" dir="2700000" algn="tl">
                      <a:srgbClr val="000000"/>
                    </a:outerShdw>
                  </a:effectLst>
                  <a:latin typeface="Times New Roman" pitchFamily="18" charset="0"/>
                  <a:ea typeface="イワタ中丸ゴシック体(GT)" charset="-128"/>
                </a:rPr>
                <a:t>-5</a:t>
              </a:r>
            </a:p>
          </p:txBody>
        </p:sp>
        <p:sp>
          <p:nvSpPr>
            <p:cNvPr id="515158" name="Text Box 86"/>
            <p:cNvSpPr txBox="1">
              <a:spLocks noChangeArrowheads="1"/>
            </p:cNvSpPr>
            <p:nvPr/>
          </p:nvSpPr>
          <p:spPr bwMode="auto">
            <a:xfrm>
              <a:off x="5114" y="3833"/>
              <a:ext cx="176" cy="144"/>
            </a:xfrm>
            <a:prstGeom prst="rect">
              <a:avLst/>
            </a:prstGeom>
            <a:noFill/>
            <a:ln w="9525">
              <a:noFill/>
              <a:miter lim="800000"/>
              <a:headEnd/>
              <a:tailEnd/>
            </a:ln>
            <a:effectLst/>
          </p:spPr>
          <p:txBody>
            <a:bodyPr wrap="none" anchor="ctr">
              <a:spAutoFit/>
            </a:bodyPr>
            <a:lstStyle/>
            <a:p>
              <a:pPr algn="ctr">
                <a:spcBef>
                  <a:spcPct val="50000"/>
                </a:spcBef>
                <a:defRPr/>
              </a:pPr>
              <a:r>
                <a:rPr lang="en-US" altLang="ja-JP" sz="900">
                  <a:effectLst>
                    <a:outerShdw blurRad="38100" dist="38100" dir="2700000" algn="tl">
                      <a:srgbClr val="000000"/>
                    </a:outerShdw>
                  </a:effectLst>
                  <a:latin typeface="Times New Roman" pitchFamily="18" charset="0"/>
                  <a:ea typeface="イワタ中丸ゴシック体(GT)" charset="-128"/>
                </a:rPr>
                <a:t>-2</a:t>
              </a:r>
            </a:p>
          </p:txBody>
        </p:sp>
        <p:sp>
          <p:nvSpPr>
            <p:cNvPr id="515159" name="Text Box 87"/>
            <p:cNvSpPr txBox="1">
              <a:spLocks noChangeArrowheads="1"/>
            </p:cNvSpPr>
            <p:nvPr/>
          </p:nvSpPr>
          <p:spPr bwMode="auto">
            <a:xfrm>
              <a:off x="5074" y="3917"/>
              <a:ext cx="277" cy="144"/>
            </a:xfrm>
            <a:prstGeom prst="rect">
              <a:avLst/>
            </a:prstGeom>
            <a:noFill/>
            <a:ln w="9525">
              <a:noFill/>
              <a:miter lim="800000"/>
              <a:headEnd/>
              <a:tailEnd/>
            </a:ln>
            <a:effectLst/>
          </p:spPr>
          <p:txBody>
            <a:bodyPr anchor="ctr">
              <a:spAutoFit/>
            </a:bodyPr>
            <a:lstStyle/>
            <a:p>
              <a:pPr algn="ctr">
                <a:spcBef>
                  <a:spcPct val="50000"/>
                </a:spcBef>
                <a:defRPr/>
              </a:pPr>
              <a:r>
                <a:rPr lang="en-US" altLang="ja-JP" sz="900">
                  <a:effectLst>
                    <a:outerShdw blurRad="38100" dist="38100" dir="2700000" algn="tl">
                      <a:srgbClr val="000000"/>
                    </a:outerShdw>
                  </a:effectLst>
                  <a:latin typeface="Times New Roman" pitchFamily="18" charset="0"/>
                  <a:ea typeface="イワタ中丸ゴシック体(GT)" charset="-128"/>
                </a:rPr>
                <a:t>-4</a:t>
              </a:r>
            </a:p>
          </p:txBody>
        </p:sp>
        <p:sp>
          <p:nvSpPr>
            <p:cNvPr id="515160" name="Text Box 88"/>
            <p:cNvSpPr txBox="1">
              <a:spLocks noChangeArrowheads="1"/>
            </p:cNvSpPr>
            <p:nvPr/>
          </p:nvSpPr>
          <p:spPr bwMode="auto">
            <a:xfrm>
              <a:off x="5068" y="3999"/>
              <a:ext cx="292" cy="145"/>
            </a:xfrm>
            <a:prstGeom prst="rect">
              <a:avLst/>
            </a:prstGeom>
            <a:noFill/>
            <a:ln w="9525">
              <a:noFill/>
              <a:miter lim="800000"/>
              <a:headEnd/>
              <a:tailEnd/>
            </a:ln>
            <a:effectLst/>
          </p:spPr>
          <p:txBody>
            <a:bodyPr anchor="ctr">
              <a:spAutoFit/>
            </a:bodyPr>
            <a:lstStyle/>
            <a:p>
              <a:pPr algn="ctr">
                <a:spcBef>
                  <a:spcPct val="50000"/>
                </a:spcBef>
                <a:defRPr/>
              </a:pPr>
              <a:r>
                <a:rPr lang="en-US" altLang="ja-JP" sz="900">
                  <a:effectLst>
                    <a:outerShdw blurRad="38100" dist="38100" dir="2700000" algn="tl">
                      <a:srgbClr val="000000"/>
                    </a:outerShdw>
                  </a:effectLst>
                  <a:latin typeface="Times New Roman" pitchFamily="18" charset="0"/>
                  <a:ea typeface="イワタ中丸ゴシック体(GT)" charset="-128"/>
                </a:rPr>
                <a:t>-6</a:t>
              </a:r>
            </a:p>
          </p:txBody>
        </p:sp>
        <p:sp>
          <p:nvSpPr>
            <p:cNvPr id="515161" name="Text Box 89"/>
            <p:cNvSpPr txBox="1">
              <a:spLocks noChangeArrowheads="1"/>
            </p:cNvSpPr>
            <p:nvPr/>
          </p:nvSpPr>
          <p:spPr bwMode="auto">
            <a:xfrm>
              <a:off x="5142" y="3444"/>
              <a:ext cx="152" cy="143"/>
            </a:xfrm>
            <a:prstGeom prst="rect">
              <a:avLst/>
            </a:prstGeom>
            <a:noFill/>
            <a:ln w="9525">
              <a:noFill/>
              <a:miter lim="800000"/>
              <a:headEnd/>
              <a:tailEnd/>
            </a:ln>
            <a:effectLst/>
          </p:spPr>
          <p:txBody>
            <a:bodyPr wrap="none" anchor="ct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spcBef>
                  <a:spcPct val="50000"/>
                </a:spcBef>
              </a:pPr>
              <a:r>
                <a:rPr lang="en-US" altLang="ja-JP" sz="900">
                  <a:effectLst>
                    <a:outerShdw blurRad="38100" dist="38100" dir="2700000" algn="tl">
                      <a:srgbClr val="000000"/>
                    </a:outerShdw>
                  </a:effectLst>
                  <a:latin typeface="Times New Roman" panose="02020603050405020304" pitchFamily="18" charset="0"/>
                </a:rPr>
                <a:t>6</a:t>
              </a:r>
            </a:p>
          </p:txBody>
        </p:sp>
        <p:sp>
          <p:nvSpPr>
            <p:cNvPr id="515162" name="Text Box 90"/>
            <p:cNvSpPr txBox="1">
              <a:spLocks noChangeArrowheads="1"/>
            </p:cNvSpPr>
            <p:nvPr/>
          </p:nvSpPr>
          <p:spPr bwMode="auto">
            <a:xfrm>
              <a:off x="5145" y="3534"/>
              <a:ext cx="153" cy="145"/>
            </a:xfrm>
            <a:prstGeom prst="rect">
              <a:avLst/>
            </a:prstGeom>
            <a:noFill/>
            <a:ln w="9525">
              <a:noFill/>
              <a:miter lim="800000"/>
              <a:headEnd/>
              <a:tailEnd/>
            </a:ln>
            <a:effectLst/>
          </p:spPr>
          <p:txBody>
            <a:bodyPr wrap="none" anchor="ct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spcBef>
                  <a:spcPct val="50000"/>
                </a:spcBef>
              </a:pPr>
              <a:r>
                <a:rPr lang="en-US" altLang="ja-JP" sz="900">
                  <a:effectLst>
                    <a:outerShdw blurRad="38100" dist="38100" dir="2700000" algn="tl">
                      <a:srgbClr val="000000"/>
                    </a:outerShdw>
                  </a:effectLst>
                  <a:latin typeface="Times New Roman" panose="02020603050405020304" pitchFamily="18" charset="0"/>
                </a:rPr>
                <a:t>4</a:t>
              </a:r>
            </a:p>
          </p:txBody>
        </p:sp>
        <p:sp>
          <p:nvSpPr>
            <p:cNvPr id="515163" name="Text Box 91"/>
            <p:cNvSpPr txBox="1">
              <a:spLocks noChangeArrowheads="1"/>
            </p:cNvSpPr>
            <p:nvPr/>
          </p:nvSpPr>
          <p:spPr bwMode="auto">
            <a:xfrm>
              <a:off x="5142" y="3633"/>
              <a:ext cx="152" cy="143"/>
            </a:xfrm>
            <a:prstGeom prst="rect">
              <a:avLst/>
            </a:prstGeom>
            <a:noFill/>
            <a:ln w="9525">
              <a:noFill/>
              <a:miter lim="800000"/>
              <a:headEnd/>
              <a:tailEnd/>
            </a:ln>
            <a:effectLst/>
          </p:spPr>
          <p:txBody>
            <a:bodyPr wrap="none" anchor="ct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spcBef>
                  <a:spcPct val="50000"/>
                </a:spcBef>
              </a:pPr>
              <a:r>
                <a:rPr lang="en-US" altLang="ja-JP" sz="900">
                  <a:effectLst>
                    <a:outerShdw blurRad="38100" dist="38100" dir="2700000" algn="tl">
                      <a:srgbClr val="000000"/>
                    </a:outerShdw>
                  </a:effectLst>
                  <a:latin typeface="Times New Roman" panose="02020603050405020304" pitchFamily="18" charset="0"/>
                </a:rPr>
                <a:t>2</a:t>
              </a:r>
            </a:p>
          </p:txBody>
        </p:sp>
        <p:sp>
          <p:nvSpPr>
            <p:cNvPr id="515164" name="Text Box 92"/>
            <p:cNvSpPr txBox="1">
              <a:spLocks noChangeArrowheads="1"/>
            </p:cNvSpPr>
            <p:nvPr/>
          </p:nvSpPr>
          <p:spPr bwMode="auto">
            <a:xfrm>
              <a:off x="5115" y="3135"/>
              <a:ext cx="189" cy="144"/>
            </a:xfrm>
            <a:prstGeom prst="rect">
              <a:avLst/>
            </a:prstGeom>
            <a:noFill/>
            <a:ln w="9525">
              <a:noFill/>
              <a:miter lim="800000"/>
              <a:headEnd/>
              <a:tailEnd/>
            </a:ln>
            <a:effectLst/>
          </p:spPr>
          <p:txBody>
            <a:bodyPr wrap="none" anchor="ctr">
              <a:spAutoFit/>
            </a:bodyPr>
            <a:lstStyle/>
            <a:p>
              <a:pPr algn="ctr">
                <a:spcBef>
                  <a:spcPct val="50000"/>
                </a:spcBef>
                <a:defRPr/>
              </a:pPr>
              <a:r>
                <a:rPr lang="en-US" altLang="ja-JP" sz="900">
                  <a:effectLst>
                    <a:outerShdw blurRad="38100" dist="38100" dir="2700000" algn="tl">
                      <a:srgbClr val="000000"/>
                    </a:outerShdw>
                  </a:effectLst>
                  <a:latin typeface="Times New Roman" pitchFamily="18" charset="0"/>
                  <a:ea typeface="イワタ中丸ゴシック体(GT)" charset="-128"/>
                </a:rPr>
                <a:t>12</a:t>
              </a:r>
            </a:p>
          </p:txBody>
        </p:sp>
        <p:sp>
          <p:nvSpPr>
            <p:cNvPr id="515165" name="Text Box 93"/>
            <p:cNvSpPr txBox="1">
              <a:spLocks noChangeArrowheads="1"/>
            </p:cNvSpPr>
            <p:nvPr/>
          </p:nvSpPr>
          <p:spPr bwMode="auto">
            <a:xfrm>
              <a:off x="5129" y="3240"/>
              <a:ext cx="188" cy="144"/>
            </a:xfrm>
            <a:prstGeom prst="rect">
              <a:avLst/>
            </a:prstGeom>
            <a:noFill/>
            <a:ln w="9525">
              <a:noFill/>
              <a:miter lim="800000"/>
              <a:headEnd/>
              <a:tailEnd/>
            </a:ln>
            <a:effectLst/>
          </p:spPr>
          <p:txBody>
            <a:bodyPr wrap="none" anchor="ctr">
              <a:spAutoFit/>
            </a:bodyPr>
            <a:lstStyle/>
            <a:p>
              <a:pPr algn="ctr">
                <a:spcBef>
                  <a:spcPct val="50000"/>
                </a:spcBef>
                <a:defRPr/>
              </a:pPr>
              <a:r>
                <a:rPr lang="en-US" altLang="ja-JP" sz="900">
                  <a:effectLst>
                    <a:outerShdw blurRad="38100" dist="38100" dir="2700000" algn="tl">
                      <a:srgbClr val="000000"/>
                    </a:outerShdw>
                  </a:effectLst>
                  <a:latin typeface="Times New Roman" pitchFamily="18" charset="0"/>
                  <a:ea typeface="イワタ中丸ゴシック体(GT)" charset="-128"/>
                </a:rPr>
                <a:t>10</a:t>
              </a:r>
            </a:p>
          </p:txBody>
        </p:sp>
        <p:sp>
          <p:nvSpPr>
            <p:cNvPr id="515166" name="Text Box 94"/>
            <p:cNvSpPr txBox="1">
              <a:spLocks noChangeArrowheads="1"/>
            </p:cNvSpPr>
            <p:nvPr/>
          </p:nvSpPr>
          <p:spPr bwMode="auto">
            <a:xfrm>
              <a:off x="5145" y="3338"/>
              <a:ext cx="153" cy="143"/>
            </a:xfrm>
            <a:prstGeom prst="rect">
              <a:avLst/>
            </a:prstGeom>
            <a:noFill/>
            <a:ln w="9525">
              <a:noFill/>
              <a:miter lim="800000"/>
              <a:headEnd/>
              <a:tailEnd/>
            </a:ln>
            <a:effectLst/>
          </p:spPr>
          <p:txBody>
            <a:bodyPr wrap="none" anchor="ct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spcBef>
                  <a:spcPct val="50000"/>
                </a:spcBef>
              </a:pPr>
              <a:r>
                <a:rPr lang="en-US" altLang="ja-JP" sz="900">
                  <a:effectLst>
                    <a:outerShdw blurRad="38100" dist="38100" dir="2700000" algn="tl">
                      <a:srgbClr val="000000"/>
                    </a:outerShdw>
                  </a:effectLst>
                  <a:latin typeface="Times New Roman" panose="02020603050405020304" pitchFamily="18" charset="0"/>
                </a:rPr>
                <a:t>8</a:t>
              </a:r>
            </a:p>
          </p:txBody>
        </p:sp>
        <p:sp>
          <p:nvSpPr>
            <p:cNvPr id="515167" name="Text Box 95"/>
            <p:cNvSpPr txBox="1">
              <a:spLocks noChangeArrowheads="1"/>
            </p:cNvSpPr>
            <p:nvPr/>
          </p:nvSpPr>
          <p:spPr bwMode="auto">
            <a:xfrm>
              <a:off x="5576" y="3649"/>
              <a:ext cx="465" cy="125"/>
            </a:xfrm>
            <a:prstGeom prst="rect">
              <a:avLst/>
            </a:prstGeom>
            <a:noFill/>
            <a:ln w="9525">
              <a:noFill/>
              <a:miter lim="800000"/>
              <a:headEnd/>
              <a:tailEnd/>
            </a:ln>
            <a:effectLst/>
          </p:spPr>
          <p:txBody>
            <a:bodyPr wrap="none" lIns="0" rIns="0" anchor="ct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spcBef>
                  <a:spcPct val="50000"/>
                </a:spcBef>
              </a:pPr>
              <a:r>
                <a:rPr lang="en-US" altLang="ja-JP" sz="700" b="0">
                  <a:solidFill>
                    <a:schemeClr val="folHlink"/>
                  </a:solidFill>
                  <a:effectLst>
                    <a:outerShdw blurRad="38100" dist="38100" dir="2700000" algn="tl">
                      <a:srgbClr val="000000"/>
                    </a:outerShdw>
                  </a:effectLst>
                  <a:latin typeface="Times New Roman" panose="02020603050405020304" pitchFamily="18" charset="0"/>
                  <a:ea typeface="イワタ中丸ゴシック体(GT)" charset="-128"/>
                </a:rPr>
                <a:t>Productive capablity</a:t>
              </a:r>
            </a:p>
          </p:txBody>
        </p:sp>
        <p:sp>
          <p:nvSpPr>
            <p:cNvPr id="515168" name="Text Box 96"/>
            <p:cNvSpPr txBox="1">
              <a:spLocks noChangeArrowheads="1"/>
            </p:cNvSpPr>
            <p:nvPr/>
          </p:nvSpPr>
          <p:spPr bwMode="auto">
            <a:xfrm>
              <a:off x="5041" y="3121"/>
              <a:ext cx="183" cy="536"/>
            </a:xfrm>
            <a:prstGeom prst="rect">
              <a:avLst/>
            </a:prstGeom>
            <a:noFill/>
            <a:ln w="9525">
              <a:noFill/>
              <a:miter lim="800000"/>
              <a:headEnd/>
              <a:tailEnd/>
            </a:ln>
            <a:effectLst/>
          </p:spPr>
          <p:txBody>
            <a:bodyPr vert="eaVert" wrap="none" anchor="ctr">
              <a:spAutoFit/>
            </a:bodyPr>
            <a:lstStyle/>
            <a:p>
              <a:pPr algn="ctr">
                <a:spcBef>
                  <a:spcPct val="50000"/>
                </a:spcBef>
                <a:defRPr/>
              </a:pPr>
              <a:r>
                <a:rPr lang="th-TH" altLang="ja-JP" sz="700" b="0">
                  <a:solidFill>
                    <a:schemeClr val="folHlink"/>
                  </a:solidFill>
                  <a:effectLst>
                    <a:outerShdw blurRad="38100" dist="38100" dir="2700000" algn="tl">
                      <a:srgbClr val="000000"/>
                    </a:outerShdw>
                  </a:effectLst>
                  <a:cs typeface="Angsana New" pitchFamily="18" charset="-34"/>
                </a:rPr>
                <a:t>เจตนาของประสิทธิภาพการผลิต</a:t>
              </a:r>
              <a:endParaRPr lang="en-US" altLang="ja-JP" sz="700" b="0">
                <a:solidFill>
                  <a:schemeClr val="folHlink"/>
                </a:solidFill>
                <a:effectLst>
                  <a:outerShdw blurRad="38100" dist="38100" dir="2700000" algn="tl">
                    <a:srgbClr val="000000"/>
                  </a:outerShdw>
                </a:effectLst>
                <a:cs typeface="Angsana New" pitchFamily="18" charset="-34"/>
              </a:endParaRPr>
            </a:p>
          </p:txBody>
        </p:sp>
        <p:sp>
          <p:nvSpPr>
            <p:cNvPr id="515169" name="AutoShape 97"/>
            <p:cNvSpPr>
              <a:spLocks noChangeArrowheads="1"/>
            </p:cNvSpPr>
            <p:nvPr/>
          </p:nvSpPr>
          <p:spPr bwMode="auto">
            <a:xfrm>
              <a:off x="4356" y="3396"/>
              <a:ext cx="511" cy="136"/>
            </a:xfrm>
            <a:prstGeom prst="wedgeRoundRectCallout">
              <a:avLst>
                <a:gd name="adj1" fmla="val 91310"/>
                <a:gd name="adj2" fmla="val -10977"/>
                <a:gd name="adj3" fmla="val 16667"/>
              </a:avLst>
            </a:prstGeom>
            <a:solidFill>
              <a:schemeClr val="bg1"/>
            </a:solidFill>
            <a:ln w="9525">
              <a:solidFill>
                <a:schemeClr val="tx1"/>
              </a:solidFill>
              <a:miter lim="800000"/>
              <a:headEnd/>
              <a:tailEnd/>
            </a:ln>
            <a:effectLst/>
          </p:spPr>
          <p:txBody>
            <a:bodyPr wrap="none" anchor="ctr"/>
            <a:lstStyle/>
            <a:p>
              <a:pPr algn="ctr">
                <a:defRPr/>
              </a:pPr>
              <a:endParaRPr lang="th-TH" sz="900">
                <a:effectLst>
                  <a:outerShdw blurRad="38100" dist="38100" dir="2700000" algn="tl">
                    <a:srgbClr val="000000"/>
                  </a:outerShdw>
                </a:effectLst>
                <a:latin typeface="Times New Roman" pitchFamily="18" charset="0"/>
              </a:endParaRPr>
            </a:p>
          </p:txBody>
        </p:sp>
        <p:sp>
          <p:nvSpPr>
            <p:cNvPr id="515170" name="Text Box 98"/>
            <p:cNvSpPr txBox="1">
              <a:spLocks noChangeArrowheads="1"/>
            </p:cNvSpPr>
            <p:nvPr/>
          </p:nvSpPr>
          <p:spPr bwMode="auto">
            <a:xfrm>
              <a:off x="4301" y="3401"/>
              <a:ext cx="650" cy="116"/>
            </a:xfrm>
            <a:prstGeom prst="rect">
              <a:avLst/>
            </a:prstGeom>
            <a:noFill/>
            <a:ln w="9525">
              <a:noFill/>
              <a:miter lim="800000"/>
              <a:headEnd/>
              <a:tailEnd/>
            </a:ln>
            <a:effectLst/>
          </p:spPr>
          <p:txBody>
            <a:bodyPr anchor="ct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spcBef>
                  <a:spcPct val="50000"/>
                </a:spcBef>
              </a:pPr>
              <a:r>
                <a:rPr lang="en-US" altLang="ja-JP" sz="600" b="0">
                  <a:effectLst>
                    <a:outerShdw blurRad="38100" dist="38100" dir="2700000" algn="tl">
                      <a:srgbClr val="000000"/>
                    </a:outerShdw>
                  </a:effectLst>
                  <a:latin typeface="Times New Roman" panose="02020603050405020304" pitchFamily="18" charset="0"/>
                  <a:ea typeface="イワタ中丸ゴシック体(GT)" charset="-128"/>
                </a:rPr>
                <a:t>Main element 2nd</a:t>
              </a:r>
              <a:r>
                <a:rPr lang="en-US" altLang="ja-JP" sz="600">
                  <a:effectLst>
                    <a:outerShdw blurRad="38100" dist="38100" dir="2700000" algn="tl">
                      <a:srgbClr val="000000"/>
                    </a:outerShdw>
                  </a:effectLst>
                  <a:latin typeface="Times New Roman" panose="02020603050405020304" pitchFamily="18" charset="0"/>
                  <a:ea typeface="イワタ中丸ゴシック体(GT)" charset="-128"/>
                </a:rPr>
                <a:t> </a:t>
              </a:r>
            </a:p>
          </p:txBody>
        </p:sp>
        <p:sp>
          <p:nvSpPr>
            <p:cNvPr id="515171" name="AutoShape 99"/>
            <p:cNvSpPr>
              <a:spLocks noChangeArrowheads="1"/>
            </p:cNvSpPr>
            <p:nvPr/>
          </p:nvSpPr>
          <p:spPr bwMode="auto">
            <a:xfrm>
              <a:off x="5680" y="3444"/>
              <a:ext cx="449" cy="88"/>
            </a:xfrm>
            <a:prstGeom prst="wedgeRoundRectCallout">
              <a:avLst>
                <a:gd name="adj1" fmla="val -43315"/>
                <a:gd name="adj2" fmla="val 155000"/>
                <a:gd name="adj3" fmla="val 16667"/>
              </a:avLst>
            </a:prstGeom>
            <a:solidFill>
              <a:schemeClr val="bg1"/>
            </a:solidFill>
            <a:ln w="9525">
              <a:solidFill>
                <a:schemeClr val="tx1"/>
              </a:solidFill>
              <a:miter lim="800000"/>
              <a:headEnd/>
              <a:tailEnd/>
            </a:ln>
            <a:effectLst/>
          </p:spPr>
          <p:txBody>
            <a:bodyPr wrap="none" anchor="ctr"/>
            <a:lstStyle/>
            <a:p>
              <a:pPr algn="ctr">
                <a:defRPr/>
              </a:pPr>
              <a:endParaRPr lang="th-TH" sz="900" b="0">
                <a:effectLst>
                  <a:outerShdw blurRad="38100" dist="38100" dir="2700000" algn="tl">
                    <a:srgbClr val="000000"/>
                  </a:outerShdw>
                </a:effectLst>
                <a:latin typeface="Times New Roman" pitchFamily="18" charset="0"/>
              </a:endParaRPr>
            </a:p>
          </p:txBody>
        </p:sp>
        <p:sp>
          <p:nvSpPr>
            <p:cNvPr id="515172" name="AutoShape 100"/>
            <p:cNvSpPr>
              <a:spLocks noChangeArrowheads="1"/>
            </p:cNvSpPr>
            <p:nvPr/>
          </p:nvSpPr>
          <p:spPr bwMode="auto">
            <a:xfrm>
              <a:off x="4522" y="3638"/>
              <a:ext cx="260" cy="106"/>
            </a:xfrm>
            <a:prstGeom prst="wedgeRoundRectCallout">
              <a:avLst>
                <a:gd name="adj1" fmla="val 120667"/>
                <a:gd name="adj2" fmla="val 28125"/>
                <a:gd name="adj3" fmla="val 16667"/>
              </a:avLst>
            </a:prstGeom>
            <a:solidFill>
              <a:schemeClr val="bg1"/>
            </a:solidFill>
            <a:ln w="9525">
              <a:solidFill>
                <a:schemeClr val="tx1"/>
              </a:solidFill>
              <a:miter lim="800000"/>
              <a:headEnd/>
              <a:tailEnd/>
            </a:ln>
            <a:effectLst/>
          </p:spPr>
          <p:txBody>
            <a:bodyPr wrap="none" anchor="ctr"/>
            <a:lstStyle/>
            <a:p>
              <a:pPr algn="ctr">
                <a:defRPr/>
              </a:pPr>
              <a:endParaRPr lang="th-TH" sz="900">
                <a:effectLst>
                  <a:outerShdw blurRad="38100" dist="38100" dir="2700000" algn="tl">
                    <a:srgbClr val="000000"/>
                  </a:outerShdw>
                </a:effectLst>
                <a:latin typeface="Times New Roman" pitchFamily="18" charset="0"/>
              </a:endParaRPr>
            </a:p>
          </p:txBody>
        </p:sp>
        <p:sp>
          <p:nvSpPr>
            <p:cNvPr id="515173" name="Text Box 101"/>
            <p:cNvSpPr txBox="1">
              <a:spLocks noChangeArrowheads="1"/>
            </p:cNvSpPr>
            <p:nvPr/>
          </p:nvSpPr>
          <p:spPr bwMode="auto">
            <a:xfrm>
              <a:off x="4531" y="3618"/>
              <a:ext cx="268" cy="144"/>
            </a:xfrm>
            <a:prstGeom prst="rect">
              <a:avLst/>
            </a:prstGeom>
            <a:noFill/>
            <a:ln w="9525">
              <a:noFill/>
              <a:miter lim="800000"/>
              <a:headEnd/>
              <a:tailEnd/>
            </a:ln>
            <a:effectLst/>
          </p:spPr>
          <p:txBody>
            <a:bodyPr wrap="none" anchor="ctr">
              <a:spAutoFit/>
            </a:bodyPr>
            <a:lstStyle/>
            <a:p>
              <a:pPr algn="ctr">
                <a:spcBef>
                  <a:spcPct val="50000"/>
                </a:spcBef>
                <a:defRPr/>
              </a:pPr>
              <a:r>
                <a:rPr lang="en-US" altLang="ja-JP" sz="900" b="0">
                  <a:effectLst>
                    <a:outerShdw blurRad="38100" dist="38100" dir="2700000" algn="tl">
                      <a:srgbClr val="000000"/>
                    </a:outerShdw>
                  </a:effectLst>
                  <a:latin typeface="Times New Roman" pitchFamily="18" charset="0"/>
                  <a:ea typeface="イワタ中丸ゴシック体(GT)" charset="-128"/>
                  <a:cs typeface="Angsana New" pitchFamily="18" charset="-34"/>
                </a:rPr>
                <a:t>score</a:t>
              </a:r>
            </a:p>
          </p:txBody>
        </p:sp>
        <p:sp>
          <p:nvSpPr>
            <p:cNvPr id="515174" name="Text Box 102"/>
            <p:cNvSpPr txBox="1">
              <a:spLocks noChangeArrowheads="1"/>
            </p:cNvSpPr>
            <p:nvPr/>
          </p:nvSpPr>
          <p:spPr bwMode="auto">
            <a:xfrm>
              <a:off x="5680" y="3426"/>
              <a:ext cx="453" cy="116"/>
            </a:xfrm>
            <a:prstGeom prst="rect">
              <a:avLst/>
            </a:prstGeom>
            <a:noFill/>
            <a:ln w="9525">
              <a:noFill/>
              <a:miter lim="800000"/>
              <a:headEnd/>
              <a:tailEnd/>
            </a:ln>
            <a:effectLst/>
          </p:spPr>
          <p:txBody>
            <a:bodyPr wrap="none" anchor="ct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spcBef>
                  <a:spcPct val="50000"/>
                </a:spcBef>
              </a:pPr>
              <a:r>
                <a:rPr lang="en-US" altLang="ja-JP" sz="600" b="0">
                  <a:effectLst>
                    <a:outerShdw blurRad="38100" dist="38100" dir="2700000" algn="tl">
                      <a:srgbClr val="000000"/>
                    </a:outerShdw>
                  </a:effectLst>
                  <a:latin typeface="Times New Roman" panose="02020603050405020304" pitchFamily="18" charset="0"/>
                  <a:ea typeface="イワタ中丸ゴシック体(GT)" charset="-128"/>
                </a:rPr>
                <a:t>main element 1st</a:t>
              </a:r>
              <a:r>
                <a:rPr lang="en-US" altLang="ja-JP" sz="600">
                  <a:effectLst>
                    <a:outerShdw blurRad="38100" dist="38100" dir="2700000" algn="tl">
                      <a:srgbClr val="000000"/>
                    </a:outerShdw>
                  </a:effectLst>
                  <a:latin typeface="Times New Roman" panose="02020603050405020304" pitchFamily="18" charset="0"/>
                  <a:ea typeface="イワタ中丸ゴシック体(GT)" charset="-128"/>
                </a:rPr>
                <a:t> </a:t>
              </a:r>
            </a:p>
          </p:txBody>
        </p:sp>
      </p:grpSp>
      <p:sp>
        <p:nvSpPr>
          <p:cNvPr id="515176" name="Rectangle 104"/>
          <p:cNvSpPr>
            <a:spLocks noChangeArrowheads="1"/>
          </p:cNvSpPr>
          <p:nvPr/>
        </p:nvSpPr>
        <p:spPr bwMode="auto">
          <a:xfrm>
            <a:off x="6826250" y="4724400"/>
            <a:ext cx="1295400" cy="520700"/>
          </a:xfrm>
          <a:prstGeom prst="rect">
            <a:avLst/>
          </a:prstGeom>
          <a:solidFill>
            <a:schemeClr val="bg1"/>
          </a:solidFill>
          <a:ln w="9525">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15177" name="Text Box 105"/>
          <p:cNvSpPr txBox="1">
            <a:spLocks noChangeArrowheads="1"/>
          </p:cNvSpPr>
          <p:nvPr/>
        </p:nvSpPr>
        <p:spPr bwMode="auto">
          <a:xfrm>
            <a:off x="6753225" y="4762500"/>
            <a:ext cx="129540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en-US" altLang="ja-JP" sz="700">
                <a:effectLst>
                  <a:outerShdw blurRad="38100" dist="38100" dir="2700000" algn="tl">
                    <a:srgbClr val="000000"/>
                  </a:outerShdw>
                </a:effectLst>
                <a:latin typeface="Times New Roman" panose="02020603050405020304" pitchFamily="18" charset="0"/>
                <a:ea typeface="イワタ中丸ゴシック体(GT)" charset="-128"/>
              </a:rPr>
              <a:t>productive capacity of a company and </a:t>
            </a:r>
          </a:p>
          <a:p>
            <a:pPr algn="ctr" eaLnBrk="1" hangingPunct="1"/>
            <a:r>
              <a:rPr lang="en-US" altLang="ja-JP" sz="700">
                <a:effectLst>
                  <a:outerShdw blurRad="38100" dist="38100" dir="2700000" algn="tl">
                    <a:srgbClr val="000000"/>
                  </a:outerShdw>
                </a:effectLst>
                <a:latin typeface="Times New Roman" panose="02020603050405020304" pitchFamily="18" charset="0"/>
                <a:ea typeface="イワタ中丸ゴシック体(GT)" charset="-128"/>
              </a:rPr>
              <a:t>Manufacturing efficiency intention</a:t>
            </a:r>
          </a:p>
        </p:txBody>
      </p:sp>
      <p:grpSp>
        <p:nvGrpSpPr>
          <p:cNvPr id="38948" name="Group 106"/>
          <p:cNvGrpSpPr>
            <a:grpSpLocks/>
          </p:cNvGrpSpPr>
          <p:nvPr/>
        </p:nvGrpSpPr>
        <p:grpSpPr bwMode="auto">
          <a:xfrm>
            <a:off x="7032625" y="3313113"/>
            <a:ext cx="2643188" cy="1482725"/>
            <a:chOff x="4430" y="2087"/>
            <a:chExt cx="1665" cy="934"/>
          </a:xfrm>
        </p:grpSpPr>
        <p:sp>
          <p:nvSpPr>
            <p:cNvPr id="515179" name="Oval 107"/>
            <p:cNvSpPr>
              <a:spLocks noChangeArrowheads="1"/>
            </p:cNvSpPr>
            <p:nvPr/>
          </p:nvSpPr>
          <p:spPr bwMode="auto">
            <a:xfrm>
              <a:off x="4739" y="2696"/>
              <a:ext cx="157" cy="136"/>
            </a:xfrm>
            <a:prstGeom prst="ellips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15180" name="Line 108"/>
            <p:cNvSpPr>
              <a:spLocks noChangeShapeType="1"/>
            </p:cNvSpPr>
            <p:nvPr/>
          </p:nvSpPr>
          <p:spPr bwMode="auto">
            <a:xfrm flipV="1">
              <a:off x="4560" y="2217"/>
              <a:ext cx="208" cy="183"/>
            </a:xfrm>
            <a:prstGeom prst="line">
              <a:avLst/>
            </a:prstGeom>
            <a:noFill/>
            <a:ln w="19050">
              <a:solidFill>
                <a:schemeClr val="tx1"/>
              </a:solidFill>
              <a:round/>
              <a:headEnd/>
              <a:tailEnd type="triangle" w="med" len="me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5181" name="Line 109"/>
            <p:cNvSpPr>
              <a:spLocks noChangeShapeType="1"/>
            </p:cNvSpPr>
            <p:nvPr/>
          </p:nvSpPr>
          <p:spPr bwMode="auto">
            <a:xfrm>
              <a:off x="4576" y="2524"/>
              <a:ext cx="192" cy="192"/>
            </a:xfrm>
            <a:prstGeom prst="line">
              <a:avLst/>
            </a:prstGeom>
            <a:noFill/>
            <a:ln w="19050">
              <a:solidFill>
                <a:schemeClr val="tx1"/>
              </a:solidFill>
              <a:round/>
              <a:headEnd/>
              <a:tailEnd type="triangle" w="med" len="me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5182" name="Line 110"/>
            <p:cNvSpPr>
              <a:spLocks noChangeShapeType="1"/>
            </p:cNvSpPr>
            <p:nvPr/>
          </p:nvSpPr>
          <p:spPr bwMode="auto">
            <a:xfrm flipV="1">
              <a:off x="4900" y="2176"/>
              <a:ext cx="240" cy="0"/>
            </a:xfrm>
            <a:prstGeom prst="line">
              <a:avLst/>
            </a:prstGeom>
            <a:noFill/>
            <a:ln w="19050">
              <a:solidFill>
                <a:schemeClr val="tx1"/>
              </a:solidFill>
              <a:round/>
              <a:headEnd/>
              <a:tailEnd type="triangle" w="med" len="me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5183" name="Line 111"/>
            <p:cNvSpPr>
              <a:spLocks noChangeShapeType="1"/>
            </p:cNvSpPr>
            <p:nvPr/>
          </p:nvSpPr>
          <p:spPr bwMode="auto">
            <a:xfrm>
              <a:off x="4892" y="2788"/>
              <a:ext cx="288" cy="0"/>
            </a:xfrm>
            <a:prstGeom prst="line">
              <a:avLst/>
            </a:prstGeom>
            <a:noFill/>
            <a:ln w="19050">
              <a:solidFill>
                <a:schemeClr val="tx1"/>
              </a:solidFill>
              <a:round/>
              <a:headEnd/>
              <a:tailEnd type="triangle" w="med" len="me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5184" name="Line 112"/>
            <p:cNvSpPr>
              <a:spLocks noChangeShapeType="1"/>
            </p:cNvSpPr>
            <p:nvPr/>
          </p:nvSpPr>
          <p:spPr bwMode="auto">
            <a:xfrm flipV="1">
              <a:off x="5288" y="2180"/>
              <a:ext cx="240" cy="0"/>
            </a:xfrm>
            <a:prstGeom prst="line">
              <a:avLst/>
            </a:prstGeom>
            <a:noFill/>
            <a:ln w="19050">
              <a:solidFill>
                <a:schemeClr val="tx1"/>
              </a:solidFill>
              <a:round/>
              <a:headEnd/>
              <a:tailEnd type="triangle" w="med" len="me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5185" name="Line 113"/>
            <p:cNvSpPr>
              <a:spLocks noChangeShapeType="1"/>
            </p:cNvSpPr>
            <p:nvPr/>
          </p:nvSpPr>
          <p:spPr bwMode="auto">
            <a:xfrm>
              <a:off x="5328" y="2792"/>
              <a:ext cx="288" cy="0"/>
            </a:xfrm>
            <a:prstGeom prst="line">
              <a:avLst/>
            </a:prstGeom>
            <a:noFill/>
            <a:ln w="19050">
              <a:solidFill>
                <a:schemeClr val="tx1"/>
              </a:solidFill>
              <a:round/>
              <a:headEnd/>
              <a:tailEnd type="triangle" w="med" len="me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5186" name="Line 114"/>
            <p:cNvSpPr>
              <a:spLocks noChangeShapeType="1"/>
            </p:cNvSpPr>
            <p:nvPr/>
          </p:nvSpPr>
          <p:spPr bwMode="auto">
            <a:xfrm flipH="1">
              <a:off x="5208" y="2248"/>
              <a:ext cx="0" cy="192"/>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5187" name="Line 115"/>
            <p:cNvSpPr>
              <a:spLocks noChangeShapeType="1"/>
            </p:cNvSpPr>
            <p:nvPr/>
          </p:nvSpPr>
          <p:spPr bwMode="auto">
            <a:xfrm flipV="1">
              <a:off x="5209" y="2441"/>
              <a:ext cx="340" cy="0"/>
            </a:xfrm>
            <a:prstGeom prst="line">
              <a:avLst/>
            </a:prstGeom>
            <a:noFill/>
            <a:ln w="19050">
              <a:solidFill>
                <a:schemeClr val="tx1"/>
              </a:solidFill>
              <a:round/>
              <a:headEnd/>
              <a:tailEnd type="triangle" w="med" len="me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5188" name="Line 116"/>
            <p:cNvSpPr>
              <a:spLocks noChangeShapeType="1"/>
            </p:cNvSpPr>
            <p:nvPr/>
          </p:nvSpPr>
          <p:spPr bwMode="auto">
            <a:xfrm>
              <a:off x="5683" y="2187"/>
              <a:ext cx="344" cy="0"/>
            </a:xfrm>
            <a:prstGeom prst="line">
              <a:avLst/>
            </a:prstGeom>
            <a:noFill/>
            <a:ln w="19050">
              <a:solidFill>
                <a:schemeClr val="tx1"/>
              </a:solidFill>
              <a:prstDash val="dash"/>
              <a:round/>
              <a:headEnd/>
              <a:tailEnd type="triangle" w="med" len="me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5189" name="Line 117"/>
            <p:cNvSpPr>
              <a:spLocks noChangeShapeType="1"/>
            </p:cNvSpPr>
            <p:nvPr/>
          </p:nvSpPr>
          <p:spPr bwMode="auto">
            <a:xfrm flipV="1">
              <a:off x="5707" y="2436"/>
              <a:ext cx="207" cy="0"/>
            </a:xfrm>
            <a:prstGeom prst="line">
              <a:avLst/>
            </a:prstGeom>
            <a:noFill/>
            <a:ln w="19050">
              <a:solidFill>
                <a:schemeClr val="tx1"/>
              </a:solidFill>
              <a:round/>
              <a:headEnd/>
              <a:tailEnd type="triangle" w="med" len="me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5190" name="Line 118"/>
            <p:cNvSpPr>
              <a:spLocks noChangeShapeType="1"/>
            </p:cNvSpPr>
            <p:nvPr/>
          </p:nvSpPr>
          <p:spPr bwMode="auto">
            <a:xfrm>
              <a:off x="5764" y="2792"/>
              <a:ext cx="240" cy="0"/>
            </a:xfrm>
            <a:prstGeom prst="line">
              <a:avLst/>
            </a:prstGeom>
            <a:noFill/>
            <a:ln w="19050">
              <a:solidFill>
                <a:schemeClr val="tx1"/>
              </a:solidFill>
              <a:prstDash val="dash"/>
              <a:round/>
              <a:headEnd/>
              <a:tailEnd type="triangle" w="med" len="me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5191" name="Text Box 119"/>
            <p:cNvSpPr txBox="1">
              <a:spLocks noChangeArrowheads="1"/>
            </p:cNvSpPr>
            <p:nvPr/>
          </p:nvSpPr>
          <p:spPr bwMode="auto">
            <a:xfrm>
              <a:off x="4430" y="2375"/>
              <a:ext cx="233" cy="173"/>
            </a:xfrm>
            <a:prstGeom prst="rect">
              <a:avLst/>
            </a:prstGeom>
            <a:noFill/>
            <a:ln w="9525">
              <a:noFill/>
              <a:miter lim="800000"/>
              <a:headEnd/>
              <a:tailEnd/>
            </a:ln>
            <a:effectLst/>
          </p:spPr>
          <p:txBody>
            <a:bodyPr wrap="none" anchor="ctr">
              <a:spAutoFit/>
            </a:bodyPr>
            <a:lstStyle/>
            <a:p>
              <a:pPr algn="ctr">
                <a:spcBef>
                  <a:spcPct val="50000"/>
                </a:spcBef>
                <a:defRPr/>
              </a:pPr>
              <a:r>
                <a:rPr lang="en-US" altLang="ja-JP" sz="1200" b="0">
                  <a:effectLst>
                    <a:outerShdw blurRad="38100" dist="38100" dir="2700000" algn="tl">
                      <a:srgbClr val="000000"/>
                    </a:outerShdw>
                  </a:effectLst>
                  <a:latin typeface="Times New Roman" pitchFamily="18" charset="0"/>
                  <a:ea typeface="イワタ中丸ゴシック体(GT)" charset="-128"/>
                </a:rPr>
                <a:t>A0</a:t>
              </a:r>
            </a:p>
          </p:txBody>
        </p:sp>
        <p:sp>
          <p:nvSpPr>
            <p:cNvPr id="515192" name="Text Box 120"/>
            <p:cNvSpPr txBox="1">
              <a:spLocks noChangeArrowheads="1"/>
            </p:cNvSpPr>
            <p:nvPr/>
          </p:nvSpPr>
          <p:spPr bwMode="auto">
            <a:xfrm>
              <a:off x="4718" y="2093"/>
              <a:ext cx="233" cy="173"/>
            </a:xfrm>
            <a:prstGeom prst="rect">
              <a:avLst/>
            </a:prstGeom>
            <a:noFill/>
            <a:ln w="9525">
              <a:noFill/>
              <a:miter lim="800000"/>
              <a:headEnd/>
              <a:tailEnd/>
            </a:ln>
            <a:effectLst/>
          </p:spPr>
          <p:txBody>
            <a:bodyPr wrap="none" anchor="ctr">
              <a:spAutoFit/>
            </a:bodyPr>
            <a:lstStyle/>
            <a:p>
              <a:pPr algn="ctr">
                <a:spcBef>
                  <a:spcPct val="50000"/>
                </a:spcBef>
                <a:defRPr/>
              </a:pPr>
              <a:r>
                <a:rPr lang="en-US" altLang="ja-JP" sz="1200" b="0">
                  <a:effectLst>
                    <a:outerShdw blurRad="38100" dist="38100" dir="2700000" algn="tl">
                      <a:srgbClr val="000000"/>
                    </a:outerShdw>
                  </a:effectLst>
                  <a:latin typeface="Times New Roman" pitchFamily="18" charset="0"/>
                  <a:ea typeface="イワタ中丸ゴシック体(GT)" charset="-128"/>
                </a:rPr>
                <a:t>A1</a:t>
              </a:r>
            </a:p>
          </p:txBody>
        </p:sp>
        <p:sp>
          <p:nvSpPr>
            <p:cNvPr id="515193" name="Text Box 121"/>
            <p:cNvSpPr txBox="1">
              <a:spLocks noChangeArrowheads="1"/>
            </p:cNvSpPr>
            <p:nvPr/>
          </p:nvSpPr>
          <p:spPr bwMode="auto">
            <a:xfrm>
              <a:off x="4705" y="2673"/>
              <a:ext cx="228" cy="173"/>
            </a:xfrm>
            <a:prstGeom prst="rect">
              <a:avLst/>
            </a:prstGeom>
            <a:noFill/>
            <a:ln w="9525">
              <a:noFill/>
              <a:miter lim="800000"/>
              <a:headEnd/>
              <a:tailEnd/>
            </a:ln>
            <a:effectLst/>
          </p:spPr>
          <p:txBody>
            <a:bodyPr wrap="none" anchor="ctr">
              <a:spAutoFit/>
            </a:bodyPr>
            <a:lstStyle/>
            <a:p>
              <a:pPr algn="ctr">
                <a:spcBef>
                  <a:spcPct val="50000"/>
                </a:spcBef>
                <a:defRPr/>
              </a:pPr>
              <a:r>
                <a:rPr lang="en-US" altLang="ja-JP" sz="1200" b="0">
                  <a:effectLst>
                    <a:outerShdw blurRad="38100" dist="38100" dir="2700000" algn="tl">
                      <a:srgbClr val="000000"/>
                    </a:outerShdw>
                  </a:effectLst>
                  <a:latin typeface="Times New Roman" pitchFamily="18" charset="0"/>
                  <a:ea typeface="イワタ中丸ゴシック体(GT)" charset="-128"/>
                </a:rPr>
                <a:t>C1</a:t>
              </a:r>
            </a:p>
          </p:txBody>
        </p:sp>
        <p:sp>
          <p:nvSpPr>
            <p:cNvPr id="515194" name="Text Box 122"/>
            <p:cNvSpPr txBox="1">
              <a:spLocks noChangeArrowheads="1"/>
            </p:cNvSpPr>
            <p:nvPr/>
          </p:nvSpPr>
          <p:spPr bwMode="auto">
            <a:xfrm>
              <a:off x="5097" y="2087"/>
              <a:ext cx="233" cy="173"/>
            </a:xfrm>
            <a:prstGeom prst="rect">
              <a:avLst/>
            </a:prstGeom>
            <a:noFill/>
            <a:ln w="9525">
              <a:noFill/>
              <a:miter lim="800000"/>
              <a:headEnd/>
              <a:tailEnd/>
            </a:ln>
            <a:effectLst/>
          </p:spPr>
          <p:txBody>
            <a:bodyPr wrap="none" anchor="ctr">
              <a:spAutoFit/>
            </a:bodyPr>
            <a:lstStyle/>
            <a:p>
              <a:pPr algn="ctr">
                <a:spcBef>
                  <a:spcPct val="50000"/>
                </a:spcBef>
                <a:defRPr/>
              </a:pPr>
              <a:r>
                <a:rPr lang="en-US" altLang="ja-JP" sz="1200" b="0">
                  <a:effectLst>
                    <a:outerShdw blurRad="38100" dist="38100" dir="2700000" algn="tl">
                      <a:srgbClr val="000000"/>
                    </a:outerShdw>
                  </a:effectLst>
                  <a:latin typeface="Times New Roman" pitchFamily="18" charset="0"/>
                  <a:ea typeface="イワタ中丸ゴシック体(GT)" charset="-128"/>
                </a:rPr>
                <a:t>A2</a:t>
              </a:r>
            </a:p>
          </p:txBody>
        </p:sp>
        <p:sp>
          <p:nvSpPr>
            <p:cNvPr id="515195" name="Text Box 123"/>
            <p:cNvSpPr txBox="1">
              <a:spLocks noChangeArrowheads="1"/>
            </p:cNvSpPr>
            <p:nvPr/>
          </p:nvSpPr>
          <p:spPr bwMode="auto">
            <a:xfrm>
              <a:off x="5141" y="2705"/>
              <a:ext cx="228" cy="173"/>
            </a:xfrm>
            <a:prstGeom prst="rect">
              <a:avLst/>
            </a:prstGeom>
            <a:noFill/>
            <a:ln w="9525">
              <a:noFill/>
              <a:miter lim="800000"/>
              <a:headEnd/>
              <a:tailEnd/>
            </a:ln>
            <a:effectLst/>
          </p:spPr>
          <p:txBody>
            <a:bodyPr wrap="none" anchor="ctr">
              <a:spAutoFit/>
            </a:bodyPr>
            <a:lstStyle/>
            <a:p>
              <a:pPr algn="ctr">
                <a:spcBef>
                  <a:spcPct val="50000"/>
                </a:spcBef>
                <a:defRPr/>
              </a:pPr>
              <a:r>
                <a:rPr lang="en-US" altLang="ja-JP" sz="1200" b="0">
                  <a:effectLst>
                    <a:outerShdw blurRad="38100" dist="38100" dir="2700000" algn="tl">
                      <a:srgbClr val="000000"/>
                    </a:outerShdw>
                  </a:effectLst>
                  <a:latin typeface="Times New Roman" pitchFamily="18" charset="0"/>
                  <a:ea typeface="イワタ中丸ゴシック体(GT)" charset="-128"/>
                </a:rPr>
                <a:t>C2</a:t>
              </a:r>
            </a:p>
          </p:txBody>
        </p:sp>
        <p:sp>
          <p:nvSpPr>
            <p:cNvPr id="515196" name="Text Box 124"/>
            <p:cNvSpPr txBox="1">
              <a:spLocks noChangeArrowheads="1"/>
            </p:cNvSpPr>
            <p:nvPr/>
          </p:nvSpPr>
          <p:spPr bwMode="auto">
            <a:xfrm>
              <a:off x="5490" y="2091"/>
              <a:ext cx="233" cy="173"/>
            </a:xfrm>
            <a:prstGeom prst="rect">
              <a:avLst/>
            </a:prstGeom>
            <a:noFill/>
            <a:ln w="9525">
              <a:noFill/>
              <a:miter lim="800000"/>
              <a:headEnd/>
              <a:tailEnd/>
            </a:ln>
            <a:effectLst/>
          </p:spPr>
          <p:txBody>
            <a:bodyPr wrap="none" anchor="ctr">
              <a:spAutoFit/>
            </a:bodyPr>
            <a:lstStyle/>
            <a:p>
              <a:pPr algn="ctr">
                <a:spcBef>
                  <a:spcPct val="50000"/>
                </a:spcBef>
                <a:defRPr/>
              </a:pPr>
              <a:r>
                <a:rPr lang="en-US" altLang="ja-JP" sz="1200" b="0">
                  <a:effectLst>
                    <a:outerShdw blurRad="38100" dist="38100" dir="2700000" algn="tl">
                      <a:srgbClr val="000000"/>
                    </a:outerShdw>
                  </a:effectLst>
                  <a:latin typeface="Times New Roman" pitchFamily="18" charset="0"/>
                  <a:ea typeface="イワタ中丸ゴシック体(GT)" charset="-128"/>
                </a:rPr>
                <a:t>A3</a:t>
              </a:r>
            </a:p>
          </p:txBody>
        </p:sp>
        <p:sp>
          <p:nvSpPr>
            <p:cNvPr id="515197" name="Text Box 125"/>
            <p:cNvSpPr txBox="1">
              <a:spLocks noChangeArrowheads="1"/>
            </p:cNvSpPr>
            <p:nvPr/>
          </p:nvSpPr>
          <p:spPr bwMode="auto">
            <a:xfrm>
              <a:off x="5524" y="2347"/>
              <a:ext cx="228" cy="173"/>
            </a:xfrm>
            <a:prstGeom prst="rect">
              <a:avLst/>
            </a:prstGeom>
            <a:noFill/>
            <a:ln w="9525">
              <a:noFill/>
              <a:miter lim="800000"/>
              <a:headEnd/>
              <a:tailEnd/>
            </a:ln>
            <a:effectLst/>
          </p:spPr>
          <p:txBody>
            <a:bodyPr wrap="none" anchor="ctr">
              <a:spAutoFit/>
            </a:bodyPr>
            <a:lstStyle/>
            <a:p>
              <a:pPr algn="ctr">
                <a:spcBef>
                  <a:spcPct val="50000"/>
                </a:spcBef>
                <a:defRPr/>
              </a:pPr>
              <a:r>
                <a:rPr lang="en-US" altLang="ja-JP" sz="1200" b="0">
                  <a:effectLst>
                    <a:outerShdw blurRad="38100" dist="38100" dir="2700000" algn="tl">
                      <a:srgbClr val="000000"/>
                    </a:outerShdw>
                  </a:effectLst>
                  <a:latin typeface="Times New Roman" pitchFamily="18" charset="0"/>
                  <a:ea typeface="イワタ中丸ゴシック体(GT)" charset="-128"/>
                </a:rPr>
                <a:t>B1</a:t>
              </a:r>
            </a:p>
          </p:txBody>
        </p:sp>
        <p:sp>
          <p:nvSpPr>
            <p:cNvPr id="515198" name="Text Box 126"/>
            <p:cNvSpPr txBox="1">
              <a:spLocks noChangeArrowheads="1"/>
            </p:cNvSpPr>
            <p:nvPr/>
          </p:nvSpPr>
          <p:spPr bwMode="auto">
            <a:xfrm>
              <a:off x="5583" y="2703"/>
              <a:ext cx="228" cy="173"/>
            </a:xfrm>
            <a:prstGeom prst="rect">
              <a:avLst/>
            </a:prstGeom>
            <a:noFill/>
            <a:ln w="9525">
              <a:noFill/>
              <a:miter lim="800000"/>
              <a:headEnd/>
              <a:tailEnd/>
            </a:ln>
            <a:effectLst/>
          </p:spPr>
          <p:txBody>
            <a:bodyPr wrap="none" anchor="ctr">
              <a:spAutoFit/>
            </a:bodyPr>
            <a:lstStyle/>
            <a:p>
              <a:pPr algn="ctr">
                <a:spcBef>
                  <a:spcPct val="50000"/>
                </a:spcBef>
                <a:defRPr/>
              </a:pPr>
              <a:r>
                <a:rPr lang="en-US" altLang="ja-JP" sz="1200" b="0">
                  <a:effectLst>
                    <a:outerShdw blurRad="38100" dist="38100" dir="2700000" algn="tl">
                      <a:srgbClr val="000000"/>
                    </a:outerShdw>
                  </a:effectLst>
                  <a:latin typeface="Times New Roman" pitchFamily="18" charset="0"/>
                  <a:ea typeface="イワタ中丸ゴシック体(GT)" charset="-128"/>
                </a:rPr>
                <a:t>C3</a:t>
              </a:r>
            </a:p>
          </p:txBody>
        </p:sp>
        <p:sp>
          <p:nvSpPr>
            <p:cNvPr id="515199" name="Text Box 127"/>
            <p:cNvSpPr txBox="1">
              <a:spLocks noChangeArrowheads="1"/>
            </p:cNvSpPr>
            <p:nvPr/>
          </p:nvSpPr>
          <p:spPr bwMode="auto">
            <a:xfrm>
              <a:off x="5867" y="2340"/>
              <a:ext cx="228" cy="173"/>
            </a:xfrm>
            <a:prstGeom prst="rect">
              <a:avLst/>
            </a:prstGeom>
            <a:noFill/>
            <a:ln w="9525">
              <a:noFill/>
              <a:miter lim="800000"/>
              <a:headEnd/>
              <a:tailEnd/>
            </a:ln>
            <a:effectLst/>
          </p:spPr>
          <p:txBody>
            <a:bodyPr wrap="none" anchor="ctr">
              <a:spAutoFit/>
            </a:bodyPr>
            <a:lstStyle/>
            <a:p>
              <a:pPr algn="ctr">
                <a:spcBef>
                  <a:spcPct val="50000"/>
                </a:spcBef>
                <a:defRPr/>
              </a:pPr>
              <a:r>
                <a:rPr lang="en-US" altLang="ja-JP" sz="1200" b="0">
                  <a:effectLst>
                    <a:outerShdw blurRad="38100" dist="38100" dir="2700000" algn="tl">
                      <a:srgbClr val="000000"/>
                    </a:outerShdw>
                  </a:effectLst>
                  <a:latin typeface="Times New Roman" pitchFamily="18" charset="0"/>
                  <a:ea typeface="イワタ中丸ゴシック体(GT)" charset="-128"/>
                </a:rPr>
                <a:t>B2</a:t>
              </a:r>
            </a:p>
          </p:txBody>
        </p:sp>
        <p:sp>
          <p:nvSpPr>
            <p:cNvPr id="515200" name="Line 128"/>
            <p:cNvSpPr>
              <a:spLocks noChangeShapeType="1"/>
            </p:cNvSpPr>
            <p:nvPr/>
          </p:nvSpPr>
          <p:spPr bwMode="auto">
            <a:xfrm>
              <a:off x="5684" y="2860"/>
              <a:ext cx="0" cy="96"/>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5201" name="Text Box 129"/>
            <p:cNvSpPr txBox="1">
              <a:spLocks noChangeArrowheads="1"/>
            </p:cNvSpPr>
            <p:nvPr/>
          </p:nvSpPr>
          <p:spPr bwMode="auto">
            <a:xfrm>
              <a:off x="5764" y="2868"/>
              <a:ext cx="213" cy="153"/>
            </a:xfrm>
            <a:prstGeom prst="rect">
              <a:avLst/>
            </a:prstGeom>
            <a:noFill/>
            <a:ln w="9525">
              <a:noFill/>
              <a:miter lim="800000"/>
              <a:headEnd/>
              <a:tailEnd/>
            </a:ln>
            <a:effectLst/>
          </p:spPr>
          <p:txBody>
            <a:bodyPr wrap="none" anchor="ctr">
              <a:spAutoFit/>
            </a:bodyPr>
            <a:lstStyle/>
            <a:p>
              <a:pPr algn="ctr">
                <a:spcBef>
                  <a:spcPct val="50000"/>
                </a:spcBef>
                <a:defRPr/>
              </a:pPr>
              <a:r>
                <a:rPr lang="en-US" altLang="ja-JP" sz="1000" b="0">
                  <a:effectLst>
                    <a:outerShdw blurRad="38100" dist="38100" dir="2700000" algn="tl">
                      <a:srgbClr val="000000"/>
                    </a:outerShdw>
                  </a:effectLst>
                  <a:latin typeface="Times New Roman" pitchFamily="18" charset="0"/>
                  <a:ea typeface="イワタ中丸ゴシック体(GT)" charset="-128"/>
                </a:rPr>
                <a:t>D1</a:t>
              </a:r>
            </a:p>
          </p:txBody>
        </p:sp>
        <p:sp>
          <p:nvSpPr>
            <p:cNvPr id="515202" name="Line 130"/>
            <p:cNvSpPr>
              <a:spLocks noChangeShapeType="1"/>
            </p:cNvSpPr>
            <p:nvPr/>
          </p:nvSpPr>
          <p:spPr bwMode="auto">
            <a:xfrm>
              <a:off x="5684" y="2956"/>
              <a:ext cx="96" cy="0"/>
            </a:xfrm>
            <a:prstGeom prst="line">
              <a:avLst/>
            </a:prstGeom>
            <a:noFill/>
            <a:ln w="19050">
              <a:solidFill>
                <a:schemeClr val="tx1"/>
              </a:solidFill>
              <a:round/>
              <a:headEnd/>
              <a:tailEnd type="triangle" w="med" len="me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5203" name="Oval 131"/>
            <p:cNvSpPr>
              <a:spLocks noChangeArrowheads="1"/>
            </p:cNvSpPr>
            <p:nvPr/>
          </p:nvSpPr>
          <p:spPr bwMode="auto">
            <a:xfrm>
              <a:off x="4464" y="2400"/>
              <a:ext cx="157" cy="136"/>
            </a:xfrm>
            <a:prstGeom prst="ellips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15204" name="Oval 132"/>
            <p:cNvSpPr>
              <a:spLocks noChangeArrowheads="1"/>
            </p:cNvSpPr>
            <p:nvPr/>
          </p:nvSpPr>
          <p:spPr bwMode="auto">
            <a:xfrm>
              <a:off x="4752" y="2112"/>
              <a:ext cx="157" cy="136"/>
            </a:xfrm>
            <a:prstGeom prst="ellips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15205" name="Oval 133"/>
            <p:cNvSpPr>
              <a:spLocks noChangeArrowheads="1"/>
            </p:cNvSpPr>
            <p:nvPr/>
          </p:nvSpPr>
          <p:spPr bwMode="auto">
            <a:xfrm>
              <a:off x="5136" y="2112"/>
              <a:ext cx="157" cy="136"/>
            </a:xfrm>
            <a:prstGeom prst="ellips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15206" name="Oval 134"/>
            <p:cNvSpPr>
              <a:spLocks noChangeArrowheads="1"/>
            </p:cNvSpPr>
            <p:nvPr/>
          </p:nvSpPr>
          <p:spPr bwMode="auto">
            <a:xfrm>
              <a:off x="5520" y="2112"/>
              <a:ext cx="157" cy="136"/>
            </a:xfrm>
            <a:prstGeom prst="ellips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15207" name="Oval 135"/>
            <p:cNvSpPr>
              <a:spLocks noChangeArrowheads="1"/>
            </p:cNvSpPr>
            <p:nvPr/>
          </p:nvSpPr>
          <p:spPr bwMode="auto">
            <a:xfrm>
              <a:off x="5556" y="2368"/>
              <a:ext cx="157" cy="136"/>
            </a:xfrm>
            <a:prstGeom prst="ellips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15208" name="Oval 136"/>
            <p:cNvSpPr>
              <a:spLocks noChangeArrowheads="1"/>
            </p:cNvSpPr>
            <p:nvPr/>
          </p:nvSpPr>
          <p:spPr bwMode="auto">
            <a:xfrm>
              <a:off x="5784" y="2880"/>
              <a:ext cx="157" cy="136"/>
            </a:xfrm>
            <a:prstGeom prst="ellips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15209" name="Oval 137"/>
            <p:cNvSpPr>
              <a:spLocks noChangeArrowheads="1"/>
            </p:cNvSpPr>
            <p:nvPr/>
          </p:nvSpPr>
          <p:spPr bwMode="auto">
            <a:xfrm>
              <a:off x="5176" y="2724"/>
              <a:ext cx="157" cy="136"/>
            </a:xfrm>
            <a:prstGeom prst="ellips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15210" name="Oval 138"/>
            <p:cNvSpPr>
              <a:spLocks noChangeArrowheads="1"/>
            </p:cNvSpPr>
            <p:nvPr/>
          </p:nvSpPr>
          <p:spPr bwMode="auto">
            <a:xfrm>
              <a:off x="5612" y="2724"/>
              <a:ext cx="157" cy="136"/>
            </a:xfrm>
            <a:prstGeom prst="ellips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15211" name="Oval 139"/>
            <p:cNvSpPr>
              <a:spLocks noChangeArrowheads="1"/>
            </p:cNvSpPr>
            <p:nvPr/>
          </p:nvSpPr>
          <p:spPr bwMode="auto">
            <a:xfrm>
              <a:off x="5904" y="2360"/>
              <a:ext cx="157" cy="136"/>
            </a:xfrm>
            <a:prstGeom prst="ellips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grpSp>
      <p:sp>
        <p:nvSpPr>
          <p:cNvPr id="38950" name="Text Box 146"/>
          <p:cNvSpPr txBox="1">
            <a:spLocks noChangeArrowheads="1"/>
          </p:cNvSpPr>
          <p:nvPr/>
        </p:nvSpPr>
        <p:spPr bwMode="auto">
          <a:xfrm>
            <a:off x="704850" y="981075"/>
            <a:ext cx="16065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a:r>
              <a:rPr kumimoji="0" lang="en-US" altLang="ja-JP" sz="1600" b="0">
                <a:latin typeface="Times New Roman" panose="02020603050405020304" pitchFamily="18" charset="0"/>
              </a:rPr>
              <a:t>Techniques</a:t>
            </a:r>
          </a:p>
        </p:txBody>
      </p:sp>
      <p:sp>
        <p:nvSpPr>
          <p:cNvPr id="38951" name="Text Box 147"/>
          <p:cNvSpPr txBox="1">
            <a:spLocks noChangeArrowheads="1"/>
          </p:cNvSpPr>
          <p:nvPr/>
        </p:nvSpPr>
        <p:spPr bwMode="auto">
          <a:xfrm>
            <a:off x="3127375" y="996950"/>
            <a:ext cx="266223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a:r>
              <a:rPr kumimoji="0" lang="en-US" altLang="ja-JP" sz="1800" b="0">
                <a:latin typeface="Times New Roman" panose="02020603050405020304" pitchFamily="18" charset="0"/>
              </a:rPr>
              <a:t>Definition and usage</a:t>
            </a:r>
          </a:p>
        </p:txBody>
      </p:sp>
      <p:sp>
        <p:nvSpPr>
          <p:cNvPr id="38952" name="Text Box 148"/>
          <p:cNvSpPr txBox="1">
            <a:spLocks noChangeArrowheads="1"/>
          </p:cNvSpPr>
          <p:nvPr/>
        </p:nvSpPr>
        <p:spPr bwMode="auto">
          <a:xfrm>
            <a:off x="7472363" y="996950"/>
            <a:ext cx="201771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a:r>
              <a:rPr kumimoji="0" lang="en-US" altLang="ja-JP" sz="1800" b="0">
                <a:latin typeface="Times New Roman" panose="02020603050405020304" pitchFamily="18" charset="0"/>
              </a:rPr>
              <a:t>Basic shape</a:t>
            </a:r>
          </a:p>
        </p:txBody>
      </p:sp>
      <p:sp>
        <p:nvSpPr>
          <p:cNvPr id="515221" name="Text Box 149"/>
          <p:cNvSpPr txBox="1">
            <a:spLocks noChangeArrowheads="1"/>
          </p:cNvSpPr>
          <p:nvPr/>
        </p:nvSpPr>
        <p:spPr bwMode="auto">
          <a:xfrm>
            <a:off x="2576513" y="1760538"/>
            <a:ext cx="4176712" cy="1004887"/>
          </a:xfrm>
          <a:prstGeom prst="rect">
            <a:avLst/>
          </a:prstGeom>
          <a:noFill/>
          <a:ln w="9525">
            <a:noFill/>
            <a:miter lim="800000"/>
            <a:headEnd/>
            <a:tailEnd/>
          </a:ln>
          <a:effectLst/>
        </p:spPr>
        <p:txBody>
          <a:bodyPr anchor="ct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ja-JP" altLang="en-US" sz="1200">
                <a:latin typeface="Times New Roman" panose="02020603050405020304" pitchFamily="18" charset="0"/>
              </a:rPr>
              <a:t>・</a:t>
            </a:r>
            <a:r>
              <a:rPr lang="en-US" altLang="ja-JP" sz="1200">
                <a:latin typeface="Times New Roman" panose="02020603050405020304" pitchFamily="18" charset="0"/>
              </a:rPr>
              <a:t>This diagram is a technique to control the plan efficiently in advance by  making a schedule plan and step of procedures.</a:t>
            </a:r>
          </a:p>
          <a:p>
            <a:pPr eaLnBrk="1" hangingPunct="1"/>
            <a:r>
              <a:rPr lang="ja-JP" altLang="en-US" sz="1200">
                <a:latin typeface="Times New Roman" panose="02020603050405020304" pitchFamily="18" charset="0"/>
              </a:rPr>
              <a:t>・</a:t>
            </a:r>
            <a:r>
              <a:rPr lang="en-US" altLang="ja-JP" sz="1200">
                <a:latin typeface="Times New Roman" panose="02020603050405020304" pitchFamily="18" charset="0"/>
              </a:rPr>
              <a:t>It is used to analyze the process for improving the process or shorten schedule with appropriate time and appropriate work procedures.</a:t>
            </a:r>
            <a:r>
              <a:rPr lang="en-US" altLang="ja-JP" sz="1200">
                <a:effectLst>
                  <a:outerShdw blurRad="38100" dist="38100" dir="2700000" algn="tl">
                    <a:srgbClr val="000000"/>
                  </a:outerShdw>
                </a:effectLst>
                <a:latin typeface="Times New Roman" panose="02020603050405020304" pitchFamily="18" charset="0"/>
              </a:rPr>
              <a:t> </a:t>
            </a:r>
          </a:p>
        </p:txBody>
      </p:sp>
      <p:sp>
        <p:nvSpPr>
          <p:cNvPr id="515223" name="Text Box 151"/>
          <p:cNvSpPr txBox="1">
            <a:spLocks noChangeArrowheads="1"/>
          </p:cNvSpPr>
          <p:nvPr/>
        </p:nvSpPr>
        <p:spPr bwMode="auto">
          <a:xfrm>
            <a:off x="488950" y="2090738"/>
            <a:ext cx="1755775" cy="304800"/>
          </a:xfrm>
          <a:prstGeom prst="rect">
            <a:avLst/>
          </a:prstGeom>
          <a:noFill/>
          <a:ln w="9525">
            <a:noFill/>
            <a:miter lim="800000"/>
            <a:headEnd/>
            <a:tailEnd/>
          </a:ln>
          <a:effectLst/>
        </p:spPr>
        <p:txBody>
          <a:bodyPr anchor="ctr">
            <a:spAutoFit/>
          </a:bodyPr>
          <a:lstStyle/>
          <a:p>
            <a:pPr>
              <a:spcBef>
                <a:spcPct val="50000"/>
              </a:spcBef>
              <a:defRPr/>
            </a:pPr>
            <a:r>
              <a:rPr lang="en-US" altLang="ja-JP" sz="1400">
                <a:effectLst>
                  <a:outerShdw blurRad="38100" dist="38100" dir="2700000" algn="tl">
                    <a:srgbClr val="000000"/>
                  </a:outerShdw>
                </a:effectLst>
                <a:latin typeface="Times New Roman" pitchFamily="18" charset="0"/>
                <a:ea typeface="イワタ中丸ゴシック体(GT)" charset="-128"/>
                <a:cs typeface="Angsana New" pitchFamily="18" charset="-34"/>
              </a:rPr>
              <a:t>Arrow Diagram</a:t>
            </a:r>
          </a:p>
        </p:txBody>
      </p:sp>
      <p:sp>
        <p:nvSpPr>
          <p:cNvPr id="515228" name="Text Box 156"/>
          <p:cNvSpPr txBox="1">
            <a:spLocks noChangeArrowheads="1"/>
          </p:cNvSpPr>
          <p:nvPr/>
        </p:nvSpPr>
        <p:spPr bwMode="auto">
          <a:xfrm>
            <a:off x="488950" y="3622675"/>
            <a:ext cx="1755775" cy="730250"/>
          </a:xfrm>
          <a:prstGeom prst="rect">
            <a:avLst/>
          </a:prstGeom>
          <a:noFill/>
          <a:ln w="9525">
            <a:noFill/>
            <a:miter lim="800000"/>
            <a:headEnd/>
            <a:tailEnd/>
          </a:ln>
          <a:effectLst/>
        </p:spPr>
        <p:txBody>
          <a:bodyPr anchor="ctr">
            <a:spAutoFit/>
          </a:bodyPr>
          <a:lstStyle/>
          <a:p>
            <a:pPr>
              <a:spcBef>
                <a:spcPct val="50000"/>
              </a:spcBef>
              <a:defRPr/>
            </a:pPr>
            <a:r>
              <a:rPr lang="en-US" altLang="ja-JP" sz="1400">
                <a:effectLst>
                  <a:outerShdw blurRad="38100" dist="38100" dir="2700000" algn="tl">
                    <a:srgbClr val="000000"/>
                  </a:outerShdw>
                </a:effectLst>
                <a:latin typeface="Times New Roman" pitchFamily="18" charset="0"/>
                <a:ea typeface="イワタ中丸ゴシック体(GT)" charset="-128"/>
                <a:cs typeface="Angsana New" pitchFamily="18" charset="-34"/>
              </a:rPr>
              <a:t>Process Decision Program Chart, PDPC</a:t>
            </a:r>
          </a:p>
        </p:txBody>
      </p:sp>
      <p:sp>
        <p:nvSpPr>
          <p:cNvPr id="515229" name="Text Box 157"/>
          <p:cNvSpPr txBox="1">
            <a:spLocks noChangeArrowheads="1"/>
          </p:cNvSpPr>
          <p:nvPr/>
        </p:nvSpPr>
        <p:spPr bwMode="auto">
          <a:xfrm>
            <a:off x="488950" y="5275263"/>
            <a:ext cx="1755775" cy="581025"/>
          </a:xfrm>
          <a:prstGeom prst="rect">
            <a:avLst/>
          </a:prstGeom>
          <a:noFill/>
          <a:ln w="9525">
            <a:noFill/>
            <a:miter lim="800000"/>
            <a:headEnd/>
            <a:tailEnd/>
          </a:ln>
          <a:effectLst/>
        </p:spPr>
        <p:txBody>
          <a:bodyPr anchor="ctr">
            <a:spAutoFit/>
          </a:bodyPr>
          <a:lstStyle/>
          <a:p>
            <a:pPr>
              <a:spcBef>
                <a:spcPct val="50000"/>
              </a:spcBef>
              <a:defRPr/>
            </a:pPr>
            <a:r>
              <a:rPr lang="en-US" altLang="ja-JP" sz="1600">
                <a:effectLst>
                  <a:outerShdw blurRad="38100" dist="38100" dir="2700000" algn="tl">
                    <a:srgbClr val="000000"/>
                  </a:outerShdw>
                </a:effectLst>
                <a:latin typeface="Times New Roman" pitchFamily="18" charset="0"/>
                <a:ea typeface="イワタ中丸ゴシック体(GT)" charset="-128"/>
                <a:cs typeface="Angsana New" pitchFamily="18" charset="-34"/>
              </a:rPr>
              <a:t>Matrix Data Analysis Chart</a:t>
            </a:r>
          </a:p>
        </p:txBody>
      </p:sp>
      <p:sp>
        <p:nvSpPr>
          <p:cNvPr id="515230" name="Text Box 158"/>
          <p:cNvSpPr txBox="1">
            <a:spLocks noChangeArrowheads="1"/>
          </p:cNvSpPr>
          <p:nvPr/>
        </p:nvSpPr>
        <p:spPr bwMode="auto">
          <a:xfrm>
            <a:off x="2576513" y="3355975"/>
            <a:ext cx="4176712" cy="1370013"/>
          </a:xfrm>
          <a:prstGeom prst="rect">
            <a:avLst/>
          </a:prstGeom>
          <a:noFill/>
          <a:ln w="9525">
            <a:noFill/>
            <a:miter lim="800000"/>
            <a:headEnd/>
            <a:tailEnd/>
          </a:ln>
          <a:effectLst/>
        </p:spPr>
        <p:txBody>
          <a:bodyPr anchor="ct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ja-JP" altLang="en-US" sz="1200">
                <a:latin typeface="Times New Roman" panose="02020603050405020304" pitchFamily="18" charset="0"/>
              </a:rPr>
              <a:t>・</a:t>
            </a:r>
            <a:r>
              <a:rPr lang="en-US" altLang="ja-JP" sz="1200">
                <a:latin typeface="Times New Roman" panose="02020603050405020304" pitchFamily="18" charset="0"/>
              </a:rPr>
              <a:t>Process Decision Program Chart is a technique to obtain desired results and plan ahead due to rapidly changing circumstances.</a:t>
            </a:r>
          </a:p>
          <a:p>
            <a:pPr eaLnBrk="1" hangingPunct="1"/>
            <a:r>
              <a:rPr lang="ja-JP" altLang="en-US" sz="1200">
                <a:latin typeface="Times New Roman" panose="02020603050405020304" pitchFamily="18" charset="0"/>
              </a:rPr>
              <a:t>・</a:t>
            </a:r>
            <a:r>
              <a:rPr lang="en-US" altLang="ja-JP" sz="1200">
                <a:latin typeface="Times New Roman" panose="02020603050405020304" pitchFamily="18" charset="0"/>
              </a:rPr>
              <a:t> It is used for making measures for avoiding the events that might occur anytime from the present situation and for achieving the goal by substantial planning and appropriate judgment due to rapidly changing circumstances.</a:t>
            </a:r>
            <a:r>
              <a:rPr lang="en-US" altLang="ja-JP" sz="1200">
                <a:effectLst>
                  <a:outerShdw blurRad="38100" dist="38100" dir="2700000" algn="tl">
                    <a:srgbClr val="000000"/>
                  </a:outerShdw>
                </a:effectLst>
                <a:latin typeface="Times New Roman" panose="02020603050405020304" pitchFamily="18" charset="0"/>
              </a:rPr>
              <a:t> </a:t>
            </a:r>
          </a:p>
        </p:txBody>
      </p:sp>
      <p:sp>
        <p:nvSpPr>
          <p:cNvPr id="515233" name="Text Box 161"/>
          <p:cNvSpPr txBox="1">
            <a:spLocks noChangeArrowheads="1"/>
          </p:cNvSpPr>
          <p:nvPr/>
        </p:nvSpPr>
        <p:spPr bwMode="auto">
          <a:xfrm>
            <a:off x="2586038" y="5037138"/>
            <a:ext cx="4105275" cy="1370012"/>
          </a:xfrm>
          <a:prstGeom prst="rect">
            <a:avLst/>
          </a:prstGeom>
          <a:noFill/>
          <a:ln w="9525">
            <a:noFill/>
            <a:miter lim="800000"/>
            <a:headEnd/>
            <a:tailEnd/>
          </a:ln>
          <a:effectLst/>
        </p:spPr>
        <p:txBody>
          <a:bodyPr anchor="ct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ja-JP" altLang="en-US" sz="1200">
                <a:effectLst>
                  <a:outerShdw blurRad="38100" dist="38100" dir="2700000" algn="tl">
                    <a:srgbClr val="000000"/>
                  </a:outerShdw>
                </a:effectLst>
                <a:latin typeface="Times New Roman" panose="02020603050405020304" pitchFamily="18" charset="0"/>
              </a:rPr>
              <a:t>・</a:t>
            </a:r>
            <a:r>
              <a:rPr lang="en-US" altLang="ja-JP" sz="1200">
                <a:effectLst>
                  <a:outerShdw blurRad="38100" dist="38100" dir="2700000" algn="tl">
                    <a:srgbClr val="000000"/>
                  </a:outerShdw>
                </a:effectLst>
                <a:latin typeface="Times New Roman" panose="02020603050405020304" pitchFamily="18" charset="0"/>
              </a:rPr>
              <a:t>Matrix chart is a technique to find a way to predict all situations, arranging and solving when the data becomes a large size and the elements of X and Y axis are complexly intertwined. </a:t>
            </a:r>
          </a:p>
          <a:p>
            <a:pPr eaLnBrk="1" hangingPunct="1"/>
            <a:r>
              <a:rPr lang="ja-JP" altLang="en-US" sz="1200">
                <a:effectLst>
                  <a:outerShdw blurRad="38100" dist="38100" dir="2700000" algn="tl">
                    <a:srgbClr val="000000"/>
                  </a:outerShdw>
                </a:effectLst>
                <a:latin typeface="Times New Roman" panose="02020603050405020304" pitchFamily="18" charset="0"/>
              </a:rPr>
              <a:t>・</a:t>
            </a:r>
            <a:r>
              <a:rPr lang="en-US" altLang="ja-JP" sz="1200">
                <a:effectLst>
                  <a:outerShdw blurRad="38100" dist="38100" dir="2700000" algn="tl">
                    <a:srgbClr val="000000"/>
                  </a:outerShdw>
                </a:effectLst>
                <a:latin typeface="Times New Roman" panose="02020603050405020304" pitchFamily="18" charset="0"/>
              </a:rPr>
              <a:t>It is used when the evaluated items have a</a:t>
            </a:r>
            <a:r>
              <a:rPr lang="th-TH" altLang="ja-JP" sz="1200">
                <a:effectLst>
                  <a:outerShdw blurRad="38100" dist="38100" dir="2700000" algn="tl">
                    <a:srgbClr val="000000"/>
                  </a:outerShdw>
                </a:effectLst>
                <a:latin typeface="Times New Roman" panose="02020603050405020304" pitchFamily="18" charset="0"/>
              </a:rPr>
              <a:t> </a:t>
            </a:r>
            <a:r>
              <a:rPr lang="en-US" altLang="ja-JP" sz="1200">
                <a:effectLst>
                  <a:outerShdw blurRad="38100" dist="38100" dir="2700000" algn="tl">
                    <a:srgbClr val="000000"/>
                  </a:outerShdw>
                </a:effectLst>
                <a:latin typeface="Times New Roman" panose="02020603050405020304" pitchFamily="18" charset="0"/>
              </a:rPr>
              <a:t> large volume or unable to clarify the difference of data, so in turn difficult to obtain a result. </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7123" name="Text Box 3"/>
          <p:cNvSpPr txBox="1">
            <a:spLocks noChangeArrowheads="1"/>
          </p:cNvSpPr>
          <p:nvPr/>
        </p:nvSpPr>
        <p:spPr bwMode="auto">
          <a:xfrm>
            <a:off x="139700" y="800100"/>
            <a:ext cx="2527300" cy="531813"/>
          </a:xfrm>
          <a:prstGeom prst="rect">
            <a:avLst/>
          </a:prstGeom>
          <a:solidFill>
            <a:srgbClr val="008000"/>
          </a:solidFill>
          <a:ln w="12700">
            <a:solidFill>
              <a:schemeClr val="tx1"/>
            </a:solidFill>
            <a:miter lim="800000"/>
            <a:headEnd/>
            <a:tailEnd/>
          </a:ln>
          <a:effectLst>
            <a:outerShdw blurRad="63500" dist="107763" dir="2700000" algn="ctr" rotWithShape="0">
              <a:schemeClr val="bg2">
                <a:alpha val="74998"/>
              </a:schemeClr>
            </a:outerShdw>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spcBef>
                <a:spcPct val="50000"/>
              </a:spcBef>
            </a:pPr>
            <a:r>
              <a:rPr lang="ja-JP" altLang="en-US" sz="2000">
                <a:effectLst>
                  <a:outerShdw blurRad="38100" dist="38100" dir="2700000" algn="tl">
                    <a:srgbClr val="000000"/>
                  </a:outerShdw>
                </a:effectLst>
                <a:latin typeface="Times New Roman" panose="02020603050405020304" pitchFamily="18" charset="0"/>
              </a:rPr>
              <a:t>１．</a:t>
            </a:r>
            <a:r>
              <a:rPr lang="en-US" altLang="ja-JP" sz="2400">
                <a:effectLst>
                  <a:outerShdw blurRad="38100" dist="38100" dir="2700000" algn="tl">
                    <a:srgbClr val="000000"/>
                  </a:outerShdw>
                </a:effectLst>
                <a:latin typeface="Times New Roman" panose="02020603050405020304" pitchFamily="18" charset="0"/>
              </a:rPr>
              <a:t>Graph</a:t>
            </a:r>
            <a:r>
              <a:rPr lang="en-US" altLang="ja-JP">
                <a:effectLst>
                  <a:outerShdw blurRad="38100" dist="38100" dir="2700000" algn="tl">
                    <a:srgbClr val="000000"/>
                  </a:outerShdw>
                </a:effectLst>
                <a:latin typeface="Times New Roman" panose="02020603050405020304" pitchFamily="18" charset="0"/>
              </a:rPr>
              <a:t> </a:t>
            </a:r>
          </a:p>
        </p:txBody>
      </p:sp>
      <p:grpSp>
        <p:nvGrpSpPr>
          <p:cNvPr id="39939" name="Group 126"/>
          <p:cNvGrpSpPr>
            <a:grpSpLocks/>
          </p:cNvGrpSpPr>
          <p:nvPr/>
        </p:nvGrpSpPr>
        <p:grpSpPr bwMode="auto">
          <a:xfrm>
            <a:off x="273050" y="1320800"/>
            <a:ext cx="9623425" cy="5427663"/>
            <a:chOff x="172" y="832"/>
            <a:chExt cx="6062" cy="3419"/>
          </a:xfrm>
        </p:grpSpPr>
        <p:sp>
          <p:nvSpPr>
            <p:cNvPr id="517125" name="Rectangle 5"/>
            <p:cNvSpPr>
              <a:spLocks noChangeArrowheads="1"/>
            </p:cNvSpPr>
            <p:nvPr/>
          </p:nvSpPr>
          <p:spPr bwMode="auto">
            <a:xfrm>
              <a:off x="192" y="847"/>
              <a:ext cx="5998" cy="3404"/>
            </a:xfrm>
            <a:prstGeom prst="rect">
              <a:avLst/>
            </a:prstGeom>
            <a:solidFill>
              <a:srgbClr val="000080">
                <a:alpha val="50000"/>
              </a:srgbClr>
            </a:solidFill>
            <a:ln w="9525">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17126" name="Line 6"/>
            <p:cNvSpPr>
              <a:spLocks noChangeShapeType="1"/>
            </p:cNvSpPr>
            <p:nvPr/>
          </p:nvSpPr>
          <p:spPr bwMode="auto">
            <a:xfrm>
              <a:off x="192" y="1015"/>
              <a:ext cx="5998" cy="1"/>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7127" name="Line 7"/>
            <p:cNvSpPr>
              <a:spLocks noChangeShapeType="1"/>
            </p:cNvSpPr>
            <p:nvPr/>
          </p:nvSpPr>
          <p:spPr bwMode="auto">
            <a:xfrm>
              <a:off x="1054" y="847"/>
              <a:ext cx="1" cy="3404"/>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7128" name="Line 8"/>
            <p:cNvSpPr>
              <a:spLocks noChangeShapeType="1"/>
            </p:cNvSpPr>
            <p:nvPr/>
          </p:nvSpPr>
          <p:spPr bwMode="auto">
            <a:xfrm>
              <a:off x="1788" y="847"/>
              <a:ext cx="1" cy="3404"/>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7129" name="Line 9"/>
            <p:cNvSpPr>
              <a:spLocks noChangeShapeType="1"/>
            </p:cNvSpPr>
            <p:nvPr/>
          </p:nvSpPr>
          <p:spPr bwMode="auto">
            <a:xfrm>
              <a:off x="3254" y="847"/>
              <a:ext cx="1" cy="3404"/>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7130" name="Line 10"/>
            <p:cNvSpPr>
              <a:spLocks noChangeShapeType="1"/>
            </p:cNvSpPr>
            <p:nvPr/>
          </p:nvSpPr>
          <p:spPr bwMode="auto">
            <a:xfrm>
              <a:off x="4640" y="847"/>
              <a:ext cx="1" cy="3401"/>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7131" name="Line 11"/>
            <p:cNvSpPr>
              <a:spLocks noChangeShapeType="1"/>
            </p:cNvSpPr>
            <p:nvPr/>
          </p:nvSpPr>
          <p:spPr bwMode="auto">
            <a:xfrm flipV="1">
              <a:off x="203" y="1637"/>
              <a:ext cx="5987" cy="2"/>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7132" name="Line 12"/>
            <p:cNvSpPr>
              <a:spLocks noChangeShapeType="1"/>
            </p:cNvSpPr>
            <p:nvPr/>
          </p:nvSpPr>
          <p:spPr bwMode="auto">
            <a:xfrm>
              <a:off x="192" y="2285"/>
              <a:ext cx="5998" cy="1"/>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7133" name="Line 13"/>
            <p:cNvSpPr>
              <a:spLocks noChangeShapeType="1"/>
            </p:cNvSpPr>
            <p:nvPr/>
          </p:nvSpPr>
          <p:spPr bwMode="auto">
            <a:xfrm>
              <a:off x="1056" y="2928"/>
              <a:ext cx="5088" cy="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7134" name="Line 14"/>
            <p:cNvSpPr>
              <a:spLocks noChangeShapeType="1"/>
            </p:cNvSpPr>
            <p:nvPr/>
          </p:nvSpPr>
          <p:spPr bwMode="auto">
            <a:xfrm>
              <a:off x="192" y="3504"/>
              <a:ext cx="5998" cy="1"/>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7135" name="Text Box 15"/>
            <p:cNvSpPr txBox="1">
              <a:spLocks noChangeArrowheads="1"/>
            </p:cNvSpPr>
            <p:nvPr/>
          </p:nvSpPr>
          <p:spPr bwMode="auto">
            <a:xfrm>
              <a:off x="196" y="1026"/>
              <a:ext cx="904" cy="594"/>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400">
                  <a:effectLst>
                    <a:outerShdw blurRad="38100" dist="38100" dir="2700000" algn="tl">
                      <a:srgbClr val="000000"/>
                    </a:outerShdw>
                  </a:effectLst>
                  <a:latin typeface="Times New Roman" panose="02020603050405020304" pitchFamily="18" charset="0"/>
                  <a:ea typeface="イワタ中丸ゴシック体(GT)" charset="-128"/>
                </a:rPr>
                <a:t>Compare the size of numerical quantities.</a:t>
              </a:r>
            </a:p>
          </p:txBody>
        </p:sp>
        <p:sp>
          <p:nvSpPr>
            <p:cNvPr id="517136" name="Text Box 16"/>
            <p:cNvSpPr txBox="1">
              <a:spLocks noChangeArrowheads="1"/>
            </p:cNvSpPr>
            <p:nvPr/>
          </p:nvSpPr>
          <p:spPr bwMode="auto">
            <a:xfrm>
              <a:off x="1136" y="1024"/>
              <a:ext cx="820" cy="192"/>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en-US" altLang="ja-JP" sz="1200">
                  <a:solidFill>
                    <a:schemeClr val="folHlink"/>
                  </a:solidFill>
                  <a:effectLst>
                    <a:outerShdw blurRad="38100" dist="38100" dir="2700000" algn="tl">
                      <a:srgbClr val="000000"/>
                    </a:outerShdw>
                  </a:effectLst>
                  <a:latin typeface="Times New Roman" panose="02020603050405020304" pitchFamily="18" charset="0"/>
                  <a:ea typeface="イワタ中丸ゴシック体(GT)" charset="-128"/>
                </a:rPr>
                <a:t>Bar graph</a:t>
              </a:r>
              <a:r>
                <a:rPr lang="en-US" altLang="ja-JP" sz="1400">
                  <a:effectLst>
                    <a:outerShdw blurRad="38100" dist="38100" dir="2700000" algn="tl">
                      <a:srgbClr val="000000"/>
                    </a:outerShdw>
                  </a:effectLst>
                  <a:latin typeface="Times New Roman" panose="02020603050405020304" pitchFamily="18" charset="0"/>
                  <a:ea typeface="イワタ中丸ゴシック体(GT)" charset="-128"/>
                </a:rPr>
                <a:t> </a:t>
              </a:r>
            </a:p>
          </p:txBody>
        </p:sp>
        <p:sp>
          <p:nvSpPr>
            <p:cNvPr id="517137" name="Text Box 17"/>
            <p:cNvSpPr txBox="1">
              <a:spLocks noChangeArrowheads="1"/>
            </p:cNvSpPr>
            <p:nvPr/>
          </p:nvSpPr>
          <p:spPr bwMode="auto">
            <a:xfrm>
              <a:off x="231" y="832"/>
              <a:ext cx="823" cy="212"/>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spcBef>
                  <a:spcPct val="50000"/>
                </a:spcBef>
              </a:pPr>
              <a:r>
                <a:rPr lang="en-US" altLang="ja-JP" sz="1600">
                  <a:effectLst>
                    <a:outerShdw blurRad="38100" dist="38100" dir="2700000" algn="tl">
                      <a:srgbClr val="000000"/>
                    </a:outerShdw>
                  </a:effectLst>
                  <a:latin typeface="Times New Roman" panose="02020603050405020304" pitchFamily="18" charset="0"/>
                  <a:ea typeface="イワタ中丸ゴシック体(GT)" charset="-128"/>
                </a:rPr>
                <a:t>Purpose</a:t>
              </a:r>
            </a:p>
          </p:txBody>
        </p:sp>
        <p:sp>
          <p:nvSpPr>
            <p:cNvPr id="517138" name="Text Box 18"/>
            <p:cNvSpPr txBox="1">
              <a:spLocks noChangeArrowheads="1"/>
            </p:cNvSpPr>
            <p:nvPr/>
          </p:nvSpPr>
          <p:spPr bwMode="auto">
            <a:xfrm>
              <a:off x="1077" y="832"/>
              <a:ext cx="821" cy="192"/>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en-US" altLang="ja-JP" sz="1400">
                  <a:effectLst>
                    <a:outerShdw blurRad="38100" dist="38100" dir="2700000" algn="tl">
                      <a:srgbClr val="000000"/>
                    </a:outerShdw>
                  </a:effectLst>
                  <a:latin typeface="Times New Roman" panose="02020603050405020304" pitchFamily="18" charset="0"/>
                  <a:ea typeface="イワタ中丸ゴシック体(GT)" charset="-128"/>
                </a:rPr>
                <a:t>Graph name </a:t>
              </a:r>
            </a:p>
          </p:txBody>
        </p:sp>
        <p:sp>
          <p:nvSpPr>
            <p:cNvPr id="517139" name="Text Box 19"/>
            <p:cNvSpPr txBox="1">
              <a:spLocks noChangeArrowheads="1"/>
            </p:cNvSpPr>
            <p:nvPr/>
          </p:nvSpPr>
          <p:spPr bwMode="auto">
            <a:xfrm>
              <a:off x="1777" y="840"/>
              <a:ext cx="1477" cy="212"/>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spcBef>
                  <a:spcPct val="50000"/>
                </a:spcBef>
              </a:pPr>
              <a:r>
                <a:rPr lang="en-US" altLang="ja-JP" sz="1600">
                  <a:effectLst>
                    <a:outerShdw blurRad="38100" dist="38100" dir="2700000" algn="tl">
                      <a:srgbClr val="000000"/>
                    </a:outerShdw>
                  </a:effectLst>
                  <a:latin typeface="Times New Roman" panose="02020603050405020304" pitchFamily="18" charset="0"/>
                  <a:ea typeface="イワタ中丸ゴシック体(GT)" charset="-128"/>
                </a:rPr>
                <a:t>Diagram</a:t>
              </a:r>
            </a:p>
          </p:txBody>
        </p:sp>
        <p:sp>
          <p:nvSpPr>
            <p:cNvPr id="517140" name="Text Box 20"/>
            <p:cNvSpPr txBox="1">
              <a:spLocks noChangeArrowheads="1"/>
            </p:cNvSpPr>
            <p:nvPr/>
          </p:nvSpPr>
          <p:spPr bwMode="auto">
            <a:xfrm>
              <a:off x="3244" y="836"/>
              <a:ext cx="1396" cy="192"/>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spcBef>
                  <a:spcPct val="50000"/>
                </a:spcBef>
              </a:pPr>
              <a:r>
                <a:rPr lang="en-US" altLang="ja-JP" sz="1400">
                  <a:effectLst>
                    <a:outerShdw blurRad="38100" dist="38100" dir="2700000" algn="tl">
                      <a:srgbClr val="000000"/>
                    </a:outerShdw>
                  </a:effectLst>
                  <a:latin typeface="Times New Roman" panose="02020603050405020304" pitchFamily="18" charset="0"/>
                  <a:ea typeface="イワタ中丸ゴシック体(GT)" charset="-128"/>
                </a:rPr>
                <a:t>Graph explanation </a:t>
              </a:r>
            </a:p>
          </p:txBody>
        </p:sp>
        <p:sp>
          <p:nvSpPr>
            <p:cNvPr id="517141" name="Text Box 21"/>
            <p:cNvSpPr txBox="1">
              <a:spLocks noChangeArrowheads="1"/>
            </p:cNvSpPr>
            <p:nvPr/>
          </p:nvSpPr>
          <p:spPr bwMode="auto">
            <a:xfrm>
              <a:off x="4628" y="836"/>
              <a:ext cx="1562" cy="192"/>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spcBef>
                  <a:spcPct val="50000"/>
                </a:spcBef>
              </a:pPr>
              <a:r>
                <a:rPr lang="en-US" altLang="ja-JP" sz="1400">
                  <a:effectLst>
                    <a:outerShdw blurRad="38100" dist="38100" dir="2700000" algn="tl">
                      <a:srgbClr val="000000"/>
                    </a:outerShdw>
                  </a:effectLst>
                  <a:latin typeface="Times New Roman" panose="02020603050405020304" pitchFamily="18" charset="0"/>
                  <a:ea typeface="イワタ中丸ゴシック体(GT)" charset="-128"/>
                </a:rPr>
                <a:t>Characteristic </a:t>
              </a:r>
            </a:p>
          </p:txBody>
        </p:sp>
        <p:sp>
          <p:nvSpPr>
            <p:cNvPr id="517142" name="Text Box 22"/>
            <p:cNvSpPr txBox="1">
              <a:spLocks noChangeArrowheads="1"/>
            </p:cNvSpPr>
            <p:nvPr/>
          </p:nvSpPr>
          <p:spPr bwMode="auto">
            <a:xfrm>
              <a:off x="3282" y="1046"/>
              <a:ext cx="1518" cy="288"/>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200">
                  <a:effectLst>
                    <a:outerShdw blurRad="38100" dist="38100" dir="2700000" algn="tl">
                      <a:srgbClr val="000000"/>
                    </a:outerShdw>
                  </a:effectLst>
                  <a:latin typeface="Times New Roman" panose="02020603050405020304" pitchFamily="18" charset="0"/>
                  <a:ea typeface="イワタ中丸ゴシック体(GT)" charset="-128"/>
                </a:rPr>
                <a:t>Compare the quantities by length of a bar.</a:t>
              </a:r>
            </a:p>
          </p:txBody>
        </p:sp>
        <p:sp>
          <p:nvSpPr>
            <p:cNvPr id="517143" name="Text Box 23"/>
            <p:cNvSpPr txBox="1">
              <a:spLocks noChangeArrowheads="1"/>
            </p:cNvSpPr>
            <p:nvPr/>
          </p:nvSpPr>
          <p:spPr bwMode="auto">
            <a:xfrm>
              <a:off x="4643" y="1024"/>
              <a:ext cx="1587" cy="403"/>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en-US" altLang="ja-JP" sz="1200">
                  <a:effectLst>
                    <a:outerShdw blurRad="38100" dist="38100" dir="2700000" algn="tl">
                      <a:srgbClr val="000000"/>
                    </a:outerShdw>
                  </a:effectLst>
                  <a:latin typeface="Times New Roman" panose="02020603050405020304" pitchFamily="18" charset="0"/>
                  <a:ea typeface="イワタ中丸ゴシック体(GT)" charset="-128"/>
                </a:rPr>
                <a:t>A graph which is used most commonly and is easy to create and express correctly. </a:t>
              </a:r>
            </a:p>
          </p:txBody>
        </p:sp>
        <p:grpSp>
          <p:nvGrpSpPr>
            <p:cNvPr id="39961" name="Group 24"/>
            <p:cNvGrpSpPr>
              <a:grpSpLocks/>
            </p:cNvGrpSpPr>
            <p:nvPr/>
          </p:nvGrpSpPr>
          <p:grpSpPr bwMode="auto">
            <a:xfrm>
              <a:off x="1962" y="1153"/>
              <a:ext cx="1149" cy="431"/>
              <a:chOff x="1971" y="1153"/>
              <a:chExt cx="1140" cy="431"/>
            </a:xfrm>
          </p:grpSpPr>
          <p:sp>
            <p:nvSpPr>
              <p:cNvPr id="517145" name="Rectangle 25"/>
              <p:cNvSpPr>
                <a:spLocks noChangeArrowheads="1"/>
              </p:cNvSpPr>
              <p:nvPr/>
            </p:nvSpPr>
            <p:spPr bwMode="auto">
              <a:xfrm>
                <a:off x="2134" y="1194"/>
                <a:ext cx="166" cy="382"/>
              </a:xfrm>
              <a:prstGeom prst="rect">
                <a:avLst/>
              </a:prstGeom>
              <a:solidFill>
                <a:srgbClr val="FF99CC"/>
              </a:solidFill>
              <a:ln w="19050">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17146" name="Rectangle 26"/>
              <p:cNvSpPr>
                <a:spLocks noChangeArrowheads="1"/>
              </p:cNvSpPr>
              <p:nvPr/>
            </p:nvSpPr>
            <p:spPr bwMode="auto">
              <a:xfrm>
                <a:off x="2378" y="1289"/>
                <a:ext cx="166" cy="287"/>
              </a:xfrm>
              <a:prstGeom prst="rect">
                <a:avLst/>
              </a:prstGeom>
              <a:solidFill>
                <a:srgbClr val="FF99CC"/>
              </a:solidFill>
              <a:ln w="19050">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17147" name="Rectangle 27"/>
              <p:cNvSpPr>
                <a:spLocks noChangeArrowheads="1"/>
              </p:cNvSpPr>
              <p:nvPr/>
            </p:nvSpPr>
            <p:spPr bwMode="auto">
              <a:xfrm>
                <a:off x="2622" y="1385"/>
                <a:ext cx="163" cy="191"/>
              </a:xfrm>
              <a:prstGeom prst="rect">
                <a:avLst/>
              </a:prstGeom>
              <a:solidFill>
                <a:srgbClr val="FF99CC"/>
              </a:solidFill>
              <a:ln w="19050">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17148" name="Rectangle 28"/>
              <p:cNvSpPr>
                <a:spLocks noChangeArrowheads="1"/>
              </p:cNvSpPr>
              <p:nvPr/>
            </p:nvSpPr>
            <p:spPr bwMode="auto">
              <a:xfrm>
                <a:off x="2867" y="1480"/>
                <a:ext cx="163" cy="96"/>
              </a:xfrm>
              <a:prstGeom prst="rect">
                <a:avLst/>
              </a:prstGeom>
              <a:solidFill>
                <a:srgbClr val="FF99CC"/>
              </a:solidFill>
              <a:ln w="19050">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17149" name="Line 29"/>
              <p:cNvSpPr>
                <a:spLocks noChangeShapeType="1"/>
              </p:cNvSpPr>
              <p:nvPr/>
            </p:nvSpPr>
            <p:spPr bwMode="auto">
              <a:xfrm>
                <a:off x="1971" y="1153"/>
                <a:ext cx="5" cy="431"/>
              </a:xfrm>
              <a:prstGeom prst="line">
                <a:avLst/>
              </a:prstGeom>
              <a:noFill/>
              <a:ln w="285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7150" name="Line 30"/>
              <p:cNvSpPr>
                <a:spLocks noChangeShapeType="1"/>
              </p:cNvSpPr>
              <p:nvPr/>
            </p:nvSpPr>
            <p:spPr bwMode="auto">
              <a:xfrm>
                <a:off x="1971" y="1576"/>
                <a:ext cx="1140" cy="0"/>
              </a:xfrm>
              <a:prstGeom prst="line">
                <a:avLst/>
              </a:prstGeom>
              <a:noFill/>
              <a:ln w="285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grpSp>
        <p:sp>
          <p:nvSpPr>
            <p:cNvPr id="517151" name="Text Box 31"/>
            <p:cNvSpPr txBox="1">
              <a:spLocks noChangeArrowheads="1"/>
            </p:cNvSpPr>
            <p:nvPr/>
          </p:nvSpPr>
          <p:spPr bwMode="auto">
            <a:xfrm>
              <a:off x="177" y="1673"/>
              <a:ext cx="904" cy="460"/>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400">
                  <a:effectLst>
                    <a:outerShdw blurRad="38100" dist="38100" dir="2700000" algn="tl">
                      <a:srgbClr val="000000"/>
                    </a:outerShdw>
                  </a:effectLst>
                  <a:latin typeface="Times New Roman" panose="02020603050405020304" pitchFamily="18" charset="0"/>
                  <a:ea typeface="イワタ中丸ゴシック体(GT)" charset="-128"/>
                </a:rPr>
                <a:t>Shows the  changes of data over time.</a:t>
              </a:r>
            </a:p>
          </p:txBody>
        </p:sp>
        <p:sp>
          <p:nvSpPr>
            <p:cNvPr id="517152" name="Text Box 32"/>
            <p:cNvSpPr txBox="1">
              <a:spLocks noChangeArrowheads="1"/>
            </p:cNvSpPr>
            <p:nvPr/>
          </p:nvSpPr>
          <p:spPr bwMode="auto">
            <a:xfrm>
              <a:off x="1092" y="1683"/>
              <a:ext cx="822" cy="192"/>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200">
                  <a:solidFill>
                    <a:schemeClr val="folHlink"/>
                  </a:solidFill>
                  <a:effectLst>
                    <a:outerShdw blurRad="38100" dist="38100" dir="2700000" algn="tl">
                      <a:srgbClr val="000000"/>
                    </a:outerShdw>
                  </a:effectLst>
                  <a:latin typeface="Times New Roman" panose="02020603050405020304" pitchFamily="18" charset="0"/>
                  <a:ea typeface="イワタ中丸ゴシック体(GT)" charset="-128"/>
                </a:rPr>
                <a:t>Line graph</a:t>
              </a:r>
              <a:r>
                <a:rPr lang="en-US" altLang="ja-JP" sz="1400">
                  <a:solidFill>
                    <a:schemeClr val="folHlink"/>
                  </a:solidFill>
                  <a:effectLst>
                    <a:outerShdw blurRad="38100" dist="38100" dir="2700000" algn="tl">
                      <a:srgbClr val="000000"/>
                    </a:outerShdw>
                  </a:effectLst>
                  <a:latin typeface="Times New Roman" panose="02020603050405020304" pitchFamily="18" charset="0"/>
                  <a:ea typeface="イワタ中丸ゴシック体(GT)" charset="-128"/>
                </a:rPr>
                <a:t> </a:t>
              </a:r>
            </a:p>
          </p:txBody>
        </p:sp>
        <p:sp>
          <p:nvSpPr>
            <p:cNvPr id="517153" name="Text Box 33"/>
            <p:cNvSpPr txBox="1">
              <a:spLocks noChangeArrowheads="1"/>
            </p:cNvSpPr>
            <p:nvPr/>
          </p:nvSpPr>
          <p:spPr bwMode="auto">
            <a:xfrm>
              <a:off x="3282" y="1668"/>
              <a:ext cx="1335" cy="633"/>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200">
                  <a:effectLst>
                    <a:outerShdw blurRad="38100" dist="38100" dir="2700000" algn="tl">
                      <a:srgbClr val="000000"/>
                    </a:outerShdw>
                  </a:effectLst>
                  <a:latin typeface="Times New Roman" panose="02020603050405020304" pitchFamily="18" charset="0"/>
                  <a:ea typeface="イワタ中丸ゴシック体(GT)" charset="-128"/>
                </a:rPr>
                <a:t>The X axis represents time , Y axis representing the collected numerical values. Plot the data and connect with a solid line.</a:t>
              </a:r>
            </a:p>
          </p:txBody>
        </p:sp>
        <p:sp>
          <p:nvSpPr>
            <p:cNvPr id="517154" name="Text Box 34"/>
            <p:cNvSpPr txBox="1">
              <a:spLocks noChangeArrowheads="1"/>
            </p:cNvSpPr>
            <p:nvPr/>
          </p:nvSpPr>
          <p:spPr bwMode="auto">
            <a:xfrm>
              <a:off x="4636" y="1677"/>
              <a:ext cx="1598" cy="288"/>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en-US" altLang="ja-JP" sz="1200">
                  <a:effectLst>
                    <a:outerShdw blurRad="38100" dist="38100" dir="2700000" algn="tl">
                      <a:srgbClr val="000000"/>
                    </a:outerShdw>
                  </a:effectLst>
                  <a:latin typeface="Times New Roman" panose="02020603050405020304" pitchFamily="18" charset="0"/>
                  <a:ea typeface="イワタ中丸ゴシック体(GT)" charset="-128"/>
                </a:rPr>
                <a:t>It is good for spotting trends and continuing changes over time. </a:t>
              </a:r>
            </a:p>
          </p:txBody>
        </p:sp>
        <p:sp>
          <p:nvSpPr>
            <p:cNvPr id="517155" name="Text Box 35"/>
            <p:cNvSpPr txBox="1">
              <a:spLocks noChangeArrowheads="1"/>
            </p:cNvSpPr>
            <p:nvPr/>
          </p:nvSpPr>
          <p:spPr bwMode="auto">
            <a:xfrm>
              <a:off x="172" y="2568"/>
              <a:ext cx="904" cy="385"/>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600">
                  <a:effectLst>
                    <a:outerShdw blurRad="38100" dist="38100" dir="2700000" algn="tl">
                      <a:srgbClr val="000000"/>
                    </a:outerShdw>
                  </a:effectLst>
                  <a:latin typeface="Times New Roman" panose="02020603050405020304" pitchFamily="18" charset="0"/>
                  <a:ea typeface="イワタ中丸ゴシック体(GT)" charset="-128"/>
                </a:rPr>
                <a:t>Show the details</a:t>
              </a:r>
              <a:r>
                <a:rPr lang="en-US" altLang="ja-JP" sz="1800">
                  <a:effectLst>
                    <a:outerShdw blurRad="38100" dist="38100" dir="2700000" algn="tl">
                      <a:srgbClr val="000000"/>
                    </a:outerShdw>
                  </a:effectLst>
                  <a:latin typeface="Times New Roman" panose="02020603050405020304" pitchFamily="18" charset="0"/>
                  <a:ea typeface="イワタ中丸ゴシック体(GT)" charset="-128"/>
                </a:rPr>
                <a:t> </a:t>
              </a:r>
            </a:p>
          </p:txBody>
        </p:sp>
        <p:sp>
          <p:nvSpPr>
            <p:cNvPr id="517156" name="Text Box 36"/>
            <p:cNvSpPr txBox="1">
              <a:spLocks noChangeArrowheads="1"/>
            </p:cNvSpPr>
            <p:nvPr/>
          </p:nvSpPr>
          <p:spPr bwMode="auto">
            <a:xfrm>
              <a:off x="1124" y="2330"/>
              <a:ext cx="821" cy="173"/>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en-US" altLang="ja-JP" sz="1200">
                  <a:solidFill>
                    <a:schemeClr val="folHlink"/>
                  </a:solidFill>
                  <a:effectLst>
                    <a:outerShdw blurRad="38100" dist="38100" dir="2700000" algn="tl">
                      <a:srgbClr val="000000"/>
                    </a:outerShdw>
                  </a:effectLst>
                  <a:latin typeface="Times New Roman" panose="02020603050405020304" pitchFamily="18" charset="0"/>
                  <a:ea typeface="イワタ中丸ゴシック体(GT)" charset="-128"/>
                </a:rPr>
                <a:t>Pie chart </a:t>
              </a:r>
            </a:p>
          </p:txBody>
        </p:sp>
        <p:grpSp>
          <p:nvGrpSpPr>
            <p:cNvPr id="39968" name="Group 37"/>
            <p:cNvGrpSpPr>
              <a:grpSpLocks/>
            </p:cNvGrpSpPr>
            <p:nvPr/>
          </p:nvGrpSpPr>
          <p:grpSpPr bwMode="auto">
            <a:xfrm>
              <a:off x="2106" y="2320"/>
              <a:ext cx="774" cy="576"/>
              <a:chOff x="2001" y="2411"/>
              <a:chExt cx="1040" cy="425"/>
            </a:xfrm>
          </p:grpSpPr>
          <p:sp>
            <p:nvSpPr>
              <p:cNvPr id="517158" name="Oval 38"/>
              <p:cNvSpPr>
                <a:spLocks noChangeArrowheads="1"/>
              </p:cNvSpPr>
              <p:nvPr/>
            </p:nvSpPr>
            <p:spPr bwMode="auto">
              <a:xfrm>
                <a:off x="2001" y="2411"/>
                <a:ext cx="1040" cy="425"/>
              </a:xfrm>
              <a:prstGeom prst="ellipse">
                <a:avLst/>
              </a:prstGeom>
              <a:noFill/>
              <a:ln w="28575">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17159" name="Line 39"/>
              <p:cNvSpPr>
                <a:spLocks noChangeShapeType="1"/>
              </p:cNvSpPr>
              <p:nvPr/>
            </p:nvSpPr>
            <p:spPr bwMode="auto">
              <a:xfrm flipH="1">
                <a:off x="2521" y="2411"/>
                <a:ext cx="1" cy="217"/>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7160" name="Line 40"/>
              <p:cNvSpPr>
                <a:spLocks noChangeShapeType="1"/>
              </p:cNvSpPr>
              <p:nvPr/>
            </p:nvSpPr>
            <p:spPr bwMode="auto">
              <a:xfrm flipH="1">
                <a:off x="2201" y="2624"/>
                <a:ext cx="317" cy="166"/>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7161" name="Line 41"/>
              <p:cNvSpPr>
                <a:spLocks noChangeShapeType="1"/>
              </p:cNvSpPr>
              <p:nvPr/>
            </p:nvSpPr>
            <p:spPr bwMode="auto">
              <a:xfrm>
                <a:off x="2096" y="2488"/>
                <a:ext cx="419" cy="138"/>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grpSp>
        <p:sp>
          <p:nvSpPr>
            <p:cNvPr id="517162" name="Text Box 42"/>
            <p:cNvSpPr txBox="1">
              <a:spLocks noChangeArrowheads="1"/>
            </p:cNvSpPr>
            <p:nvPr/>
          </p:nvSpPr>
          <p:spPr bwMode="auto">
            <a:xfrm>
              <a:off x="3282" y="2324"/>
              <a:ext cx="1518" cy="288"/>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200">
                  <a:effectLst>
                    <a:outerShdw blurRad="38100" dist="38100" dir="2700000" algn="tl">
                      <a:srgbClr val="000000"/>
                    </a:outerShdw>
                  </a:effectLst>
                  <a:latin typeface="Times New Roman" panose="02020603050405020304" pitchFamily="18" charset="0"/>
                  <a:ea typeface="イワタ中丸ゴシック体(GT)" charset="-128"/>
                </a:rPr>
                <a:t>Divide a circle by structure ratio of classification items. </a:t>
              </a:r>
            </a:p>
          </p:txBody>
        </p:sp>
        <p:sp>
          <p:nvSpPr>
            <p:cNvPr id="517163" name="Text Box 43"/>
            <p:cNvSpPr txBox="1">
              <a:spLocks noChangeArrowheads="1"/>
            </p:cNvSpPr>
            <p:nvPr/>
          </p:nvSpPr>
          <p:spPr bwMode="auto">
            <a:xfrm>
              <a:off x="4637" y="2313"/>
              <a:ext cx="1593" cy="518"/>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200">
                  <a:effectLst>
                    <a:outerShdw blurRad="38100" dist="38100" dir="2700000" algn="tl">
                      <a:srgbClr val="000000"/>
                    </a:outerShdw>
                  </a:effectLst>
                  <a:latin typeface="Times New Roman" panose="02020603050405020304" pitchFamily="18" charset="0"/>
                  <a:ea typeface="イワタ中丸ゴシック体(GT)" charset="-128"/>
                </a:rPr>
                <a:t>Use when showing the ratio of details, such as classification of defects, production quantity, areas and  population.</a:t>
              </a:r>
            </a:p>
          </p:txBody>
        </p:sp>
        <p:sp>
          <p:nvSpPr>
            <p:cNvPr id="517164" name="Text Box 44"/>
            <p:cNvSpPr txBox="1">
              <a:spLocks noChangeArrowheads="1"/>
            </p:cNvSpPr>
            <p:nvPr/>
          </p:nvSpPr>
          <p:spPr bwMode="auto">
            <a:xfrm>
              <a:off x="1132" y="2960"/>
              <a:ext cx="820" cy="288"/>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200">
                  <a:solidFill>
                    <a:schemeClr val="folHlink"/>
                  </a:solidFill>
                  <a:effectLst>
                    <a:outerShdw blurRad="38100" dist="38100" dir="2700000" algn="tl">
                      <a:srgbClr val="000000"/>
                    </a:outerShdw>
                  </a:effectLst>
                  <a:latin typeface="Times New Roman" panose="02020603050405020304" pitchFamily="18" charset="0"/>
                  <a:ea typeface="イワタ中丸ゴシック体(GT)" charset="-128"/>
                </a:rPr>
                <a:t>Column graph</a:t>
              </a:r>
            </a:p>
            <a:p>
              <a:pPr eaLnBrk="1" hangingPunct="1"/>
              <a:r>
                <a:rPr lang="en-US" altLang="ja-JP" sz="1200">
                  <a:solidFill>
                    <a:schemeClr val="folHlink"/>
                  </a:solidFill>
                  <a:effectLst>
                    <a:outerShdw blurRad="38100" dist="38100" dir="2700000" algn="tl">
                      <a:srgbClr val="000000"/>
                    </a:outerShdw>
                  </a:effectLst>
                  <a:latin typeface="Times New Roman" panose="02020603050405020304" pitchFamily="18" charset="0"/>
                  <a:ea typeface="イワタ中丸ゴシック体(GT)" charset="-128"/>
                </a:rPr>
                <a:t>(Belt Graph) </a:t>
              </a:r>
            </a:p>
          </p:txBody>
        </p:sp>
        <p:grpSp>
          <p:nvGrpSpPr>
            <p:cNvPr id="39972" name="Group 45"/>
            <p:cNvGrpSpPr>
              <a:grpSpLocks/>
            </p:cNvGrpSpPr>
            <p:nvPr/>
          </p:nvGrpSpPr>
          <p:grpSpPr bwMode="auto">
            <a:xfrm>
              <a:off x="1886" y="2976"/>
              <a:ext cx="1234" cy="480"/>
              <a:chOff x="1895" y="2976"/>
              <a:chExt cx="1225" cy="576"/>
            </a:xfrm>
          </p:grpSpPr>
          <p:sp>
            <p:nvSpPr>
              <p:cNvPr id="517166" name="Rectangle 46" descr="横線"/>
              <p:cNvSpPr>
                <a:spLocks noChangeArrowheads="1"/>
              </p:cNvSpPr>
              <p:nvPr/>
            </p:nvSpPr>
            <p:spPr bwMode="auto">
              <a:xfrm>
                <a:off x="2508" y="3034"/>
                <a:ext cx="437" cy="108"/>
              </a:xfrm>
              <a:prstGeom prst="rect">
                <a:avLst/>
              </a:prstGeom>
              <a:pattFill prst="ltHorz">
                <a:fgClr>
                  <a:schemeClr val="tx1"/>
                </a:fgClr>
                <a:bgClr>
                  <a:srgbClr val="FF33CC"/>
                </a:bgClr>
              </a:pattFill>
              <a:ln w="9525">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17167" name="Rectangle 47" descr="横線"/>
              <p:cNvSpPr>
                <a:spLocks noChangeArrowheads="1"/>
              </p:cNvSpPr>
              <p:nvPr/>
            </p:nvSpPr>
            <p:spPr bwMode="auto">
              <a:xfrm>
                <a:off x="2683" y="3206"/>
                <a:ext cx="341" cy="112"/>
              </a:xfrm>
              <a:prstGeom prst="rect">
                <a:avLst/>
              </a:prstGeom>
              <a:pattFill prst="ltHorz">
                <a:fgClr>
                  <a:schemeClr val="tx1"/>
                </a:fgClr>
                <a:bgClr>
                  <a:srgbClr val="FF33CC"/>
                </a:bgClr>
              </a:pattFill>
              <a:ln w="9525">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17168" name="Rectangle 48" descr="横線"/>
              <p:cNvSpPr>
                <a:spLocks noChangeArrowheads="1"/>
              </p:cNvSpPr>
              <p:nvPr/>
            </p:nvSpPr>
            <p:spPr bwMode="auto">
              <a:xfrm>
                <a:off x="2595" y="3379"/>
                <a:ext cx="350" cy="115"/>
              </a:xfrm>
              <a:prstGeom prst="rect">
                <a:avLst/>
              </a:prstGeom>
              <a:pattFill prst="ltHorz">
                <a:fgClr>
                  <a:schemeClr val="tx1"/>
                </a:fgClr>
                <a:bgClr>
                  <a:srgbClr val="FF33CC"/>
                </a:bgClr>
              </a:pattFill>
              <a:ln w="9525">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17169" name="Rectangle 49" descr="5%"/>
              <p:cNvSpPr>
                <a:spLocks noChangeArrowheads="1"/>
              </p:cNvSpPr>
              <p:nvPr/>
            </p:nvSpPr>
            <p:spPr bwMode="auto">
              <a:xfrm>
                <a:off x="1895" y="3034"/>
                <a:ext cx="263" cy="115"/>
              </a:xfrm>
              <a:prstGeom prst="rect">
                <a:avLst/>
              </a:prstGeom>
              <a:pattFill prst="pct5">
                <a:fgClr>
                  <a:schemeClr val="bg2"/>
                </a:fgClr>
                <a:bgClr>
                  <a:schemeClr val="folHlink"/>
                </a:bgClr>
              </a:pattFill>
              <a:ln w="9525">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17170" name="Rectangle 50" descr="5%"/>
              <p:cNvSpPr>
                <a:spLocks noChangeArrowheads="1"/>
              </p:cNvSpPr>
              <p:nvPr/>
            </p:nvSpPr>
            <p:spPr bwMode="auto">
              <a:xfrm>
                <a:off x="1895" y="3206"/>
                <a:ext cx="438" cy="115"/>
              </a:xfrm>
              <a:prstGeom prst="rect">
                <a:avLst/>
              </a:prstGeom>
              <a:pattFill prst="pct5">
                <a:fgClr>
                  <a:schemeClr val="bg2"/>
                </a:fgClr>
                <a:bgClr>
                  <a:schemeClr val="folHlink"/>
                </a:bgClr>
              </a:pattFill>
              <a:ln w="9525">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17171" name="Rectangle 51" descr="5%"/>
              <p:cNvSpPr>
                <a:spLocks noChangeArrowheads="1"/>
              </p:cNvSpPr>
              <p:nvPr/>
            </p:nvSpPr>
            <p:spPr bwMode="auto">
              <a:xfrm>
                <a:off x="1895" y="3379"/>
                <a:ext cx="350" cy="115"/>
              </a:xfrm>
              <a:prstGeom prst="rect">
                <a:avLst/>
              </a:prstGeom>
              <a:pattFill prst="pct5">
                <a:fgClr>
                  <a:schemeClr val="bg2"/>
                </a:fgClr>
                <a:bgClr>
                  <a:schemeClr val="folHlink"/>
                </a:bgClr>
              </a:pattFill>
              <a:ln w="9525">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17172" name="Rectangle 52" descr="20%"/>
              <p:cNvSpPr>
                <a:spLocks noChangeArrowheads="1"/>
              </p:cNvSpPr>
              <p:nvPr/>
            </p:nvSpPr>
            <p:spPr bwMode="auto">
              <a:xfrm>
                <a:off x="2158" y="3034"/>
                <a:ext cx="350" cy="114"/>
              </a:xfrm>
              <a:prstGeom prst="rect">
                <a:avLst/>
              </a:prstGeom>
              <a:pattFill prst="pct20">
                <a:fgClr>
                  <a:schemeClr val="tx1"/>
                </a:fgClr>
                <a:bgClr>
                  <a:schemeClr val="bg1"/>
                </a:bgClr>
              </a:pattFill>
              <a:ln w="9525">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17173" name="Rectangle 53" descr="20%"/>
              <p:cNvSpPr>
                <a:spLocks noChangeArrowheads="1"/>
              </p:cNvSpPr>
              <p:nvPr/>
            </p:nvSpPr>
            <p:spPr bwMode="auto">
              <a:xfrm>
                <a:off x="2327" y="3206"/>
                <a:ext cx="356" cy="115"/>
              </a:xfrm>
              <a:prstGeom prst="rect">
                <a:avLst/>
              </a:prstGeom>
              <a:pattFill prst="pct20">
                <a:fgClr>
                  <a:schemeClr val="tx1"/>
                </a:fgClr>
                <a:bgClr>
                  <a:schemeClr val="bg1"/>
                </a:bgClr>
              </a:pattFill>
              <a:ln w="9525">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17174" name="Rectangle 54" descr="20%"/>
              <p:cNvSpPr>
                <a:spLocks noChangeArrowheads="1"/>
              </p:cNvSpPr>
              <p:nvPr/>
            </p:nvSpPr>
            <p:spPr bwMode="auto">
              <a:xfrm>
                <a:off x="2245" y="3379"/>
                <a:ext cx="342" cy="115"/>
              </a:xfrm>
              <a:prstGeom prst="rect">
                <a:avLst/>
              </a:prstGeom>
              <a:pattFill prst="pct20">
                <a:fgClr>
                  <a:schemeClr val="tx1"/>
                </a:fgClr>
                <a:bgClr>
                  <a:schemeClr val="bg1"/>
                </a:bgClr>
              </a:pattFill>
              <a:ln w="9525">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17175" name="Line 55"/>
              <p:cNvSpPr>
                <a:spLocks noChangeShapeType="1"/>
              </p:cNvSpPr>
              <p:nvPr/>
            </p:nvSpPr>
            <p:spPr bwMode="auto">
              <a:xfrm>
                <a:off x="1895" y="2976"/>
                <a:ext cx="0" cy="576"/>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7176" name="Line 56"/>
              <p:cNvSpPr>
                <a:spLocks noChangeShapeType="1"/>
              </p:cNvSpPr>
              <p:nvPr/>
            </p:nvSpPr>
            <p:spPr bwMode="auto">
              <a:xfrm>
                <a:off x="3120" y="2976"/>
                <a:ext cx="0" cy="576"/>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7177" name="Line 57"/>
              <p:cNvSpPr>
                <a:spLocks noChangeShapeType="1"/>
              </p:cNvSpPr>
              <p:nvPr/>
            </p:nvSpPr>
            <p:spPr bwMode="auto">
              <a:xfrm>
                <a:off x="1895" y="2976"/>
                <a:ext cx="1225" cy="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7178" name="Line 58"/>
              <p:cNvSpPr>
                <a:spLocks noChangeShapeType="1"/>
              </p:cNvSpPr>
              <p:nvPr/>
            </p:nvSpPr>
            <p:spPr bwMode="auto">
              <a:xfrm>
                <a:off x="1895" y="3552"/>
                <a:ext cx="1225" cy="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7179" name="Line 59"/>
              <p:cNvSpPr>
                <a:spLocks noChangeShapeType="1"/>
              </p:cNvSpPr>
              <p:nvPr/>
            </p:nvSpPr>
            <p:spPr bwMode="auto">
              <a:xfrm>
                <a:off x="1895" y="3034"/>
                <a:ext cx="1225" cy="0"/>
              </a:xfrm>
              <a:prstGeom prst="line">
                <a:avLst/>
              </a:prstGeom>
              <a:noFill/>
              <a:ln w="285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7180" name="Line 60"/>
              <p:cNvSpPr>
                <a:spLocks noChangeShapeType="1"/>
              </p:cNvSpPr>
              <p:nvPr/>
            </p:nvSpPr>
            <p:spPr bwMode="auto">
              <a:xfrm>
                <a:off x="1895" y="3149"/>
                <a:ext cx="1225" cy="0"/>
              </a:xfrm>
              <a:prstGeom prst="line">
                <a:avLst/>
              </a:prstGeom>
              <a:noFill/>
              <a:ln w="285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7181" name="Line 61"/>
              <p:cNvSpPr>
                <a:spLocks noChangeShapeType="1"/>
              </p:cNvSpPr>
              <p:nvPr/>
            </p:nvSpPr>
            <p:spPr bwMode="auto">
              <a:xfrm>
                <a:off x="1895" y="3206"/>
                <a:ext cx="1225" cy="0"/>
              </a:xfrm>
              <a:prstGeom prst="line">
                <a:avLst/>
              </a:prstGeom>
              <a:noFill/>
              <a:ln w="285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7182" name="Line 62"/>
              <p:cNvSpPr>
                <a:spLocks noChangeShapeType="1"/>
              </p:cNvSpPr>
              <p:nvPr/>
            </p:nvSpPr>
            <p:spPr bwMode="auto">
              <a:xfrm>
                <a:off x="1895" y="3322"/>
                <a:ext cx="1225" cy="0"/>
              </a:xfrm>
              <a:prstGeom prst="line">
                <a:avLst/>
              </a:prstGeom>
              <a:noFill/>
              <a:ln w="285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7183" name="Line 63"/>
              <p:cNvSpPr>
                <a:spLocks noChangeShapeType="1"/>
              </p:cNvSpPr>
              <p:nvPr/>
            </p:nvSpPr>
            <p:spPr bwMode="auto">
              <a:xfrm>
                <a:off x="1895" y="3379"/>
                <a:ext cx="1225" cy="0"/>
              </a:xfrm>
              <a:prstGeom prst="line">
                <a:avLst/>
              </a:prstGeom>
              <a:noFill/>
              <a:ln w="285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7184" name="Line 64"/>
              <p:cNvSpPr>
                <a:spLocks noChangeShapeType="1"/>
              </p:cNvSpPr>
              <p:nvPr/>
            </p:nvSpPr>
            <p:spPr bwMode="auto">
              <a:xfrm>
                <a:off x="1895" y="3494"/>
                <a:ext cx="1225" cy="0"/>
              </a:xfrm>
              <a:prstGeom prst="line">
                <a:avLst/>
              </a:prstGeom>
              <a:noFill/>
              <a:ln w="285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7185" name="Line 65"/>
              <p:cNvSpPr>
                <a:spLocks noChangeShapeType="1"/>
              </p:cNvSpPr>
              <p:nvPr/>
            </p:nvSpPr>
            <p:spPr bwMode="auto">
              <a:xfrm>
                <a:off x="2158" y="3034"/>
                <a:ext cx="0" cy="115"/>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7186" name="Line 66"/>
              <p:cNvSpPr>
                <a:spLocks noChangeShapeType="1"/>
              </p:cNvSpPr>
              <p:nvPr/>
            </p:nvSpPr>
            <p:spPr bwMode="auto">
              <a:xfrm>
                <a:off x="2333" y="3206"/>
                <a:ext cx="0" cy="115"/>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7187" name="Line 67"/>
              <p:cNvSpPr>
                <a:spLocks noChangeShapeType="1"/>
              </p:cNvSpPr>
              <p:nvPr/>
            </p:nvSpPr>
            <p:spPr bwMode="auto">
              <a:xfrm>
                <a:off x="2245" y="3379"/>
                <a:ext cx="0" cy="115"/>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7188" name="Line 68"/>
              <p:cNvSpPr>
                <a:spLocks noChangeShapeType="1"/>
              </p:cNvSpPr>
              <p:nvPr/>
            </p:nvSpPr>
            <p:spPr bwMode="auto">
              <a:xfrm>
                <a:off x="2508" y="3034"/>
                <a:ext cx="0" cy="115"/>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7189" name="Line 69"/>
              <p:cNvSpPr>
                <a:spLocks noChangeShapeType="1"/>
              </p:cNvSpPr>
              <p:nvPr/>
            </p:nvSpPr>
            <p:spPr bwMode="auto">
              <a:xfrm>
                <a:off x="2683" y="3206"/>
                <a:ext cx="0" cy="115"/>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7190" name="Line 70"/>
              <p:cNvSpPr>
                <a:spLocks noChangeShapeType="1"/>
              </p:cNvSpPr>
              <p:nvPr/>
            </p:nvSpPr>
            <p:spPr bwMode="auto">
              <a:xfrm>
                <a:off x="2595" y="3379"/>
                <a:ext cx="0" cy="115"/>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7191" name="Line 71"/>
              <p:cNvSpPr>
                <a:spLocks noChangeShapeType="1"/>
              </p:cNvSpPr>
              <p:nvPr/>
            </p:nvSpPr>
            <p:spPr bwMode="auto">
              <a:xfrm>
                <a:off x="2945" y="3034"/>
                <a:ext cx="0" cy="115"/>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7192" name="Line 72"/>
              <p:cNvSpPr>
                <a:spLocks noChangeShapeType="1"/>
              </p:cNvSpPr>
              <p:nvPr/>
            </p:nvSpPr>
            <p:spPr bwMode="auto">
              <a:xfrm>
                <a:off x="3033" y="3206"/>
                <a:ext cx="0" cy="115"/>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7193" name="Line 73"/>
              <p:cNvSpPr>
                <a:spLocks noChangeShapeType="1"/>
              </p:cNvSpPr>
              <p:nvPr/>
            </p:nvSpPr>
            <p:spPr bwMode="auto">
              <a:xfrm>
                <a:off x="2945" y="3379"/>
                <a:ext cx="0" cy="115"/>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7194" name="Line 74"/>
              <p:cNvSpPr>
                <a:spLocks noChangeShapeType="1"/>
              </p:cNvSpPr>
              <p:nvPr/>
            </p:nvSpPr>
            <p:spPr bwMode="auto">
              <a:xfrm>
                <a:off x="2158" y="3149"/>
                <a:ext cx="175" cy="61"/>
              </a:xfrm>
              <a:prstGeom prst="line">
                <a:avLst/>
              </a:prstGeom>
              <a:noFill/>
              <a:ln w="9525">
                <a:solidFill>
                  <a:schemeClr val="tx1"/>
                </a:solidFill>
                <a:prstDash val="sysDot"/>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7195" name="Line 75"/>
              <p:cNvSpPr>
                <a:spLocks noChangeShapeType="1"/>
              </p:cNvSpPr>
              <p:nvPr/>
            </p:nvSpPr>
            <p:spPr bwMode="auto">
              <a:xfrm>
                <a:off x="2508" y="3142"/>
                <a:ext cx="169" cy="68"/>
              </a:xfrm>
              <a:prstGeom prst="line">
                <a:avLst/>
              </a:prstGeom>
              <a:noFill/>
              <a:ln w="9525">
                <a:solidFill>
                  <a:schemeClr val="tx1"/>
                </a:solidFill>
                <a:prstDash val="sysDot"/>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7196" name="Line 76"/>
              <p:cNvSpPr>
                <a:spLocks noChangeShapeType="1"/>
              </p:cNvSpPr>
              <p:nvPr/>
            </p:nvSpPr>
            <p:spPr bwMode="auto">
              <a:xfrm>
                <a:off x="2945" y="3142"/>
                <a:ext cx="85" cy="66"/>
              </a:xfrm>
              <a:prstGeom prst="line">
                <a:avLst/>
              </a:prstGeom>
              <a:noFill/>
              <a:ln w="9525">
                <a:solidFill>
                  <a:schemeClr val="tx1"/>
                </a:solidFill>
                <a:prstDash val="sysDot"/>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7197" name="Line 77"/>
              <p:cNvSpPr>
                <a:spLocks noChangeShapeType="1"/>
              </p:cNvSpPr>
              <p:nvPr/>
            </p:nvSpPr>
            <p:spPr bwMode="auto">
              <a:xfrm flipH="1">
                <a:off x="2234" y="3318"/>
                <a:ext cx="99" cy="72"/>
              </a:xfrm>
              <a:prstGeom prst="line">
                <a:avLst/>
              </a:prstGeom>
              <a:noFill/>
              <a:ln w="9525">
                <a:solidFill>
                  <a:schemeClr val="tx1"/>
                </a:solidFill>
                <a:prstDash val="sysDot"/>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7198" name="Line 78"/>
              <p:cNvSpPr>
                <a:spLocks noChangeShapeType="1"/>
              </p:cNvSpPr>
              <p:nvPr/>
            </p:nvSpPr>
            <p:spPr bwMode="auto">
              <a:xfrm flipH="1">
                <a:off x="2595" y="3322"/>
                <a:ext cx="88" cy="54"/>
              </a:xfrm>
              <a:prstGeom prst="line">
                <a:avLst/>
              </a:prstGeom>
              <a:noFill/>
              <a:ln w="9525">
                <a:solidFill>
                  <a:schemeClr val="tx1"/>
                </a:solidFill>
                <a:prstDash val="sysDot"/>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7199" name="Line 79"/>
              <p:cNvSpPr>
                <a:spLocks noChangeShapeType="1"/>
              </p:cNvSpPr>
              <p:nvPr/>
            </p:nvSpPr>
            <p:spPr bwMode="auto">
              <a:xfrm flipH="1">
                <a:off x="2940" y="3304"/>
                <a:ext cx="90" cy="84"/>
              </a:xfrm>
              <a:prstGeom prst="line">
                <a:avLst/>
              </a:prstGeom>
              <a:noFill/>
              <a:ln w="9525">
                <a:solidFill>
                  <a:schemeClr val="tx1"/>
                </a:solidFill>
                <a:prstDash val="sysDot"/>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grpSp>
        <p:sp>
          <p:nvSpPr>
            <p:cNvPr id="517200" name="Text Box 80"/>
            <p:cNvSpPr txBox="1">
              <a:spLocks noChangeArrowheads="1"/>
            </p:cNvSpPr>
            <p:nvPr/>
          </p:nvSpPr>
          <p:spPr bwMode="auto">
            <a:xfrm>
              <a:off x="3266" y="2962"/>
              <a:ext cx="1518" cy="288"/>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200">
                  <a:effectLst>
                    <a:outerShdw blurRad="38100" dist="38100" dir="2700000" algn="tl">
                      <a:srgbClr val="000000"/>
                    </a:outerShdw>
                  </a:effectLst>
                  <a:latin typeface="Times New Roman" panose="02020603050405020304" pitchFamily="18" charset="0"/>
                  <a:ea typeface="イワタ中丸ゴシック体(GT)" charset="-128"/>
                </a:rPr>
                <a:t>Divide a rectangle according to  structure ratio </a:t>
              </a:r>
            </a:p>
          </p:txBody>
        </p:sp>
        <p:sp>
          <p:nvSpPr>
            <p:cNvPr id="517201" name="Text Box 81"/>
            <p:cNvSpPr txBox="1">
              <a:spLocks noChangeArrowheads="1"/>
            </p:cNvSpPr>
            <p:nvPr/>
          </p:nvSpPr>
          <p:spPr bwMode="auto">
            <a:xfrm>
              <a:off x="4642" y="2958"/>
              <a:ext cx="1592" cy="403"/>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200">
                  <a:effectLst>
                    <a:outerShdw blurRad="38100" dist="38100" dir="2700000" algn="tl">
                      <a:srgbClr val="000000"/>
                    </a:outerShdw>
                  </a:effectLst>
                  <a:latin typeface="Times New Roman" panose="02020603050405020304" pitchFamily="18" charset="0"/>
                  <a:ea typeface="イワタ中丸ゴシック体(GT)" charset="-128"/>
                </a:rPr>
                <a:t>Use when showing the ratio of details. It is appropriate for showing the varying changes.</a:t>
              </a:r>
            </a:p>
          </p:txBody>
        </p:sp>
        <p:sp>
          <p:nvSpPr>
            <p:cNvPr id="517202" name="Text Box 82"/>
            <p:cNvSpPr txBox="1">
              <a:spLocks noChangeArrowheads="1"/>
            </p:cNvSpPr>
            <p:nvPr/>
          </p:nvSpPr>
          <p:spPr bwMode="auto">
            <a:xfrm>
              <a:off x="182" y="3552"/>
              <a:ext cx="905" cy="520"/>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600">
                  <a:effectLst>
                    <a:outerShdw blurRad="38100" dist="38100" dir="2700000" algn="tl">
                      <a:srgbClr val="000000"/>
                    </a:outerShdw>
                  </a:effectLst>
                  <a:latin typeface="Times New Roman" panose="02020603050405020304" pitchFamily="18" charset="0"/>
                  <a:ea typeface="イワタ中丸ゴシック体(GT)" charset="-128"/>
                </a:rPr>
                <a:t>Show a balance of item </a:t>
              </a:r>
            </a:p>
          </p:txBody>
        </p:sp>
        <p:sp>
          <p:nvSpPr>
            <p:cNvPr id="517203" name="Text Box 83"/>
            <p:cNvSpPr txBox="1">
              <a:spLocks noChangeArrowheads="1"/>
            </p:cNvSpPr>
            <p:nvPr/>
          </p:nvSpPr>
          <p:spPr bwMode="auto">
            <a:xfrm>
              <a:off x="1090" y="3568"/>
              <a:ext cx="823" cy="173"/>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th-TH" altLang="ja-JP" sz="1200">
                  <a:solidFill>
                    <a:schemeClr val="folHlink"/>
                  </a:solidFill>
                  <a:effectLst>
                    <a:outerShdw blurRad="38100" dist="38100" dir="2700000" algn="tl">
                      <a:srgbClr val="000000"/>
                    </a:outerShdw>
                  </a:effectLst>
                  <a:latin typeface="Times New Roman" panose="02020603050405020304" pitchFamily="18" charset="0"/>
                  <a:ea typeface="イワタ中丸ゴシック体(GT)" charset="-128"/>
                </a:rPr>
                <a:t> </a:t>
              </a:r>
              <a:r>
                <a:rPr lang="en-US" altLang="ja-JP" sz="1200">
                  <a:solidFill>
                    <a:schemeClr val="folHlink"/>
                  </a:solidFill>
                  <a:effectLst>
                    <a:outerShdw blurRad="38100" dist="38100" dir="2700000" algn="tl">
                      <a:srgbClr val="000000"/>
                    </a:outerShdw>
                  </a:effectLst>
                  <a:latin typeface="Times New Roman" panose="02020603050405020304" pitchFamily="18" charset="0"/>
                  <a:ea typeface="イワタ中丸ゴシック体(GT)" charset="-128"/>
                </a:rPr>
                <a:t>Radar Chart </a:t>
              </a:r>
            </a:p>
          </p:txBody>
        </p:sp>
        <p:grpSp>
          <p:nvGrpSpPr>
            <p:cNvPr id="39977" name="Group 84"/>
            <p:cNvGrpSpPr>
              <a:grpSpLocks/>
            </p:cNvGrpSpPr>
            <p:nvPr/>
          </p:nvGrpSpPr>
          <p:grpSpPr bwMode="auto">
            <a:xfrm>
              <a:off x="2082" y="3552"/>
              <a:ext cx="822" cy="624"/>
              <a:chOff x="1584" y="5376"/>
              <a:chExt cx="528" cy="528"/>
            </a:xfrm>
          </p:grpSpPr>
          <p:sp>
            <p:nvSpPr>
              <p:cNvPr id="517205" name="Oval 85"/>
              <p:cNvSpPr>
                <a:spLocks noChangeArrowheads="1"/>
              </p:cNvSpPr>
              <p:nvPr/>
            </p:nvSpPr>
            <p:spPr bwMode="auto">
              <a:xfrm>
                <a:off x="1584" y="5376"/>
                <a:ext cx="528" cy="528"/>
              </a:xfrm>
              <a:prstGeom prst="ellipse">
                <a:avLst/>
              </a:prstGeom>
              <a:noFill/>
              <a:ln w="28575">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17206" name="Line 86"/>
              <p:cNvSpPr>
                <a:spLocks noChangeShapeType="1"/>
              </p:cNvSpPr>
              <p:nvPr/>
            </p:nvSpPr>
            <p:spPr bwMode="auto">
              <a:xfrm>
                <a:off x="1848" y="5376"/>
                <a:ext cx="0" cy="528"/>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7207" name="Line 87"/>
              <p:cNvSpPr>
                <a:spLocks noChangeShapeType="1"/>
              </p:cNvSpPr>
              <p:nvPr/>
            </p:nvSpPr>
            <p:spPr bwMode="auto">
              <a:xfrm>
                <a:off x="1587" y="5643"/>
                <a:ext cx="522" cy="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7208" name="Line 88"/>
              <p:cNvSpPr>
                <a:spLocks noChangeShapeType="1"/>
              </p:cNvSpPr>
              <p:nvPr/>
            </p:nvSpPr>
            <p:spPr bwMode="auto">
              <a:xfrm flipH="1">
                <a:off x="1662" y="5457"/>
                <a:ext cx="366" cy="371"/>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7209" name="Line 89"/>
              <p:cNvSpPr>
                <a:spLocks noChangeShapeType="1"/>
              </p:cNvSpPr>
              <p:nvPr/>
            </p:nvSpPr>
            <p:spPr bwMode="auto">
              <a:xfrm>
                <a:off x="1656" y="5463"/>
                <a:ext cx="378" cy="363"/>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7210" name="Line 90"/>
              <p:cNvSpPr>
                <a:spLocks noChangeShapeType="1"/>
              </p:cNvSpPr>
              <p:nvPr/>
            </p:nvSpPr>
            <p:spPr bwMode="auto">
              <a:xfrm flipH="1">
                <a:off x="1752" y="5475"/>
                <a:ext cx="99" cy="78"/>
              </a:xfrm>
              <a:prstGeom prst="line">
                <a:avLst/>
              </a:prstGeom>
              <a:noFill/>
              <a:ln w="9525">
                <a:solidFill>
                  <a:schemeClr val="tx1"/>
                </a:solidFill>
                <a:prstDash val="sysDot"/>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7211" name="Line 91"/>
              <p:cNvSpPr>
                <a:spLocks noChangeShapeType="1"/>
              </p:cNvSpPr>
              <p:nvPr/>
            </p:nvSpPr>
            <p:spPr bwMode="auto">
              <a:xfrm flipH="1">
                <a:off x="1731" y="5556"/>
                <a:ext cx="21" cy="87"/>
              </a:xfrm>
              <a:prstGeom prst="line">
                <a:avLst/>
              </a:prstGeom>
              <a:noFill/>
              <a:ln w="9525">
                <a:solidFill>
                  <a:schemeClr val="tx1"/>
                </a:solidFill>
                <a:prstDash val="sysDot"/>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7212" name="Line 92"/>
              <p:cNvSpPr>
                <a:spLocks noChangeShapeType="1"/>
              </p:cNvSpPr>
              <p:nvPr/>
            </p:nvSpPr>
            <p:spPr bwMode="auto">
              <a:xfrm>
                <a:off x="1731" y="5643"/>
                <a:ext cx="33" cy="85"/>
              </a:xfrm>
              <a:prstGeom prst="line">
                <a:avLst/>
              </a:prstGeom>
              <a:noFill/>
              <a:ln w="9525">
                <a:solidFill>
                  <a:schemeClr val="tx1"/>
                </a:solidFill>
                <a:prstDash val="sysDot"/>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7213" name="Line 93"/>
              <p:cNvSpPr>
                <a:spLocks noChangeShapeType="1"/>
              </p:cNvSpPr>
              <p:nvPr/>
            </p:nvSpPr>
            <p:spPr bwMode="auto">
              <a:xfrm>
                <a:off x="1761" y="5727"/>
                <a:ext cx="84" cy="33"/>
              </a:xfrm>
              <a:prstGeom prst="line">
                <a:avLst/>
              </a:prstGeom>
              <a:noFill/>
              <a:ln w="9525">
                <a:solidFill>
                  <a:schemeClr val="tx1"/>
                </a:solidFill>
                <a:prstDash val="sysDot"/>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7214" name="Line 94"/>
              <p:cNvSpPr>
                <a:spLocks noChangeShapeType="1"/>
              </p:cNvSpPr>
              <p:nvPr/>
            </p:nvSpPr>
            <p:spPr bwMode="auto">
              <a:xfrm>
                <a:off x="1842" y="5757"/>
                <a:ext cx="123" cy="0"/>
              </a:xfrm>
              <a:prstGeom prst="line">
                <a:avLst/>
              </a:prstGeom>
              <a:noFill/>
              <a:ln w="9525">
                <a:solidFill>
                  <a:schemeClr val="tx1"/>
                </a:solidFill>
                <a:prstDash val="sysDot"/>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7215" name="Line 95"/>
              <p:cNvSpPr>
                <a:spLocks noChangeShapeType="1"/>
              </p:cNvSpPr>
              <p:nvPr/>
            </p:nvSpPr>
            <p:spPr bwMode="auto">
              <a:xfrm flipH="1">
                <a:off x="1962" y="5643"/>
                <a:ext cx="39" cy="117"/>
              </a:xfrm>
              <a:prstGeom prst="line">
                <a:avLst/>
              </a:prstGeom>
              <a:noFill/>
              <a:ln w="9525">
                <a:solidFill>
                  <a:schemeClr val="tx1"/>
                </a:solidFill>
                <a:prstDash val="sysDot"/>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7216" name="Line 96"/>
              <p:cNvSpPr>
                <a:spLocks noChangeShapeType="1"/>
              </p:cNvSpPr>
              <p:nvPr/>
            </p:nvSpPr>
            <p:spPr bwMode="auto">
              <a:xfrm flipH="1" flipV="1">
                <a:off x="1947" y="5538"/>
                <a:ext cx="57" cy="107"/>
              </a:xfrm>
              <a:prstGeom prst="line">
                <a:avLst/>
              </a:prstGeom>
              <a:noFill/>
              <a:ln w="9525">
                <a:solidFill>
                  <a:schemeClr val="tx1"/>
                </a:solidFill>
                <a:prstDash val="sysDot"/>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7217" name="Line 97"/>
              <p:cNvSpPr>
                <a:spLocks noChangeShapeType="1"/>
              </p:cNvSpPr>
              <p:nvPr/>
            </p:nvSpPr>
            <p:spPr bwMode="auto">
              <a:xfrm>
                <a:off x="1851" y="5478"/>
                <a:ext cx="92" cy="63"/>
              </a:xfrm>
              <a:prstGeom prst="line">
                <a:avLst/>
              </a:prstGeom>
              <a:noFill/>
              <a:ln w="9525">
                <a:solidFill>
                  <a:schemeClr val="tx1"/>
                </a:solidFill>
                <a:prstDash val="sysDot"/>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7218" name="Line 98"/>
              <p:cNvSpPr>
                <a:spLocks noChangeShapeType="1"/>
              </p:cNvSpPr>
              <p:nvPr/>
            </p:nvSpPr>
            <p:spPr bwMode="auto">
              <a:xfrm flipH="1">
                <a:off x="1692" y="5404"/>
                <a:ext cx="156" cy="96"/>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7219" name="Line 99"/>
              <p:cNvSpPr>
                <a:spLocks noChangeShapeType="1"/>
              </p:cNvSpPr>
              <p:nvPr/>
            </p:nvSpPr>
            <p:spPr bwMode="auto">
              <a:xfrm flipH="1">
                <a:off x="1660" y="5496"/>
                <a:ext cx="38" cy="148"/>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7220" name="Line 100"/>
              <p:cNvSpPr>
                <a:spLocks noChangeShapeType="1"/>
              </p:cNvSpPr>
              <p:nvPr/>
            </p:nvSpPr>
            <p:spPr bwMode="auto">
              <a:xfrm>
                <a:off x="1662" y="5640"/>
                <a:ext cx="55" cy="138"/>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7221" name="Line 101"/>
              <p:cNvSpPr>
                <a:spLocks noChangeShapeType="1"/>
              </p:cNvSpPr>
              <p:nvPr/>
            </p:nvSpPr>
            <p:spPr bwMode="auto">
              <a:xfrm>
                <a:off x="1716" y="5776"/>
                <a:ext cx="136" cy="47"/>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7222" name="Line 102"/>
              <p:cNvSpPr>
                <a:spLocks noChangeShapeType="1"/>
              </p:cNvSpPr>
              <p:nvPr/>
            </p:nvSpPr>
            <p:spPr bwMode="auto">
              <a:xfrm flipV="1">
                <a:off x="1852" y="5812"/>
                <a:ext cx="166" cy="10"/>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7223" name="Line 103"/>
              <p:cNvSpPr>
                <a:spLocks noChangeShapeType="1"/>
              </p:cNvSpPr>
              <p:nvPr/>
            </p:nvSpPr>
            <p:spPr bwMode="auto">
              <a:xfrm flipV="1">
                <a:off x="2020" y="5644"/>
                <a:ext cx="60" cy="170"/>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7224" name="Line 104"/>
              <p:cNvSpPr>
                <a:spLocks noChangeShapeType="1"/>
              </p:cNvSpPr>
              <p:nvPr/>
            </p:nvSpPr>
            <p:spPr bwMode="auto">
              <a:xfrm flipH="1" flipV="1">
                <a:off x="2000" y="5484"/>
                <a:ext cx="78" cy="162"/>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7225" name="Line 105"/>
              <p:cNvSpPr>
                <a:spLocks noChangeShapeType="1"/>
              </p:cNvSpPr>
              <p:nvPr/>
            </p:nvSpPr>
            <p:spPr bwMode="auto">
              <a:xfrm flipH="1" flipV="1">
                <a:off x="1848" y="5406"/>
                <a:ext cx="154" cy="80"/>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grpSp>
        <p:sp>
          <p:nvSpPr>
            <p:cNvPr id="517226" name="Text Box 106"/>
            <p:cNvSpPr txBox="1">
              <a:spLocks noChangeArrowheads="1"/>
            </p:cNvSpPr>
            <p:nvPr/>
          </p:nvSpPr>
          <p:spPr bwMode="auto">
            <a:xfrm>
              <a:off x="3289" y="3624"/>
              <a:ext cx="1519" cy="403"/>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200">
                  <a:effectLst>
                    <a:outerShdw blurRad="38100" dist="38100" dir="2700000" algn="tl">
                      <a:srgbClr val="000000"/>
                    </a:outerShdw>
                  </a:effectLst>
                  <a:latin typeface="Times New Roman" panose="02020603050405020304" pitchFamily="18" charset="0"/>
                  <a:ea typeface="イワタ中丸ゴシック体(GT)" charset="-128"/>
                </a:rPr>
                <a:t>Compare items that you want </a:t>
              </a:r>
            </a:p>
            <a:p>
              <a:pPr eaLnBrk="1" hangingPunct="1"/>
              <a:r>
                <a:rPr lang="en-US" altLang="ja-JP" sz="1200">
                  <a:effectLst>
                    <a:outerShdw blurRad="38100" dist="38100" dir="2700000" algn="tl">
                      <a:srgbClr val="000000"/>
                    </a:outerShdw>
                  </a:effectLst>
                  <a:latin typeface="Times New Roman" panose="02020603050405020304" pitchFamily="18" charset="0"/>
                  <a:ea typeface="イワタ中丸ゴシック体(GT)" charset="-128"/>
                </a:rPr>
                <a:t>to examine over changes in </a:t>
              </a:r>
            </a:p>
            <a:p>
              <a:pPr eaLnBrk="1" hangingPunct="1"/>
              <a:r>
                <a:rPr lang="en-US" altLang="ja-JP" sz="1200">
                  <a:effectLst>
                    <a:outerShdw blurRad="38100" dist="38100" dir="2700000" algn="tl">
                      <a:srgbClr val="000000"/>
                    </a:outerShdw>
                  </a:effectLst>
                  <a:latin typeface="Times New Roman" panose="02020603050405020304" pitchFamily="18" charset="0"/>
                  <a:ea typeface="イワタ中丸ゴシック体(GT)" charset="-128"/>
                </a:rPr>
                <a:t>time </a:t>
              </a:r>
            </a:p>
          </p:txBody>
        </p:sp>
        <p:sp>
          <p:nvSpPr>
            <p:cNvPr id="517227" name="Text Box 107"/>
            <p:cNvSpPr txBox="1">
              <a:spLocks noChangeArrowheads="1"/>
            </p:cNvSpPr>
            <p:nvPr/>
          </p:nvSpPr>
          <p:spPr bwMode="auto">
            <a:xfrm>
              <a:off x="4653" y="3508"/>
              <a:ext cx="1579" cy="518"/>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200">
                  <a:effectLst>
                    <a:outerShdw blurRad="38100" dist="38100" dir="2700000" algn="tl">
                      <a:srgbClr val="000000"/>
                    </a:outerShdw>
                  </a:effectLst>
                  <a:latin typeface="Times New Roman" panose="02020603050405020304" pitchFamily="18" charset="0"/>
                  <a:ea typeface="イワタ中丸ゴシック体(GT)" charset="-128"/>
                </a:rPr>
                <a:t>This is useful for looking  at how the items change before or after activity. It is suitable for showing the development level in QC circles.</a:t>
              </a:r>
            </a:p>
          </p:txBody>
        </p:sp>
        <p:grpSp>
          <p:nvGrpSpPr>
            <p:cNvPr id="39980" name="Group 108"/>
            <p:cNvGrpSpPr>
              <a:grpSpLocks/>
            </p:cNvGrpSpPr>
            <p:nvPr/>
          </p:nvGrpSpPr>
          <p:grpSpPr bwMode="auto">
            <a:xfrm>
              <a:off x="1941" y="1728"/>
              <a:ext cx="1155" cy="524"/>
              <a:chOff x="1950" y="1728"/>
              <a:chExt cx="1146" cy="524"/>
            </a:xfrm>
          </p:grpSpPr>
          <p:sp>
            <p:nvSpPr>
              <p:cNvPr id="517229" name="Line 109"/>
              <p:cNvSpPr>
                <a:spLocks noChangeShapeType="1"/>
              </p:cNvSpPr>
              <p:nvPr/>
            </p:nvSpPr>
            <p:spPr bwMode="auto">
              <a:xfrm flipH="1">
                <a:off x="1950" y="1728"/>
                <a:ext cx="0" cy="524"/>
              </a:xfrm>
              <a:prstGeom prst="line">
                <a:avLst/>
              </a:prstGeom>
              <a:noFill/>
              <a:ln w="285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7230" name="Line 110"/>
              <p:cNvSpPr>
                <a:spLocks noChangeShapeType="1"/>
              </p:cNvSpPr>
              <p:nvPr/>
            </p:nvSpPr>
            <p:spPr bwMode="auto">
              <a:xfrm>
                <a:off x="1955" y="2242"/>
                <a:ext cx="1141" cy="0"/>
              </a:xfrm>
              <a:prstGeom prst="line">
                <a:avLst/>
              </a:prstGeom>
              <a:noFill/>
              <a:ln w="285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7231" name="Line 111"/>
              <p:cNvSpPr>
                <a:spLocks noChangeShapeType="1"/>
              </p:cNvSpPr>
              <p:nvPr/>
            </p:nvSpPr>
            <p:spPr bwMode="auto">
              <a:xfrm flipV="1">
                <a:off x="2092" y="1894"/>
                <a:ext cx="163" cy="101"/>
              </a:xfrm>
              <a:prstGeom prst="line">
                <a:avLst/>
              </a:prstGeom>
              <a:noFill/>
              <a:ln w="254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7232" name="Line 112"/>
              <p:cNvSpPr>
                <a:spLocks noChangeShapeType="1"/>
              </p:cNvSpPr>
              <p:nvPr/>
            </p:nvSpPr>
            <p:spPr bwMode="auto">
              <a:xfrm>
                <a:off x="2265" y="1894"/>
                <a:ext cx="156" cy="89"/>
              </a:xfrm>
              <a:prstGeom prst="line">
                <a:avLst/>
              </a:prstGeom>
              <a:noFill/>
              <a:ln w="254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7233" name="Line 113"/>
              <p:cNvSpPr>
                <a:spLocks noChangeShapeType="1"/>
              </p:cNvSpPr>
              <p:nvPr/>
            </p:nvSpPr>
            <p:spPr bwMode="auto">
              <a:xfrm flipH="1">
                <a:off x="2413" y="1919"/>
                <a:ext cx="168" cy="61"/>
              </a:xfrm>
              <a:prstGeom prst="line">
                <a:avLst/>
              </a:prstGeom>
              <a:noFill/>
              <a:ln w="254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7234" name="Line 114"/>
              <p:cNvSpPr>
                <a:spLocks noChangeShapeType="1"/>
              </p:cNvSpPr>
              <p:nvPr/>
            </p:nvSpPr>
            <p:spPr bwMode="auto">
              <a:xfrm>
                <a:off x="2586" y="1926"/>
                <a:ext cx="158" cy="159"/>
              </a:xfrm>
              <a:prstGeom prst="line">
                <a:avLst/>
              </a:prstGeom>
              <a:noFill/>
              <a:ln w="254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7235" name="Line 115"/>
              <p:cNvSpPr>
                <a:spLocks noChangeShapeType="1"/>
              </p:cNvSpPr>
              <p:nvPr/>
            </p:nvSpPr>
            <p:spPr bwMode="auto">
              <a:xfrm flipH="1">
                <a:off x="2749" y="1937"/>
                <a:ext cx="166" cy="150"/>
              </a:xfrm>
              <a:prstGeom prst="line">
                <a:avLst/>
              </a:prstGeom>
              <a:noFill/>
              <a:ln w="254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7236" name="Text Box 116"/>
              <p:cNvSpPr txBox="1">
                <a:spLocks noChangeArrowheads="1"/>
              </p:cNvSpPr>
              <p:nvPr/>
            </p:nvSpPr>
            <p:spPr bwMode="auto">
              <a:xfrm>
                <a:off x="1979" y="1893"/>
                <a:ext cx="261" cy="212"/>
              </a:xfrm>
              <a:prstGeom prst="rect">
                <a:avLst/>
              </a:prstGeom>
              <a:noFill/>
              <a:ln w="9525">
                <a:noFill/>
                <a:miter lim="800000"/>
                <a:headEnd/>
                <a:tailEnd/>
              </a:ln>
              <a:effectLst/>
            </p:spPr>
            <p:txBody>
              <a:bodyPr>
                <a:spAutoFit/>
              </a:bodyPr>
              <a:lstStyle/>
              <a:p>
                <a:pPr>
                  <a:spcBef>
                    <a:spcPct val="50000"/>
                  </a:spcBef>
                  <a:defRPr/>
                </a:pPr>
                <a:r>
                  <a:rPr lang="en-US" altLang="ja-JP" sz="1600">
                    <a:solidFill>
                      <a:schemeClr val="folHlink"/>
                    </a:solidFill>
                    <a:effectLst>
                      <a:outerShdw blurRad="38100" dist="38100" dir="2700000" algn="tl">
                        <a:srgbClr val="000000"/>
                      </a:outerShdw>
                    </a:effectLst>
                    <a:latin typeface="Times New Roman" pitchFamily="18" charset="0"/>
                  </a:rPr>
                  <a:t>●</a:t>
                </a:r>
              </a:p>
            </p:txBody>
          </p:sp>
          <p:sp>
            <p:nvSpPr>
              <p:cNvPr id="517237" name="Text Box 117"/>
              <p:cNvSpPr txBox="1">
                <a:spLocks noChangeArrowheads="1"/>
              </p:cNvSpPr>
              <p:nvPr/>
            </p:nvSpPr>
            <p:spPr bwMode="auto">
              <a:xfrm>
                <a:off x="2147" y="1793"/>
                <a:ext cx="261" cy="212"/>
              </a:xfrm>
              <a:prstGeom prst="rect">
                <a:avLst/>
              </a:prstGeom>
              <a:noFill/>
              <a:ln w="9525">
                <a:noFill/>
                <a:miter lim="800000"/>
                <a:headEnd/>
                <a:tailEnd/>
              </a:ln>
              <a:effectLst/>
            </p:spPr>
            <p:txBody>
              <a:bodyPr>
                <a:spAutoFit/>
              </a:bodyPr>
              <a:lstStyle/>
              <a:p>
                <a:pPr>
                  <a:spcBef>
                    <a:spcPct val="50000"/>
                  </a:spcBef>
                  <a:defRPr/>
                </a:pPr>
                <a:r>
                  <a:rPr lang="en-US" altLang="ja-JP" sz="1600">
                    <a:solidFill>
                      <a:schemeClr val="folHlink"/>
                    </a:solidFill>
                    <a:effectLst>
                      <a:outerShdw blurRad="38100" dist="38100" dir="2700000" algn="tl">
                        <a:srgbClr val="000000"/>
                      </a:outerShdw>
                    </a:effectLst>
                    <a:latin typeface="Times New Roman" pitchFamily="18" charset="0"/>
                  </a:rPr>
                  <a:t>●</a:t>
                </a:r>
              </a:p>
            </p:txBody>
          </p:sp>
          <p:sp>
            <p:nvSpPr>
              <p:cNvPr id="517238" name="Text Box 118"/>
              <p:cNvSpPr txBox="1">
                <a:spLocks noChangeArrowheads="1"/>
              </p:cNvSpPr>
              <p:nvPr/>
            </p:nvSpPr>
            <p:spPr bwMode="auto">
              <a:xfrm>
                <a:off x="2305" y="1876"/>
                <a:ext cx="261" cy="212"/>
              </a:xfrm>
              <a:prstGeom prst="rect">
                <a:avLst/>
              </a:prstGeom>
              <a:noFill/>
              <a:ln w="9525">
                <a:noFill/>
                <a:miter lim="800000"/>
                <a:headEnd/>
                <a:tailEnd/>
              </a:ln>
              <a:effectLst/>
            </p:spPr>
            <p:txBody>
              <a:bodyPr>
                <a:spAutoFit/>
              </a:bodyPr>
              <a:lstStyle/>
              <a:p>
                <a:pPr>
                  <a:spcBef>
                    <a:spcPct val="50000"/>
                  </a:spcBef>
                  <a:defRPr/>
                </a:pPr>
                <a:r>
                  <a:rPr lang="en-US" altLang="ja-JP" sz="1600">
                    <a:solidFill>
                      <a:schemeClr val="folHlink"/>
                    </a:solidFill>
                    <a:effectLst>
                      <a:outerShdw blurRad="38100" dist="38100" dir="2700000" algn="tl">
                        <a:srgbClr val="000000"/>
                      </a:outerShdw>
                    </a:effectLst>
                    <a:latin typeface="Times New Roman" pitchFamily="18" charset="0"/>
                  </a:rPr>
                  <a:t>●</a:t>
                </a:r>
              </a:p>
            </p:txBody>
          </p:sp>
          <p:sp>
            <p:nvSpPr>
              <p:cNvPr id="517239" name="Text Box 119"/>
              <p:cNvSpPr txBox="1">
                <a:spLocks noChangeArrowheads="1"/>
              </p:cNvSpPr>
              <p:nvPr/>
            </p:nvSpPr>
            <p:spPr bwMode="auto">
              <a:xfrm>
                <a:off x="2468" y="1820"/>
                <a:ext cx="261" cy="212"/>
              </a:xfrm>
              <a:prstGeom prst="rect">
                <a:avLst/>
              </a:prstGeom>
              <a:noFill/>
              <a:ln w="9525">
                <a:noFill/>
                <a:miter lim="800000"/>
                <a:headEnd/>
                <a:tailEnd/>
              </a:ln>
              <a:effectLst/>
            </p:spPr>
            <p:txBody>
              <a:bodyPr>
                <a:spAutoFit/>
              </a:bodyPr>
              <a:lstStyle/>
              <a:p>
                <a:pPr>
                  <a:spcBef>
                    <a:spcPct val="50000"/>
                  </a:spcBef>
                  <a:defRPr/>
                </a:pPr>
                <a:r>
                  <a:rPr lang="en-US" altLang="ja-JP" sz="1600">
                    <a:solidFill>
                      <a:schemeClr val="folHlink"/>
                    </a:solidFill>
                    <a:effectLst>
                      <a:outerShdw blurRad="38100" dist="38100" dir="2700000" algn="tl">
                        <a:srgbClr val="000000"/>
                      </a:outerShdw>
                    </a:effectLst>
                    <a:latin typeface="Times New Roman" pitchFamily="18" charset="0"/>
                  </a:rPr>
                  <a:t>●</a:t>
                </a:r>
              </a:p>
            </p:txBody>
          </p:sp>
          <p:sp>
            <p:nvSpPr>
              <p:cNvPr id="517240" name="Text Box 120"/>
              <p:cNvSpPr txBox="1">
                <a:spLocks noChangeArrowheads="1"/>
              </p:cNvSpPr>
              <p:nvPr/>
            </p:nvSpPr>
            <p:spPr bwMode="auto">
              <a:xfrm>
                <a:off x="2636" y="1984"/>
                <a:ext cx="261" cy="212"/>
              </a:xfrm>
              <a:prstGeom prst="rect">
                <a:avLst/>
              </a:prstGeom>
              <a:noFill/>
              <a:ln w="9525">
                <a:noFill/>
                <a:miter lim="800000"/>
                <a:headEnd/>
                <a:tailEnd/>
              </a:ln>
              <a:effectLst/>
            </p:spPr>
            <p:txBody>
              <a:bodyPr>
                <a:spAutoFit/>
              </a:bodyPr>
              <a:lstStyle/>
              <a:p>
                <a:pPr>
                  <a:spcBef>
                    <a:spcPct val="50000"/>
                  </a:spcBef>
                  <a:defRPr/>
                </a:pPr>
                <a:r>
                  <a:rPr lang="en-US" altLang="ja-JP" sz="1600">
                    <a:solidFill>
                      <a:schemeClr val="folHlink"/>
                    </a:solidFill>
                    <a:effectLst>
                      <a:outerShdw blurRad="38100" dist="38100" dir="2700000" algn="tl">
                        <a:srgbClr val="000000"/>
                      </a:outerShdw>
                    </a:effectLst>
                    <a:latin typeface="Times New Roman" pitchFamily="18" charset="0"/>
                  </a:rPr>
                  <a:t>●</a:t>
                </a:r>
              </a:p>
            </p:txBody>
          </p:sp>
          <p:sp>
            <p:nvSpPr>
              <p:cNvPr id="517241" name="Text Box 121"/>
              <p:cNvSpPr txBox="1">
                <a:spLocks noChangeArrowheads="1"/>
              </p:cNvSpPr>
              <p:nvPr/>
            </p:nvSpPr>
            <p:spPr bwMode="auto">
              <a:xfrm>
                <a:off x="2799" y="1839"/>
                <a:ext cx="261" cy="212"/>
              </a:xfrm>
              <a:prstGeom prst="rect">
                <a:avLst/>
              </a:prstGeom>
              <a:noFill/>
              <a:ln w="9525">
                <a:noFill/>
                <a:miter lim="800000"/>
                <a:headEnd/>
                <a:tailEnd/>
              </a:ln>
              <a:effectLst/>
            </p:spPr>
            <p:txBody>
              <a:bodyPr>
                <a:spAutoFit/>
              </a:bodyPr>
              <a:lstStyle/>
              <a:p>
                <a:pPr>
                  <a:spcBef>
                    <a:spcPct val="50000"/>
                  </a:spcBef>
                  <a:defRPr/>
                </a:pPr>
                <a:r>
                  <a:rPr lang="en-US" altLang="ja-JP" sz="1600">
                    <a:solidFill>
                      <a:schemeClr val="folHlink"/>
                    </a:solidFill>
                    <a:effectLst>
                      <a:outerShdw blurRad="38100" dist="38100" dir="2700000" algn="tl">
                        <a:srgbClr val="000000"/>
                      </a:outerShdw>
                    </a:effectLst>
                    <a:latin typeface="Times New Roman" pitchFamily="18" charset="0"/>
                  </a:rPr>
                  <a:t>●</a:t>
                </a:r>
              </a:p>
            </p:txBody>
          </p:sp>
        </p:grpSp>
      </p:grpSp>
      <p:sp>
        <p:nvSpPr>
          <p:cNvPr id="517244" name="AutoShape 124"/>
          <p:cNvSpPr>
            <a:spLocks noChangeArrowheads="1"/>
          </p:cNvSpPr>
          <p:nvPr/>
        </p:nvSpPr>
        <p:spPr bwMode="auto">
          <a:xfrm>
            <a:off x="1752600" y="152400"/>
            <a:ext cx="6477000" cy="533400"/>
          </a:xfrm>
          <a:prstGeom prst="roundRect">
            <a:avLst>
              <a:gd name="adj" fmla="val 16667"/>
            </a:avLst>
          </a:prstGeom>
          <a:solidFill>
            <a:srgbClr val="008000"/>
          </a:solidFill>
          <a:ln w="9525">
            <a:solidFill>
              <a:schemeClr val="tx1"/>
            </a:solidFill>
            <a:round/>
            <a:headEnd/>
            <a:tailEnd/>
          </a:ln>
          <a:effectLst>
            <a:outerShdw blurRad="63500" dist="107763" dir="2700000" algn="ctr" rotWithShape="0">
              <a:schemeClr val="bg2">
                <a:alpha val="74998"/>
              </a:schemeClr>
            </a:outerShdw>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en-US" altLang="ja-JP">
                <a:effectLst>
                  <a:outerShdw blurRad="38100" dist="38100" dir="2700000" algn="tl">
                    <a:srgbClr val="000000"/>
                  </a:outerShdw>
                </a:effectLst>
                <a:latin typeface="Times New Roman" panose="02020603050405020304" pitchFamily="18" charset="0"/>
                <a:ea typeface="イワタ中丸ゴシック体(GT)" charset="-128"/>
              </a:rPr>
              <a:t>Creating method of 7 QC tools -1 </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9171" name="Text Box 3"/>
          <p:cNvSpPr txBox="1">
            <a:spLocks noChangeArrowheads="1"/>
          </p:cNvSpPr>
          <p:nvPr/>
        </p:nvSpPr>
        <p:spPr bwMode="auto">
          <a:xfrm>
            <a:off x="139700" y="800100"/>
            <a:ext cx="5651500" cy="379413"/>
          </a:xfrm>
          <a:prstGeom prst="rect">
            <a:avLst/>
          </a:prstGeom>
          <a:solidFill>
            <a:srgbClr val="008000"/>
          </a:solidFill>
          <a:ln w="12700">
            <a:solidFill>
              <a:schemeClr val="tx1"/>
            </a:solidFill>
            <a:miter lim="800000"/>
            <a:headEnd/>
            <a:tailEnd/>
          </a:ln>
          <a:effectLst>
            <a:outerShdw blurRad="63500" dist="107763" dir="2700000" algn="ctr" rotWithShape="0">
              <a:schemeClr val="bg2">
                <a:alpha val="74998"/>
              </a:schemeClr>
            </a:outerShdw>
          </a:effectLst>
        </p:spPr>
        <p:txBody>
          <a:bodyPr>
            <a:spAutoFit/>
          </a:bodyPr>
          <a:lstStyle/>
          <a:p>
            <a:pPr>
              <a:spcBef>
                <a:spcPct val="50000"/>
              </a:spcBef>
              <a:defRPr/>
            </a:pPr>
            <a:r>
              <a:rPr lang="en-US" altLang="ja-JP" sz="1800">
                <a:effectLst>
                  <a:outerShdw blurRad="38100" dist="38100" dir="2700000" algn="tl">
                    <a:srgbClr val="000000"/>
                  </a:outerShdw>
                </a:effectLst>
                <a:ea typeface="イワタ中丸ゴシック体(GT)" charset="-128"/>
              </a:rPr>
              <a:t>Line graph : showing changing of time series</a:t>
            </a:r>
          </a:p>
        </p:txBody>
      </p:sp>
      <p:sp>
        <p:nvSpPr>
          <p:cNvPr id="519173" name="AutoShape 5"/>
          <p:cNvSpPr>
            <a:spLocks noChangeArrowheads="1"/>
          </p:cNvSpPr>
          <p:nvPr/>
        </p:nvSpPr>
        <p:spPr bwMode="auto">
          <a:xfrm>
            <a:off x="344488" y="1341438"/>
            <a:ext cx="9372600" cy="5314950"/>
          </a:xfrm>
          <a:prstGeom prst="roundRect">
            <a:avLst>
              <a:gd name="adj" fmla="val 3764"/>
            </a:avLst>
          </a:prstGeom>
          <a:solidFill>
            <a:srgbClr val="000080">
              <a:alpha val="50000"/>
            </a:srgbClr>
          </a:solidFill>
          <a:ln w="9525">
            <a:solidFill>
              <a:schemeClr val="tx1"/>
            </a:solidFill>
            <a:round/>
            <a:headEnd/>
            <a:tailEnd/>
          </a:ln>
          <a:effectLst/>
        </p:spPr>
        <p:txBody>
          <a:bodyPr wrap="none" anchor="ctr"/>
          <a:lstStyle/>
          <a:p>
            <a:pPr algn="ctr">
              <a:defRPr/>
            </a:pPr>
            <a:endParaRPr lang="th-TH" sz="2400">
              <a:effectLst>
                <a:outerShdw blurRad="38100" dist="38100" dir="2700000" algn="tl">
                  <a:srgbClr val="000000"/>
                </a:outerShdw>
              </a:effectLst>
            </a:endParaRPr>
          </a:p>
        </p:txBody>
      </p:sp>
      <p:sp>
        <p:nvSpPr>
          <p:cNvPr id="519174" name="Line 6"/>
          <p:cNvSpPr>
            <a:spLocks noChangeShapeType="1"/>
          </p:cNvSpPr>
          <p:nvPr/>
        </p:nvSpPr>
        <p:spPr bwMode="auto">
          <a:xfrm flipH="1">
            <a:off x="2506663" y="2871788"/>
            <a:ext cx="0" cy="2263775"/>
          </a:xfrm>
          <a:prstGeom prst="line">
            <a:avLst/>
          </a:prstGeom>
          <a:noFill/>
          <a:ln w="508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9175" name="Line 7"/>
          <p:cNvSpPr>
            <a:spLocks noChangeShapeType="1"/>
          </p:cNvSpPr>
          <p:nvPr/>
        </p:nvSpPr>
        <p:spPr bwMode="auto">
          <a:xfrm flipV="1">
            <a:off x="2522538" y="5113338"/>
            <a:ext cx="4967287" cy="0"/>
          </a:xfrm>
          <a:prstGeom prst="line">
            <a:avLst/>
          </a:prstGeom>
          <a:noFill/>
          <a:ln w="508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9176" name="Line 8"/>
          <p:cNvSpPr>
            <a:spLocks noChangeShapeType="1"/>
          </p:cNvSpPr>
          <p:nvPr/>
        </p:nvSpPr>
        <p:spPr bwMode="auto">
          <a:xfrm>
            <a:off x="2522538" y="4614863"/>
            <a:ext cx="101600" cy="0"/>
          </a:xfrm>
          <a:prstGeom prst="line">
            <a:avLst/>
          </a:prstGeom>
          <a:noFill/>
          <a:ln w="254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9177" name="Line 9"/>
          <p:cNvSpPr>
            <a:spLocks noChangeShapeType="1"/>
          </p:cNvSpPr>
          <p:nvPr/>
        </p:nvSpPr>
        <p:spPr bwMode="auto">
          <a:xfrm>
            <a:off x="2522538" y="4114800"/>
            <a:ext cx="101600" cy="0"/>
          </a:xfrm>
          <a:prstGeom prst="line">
            <a:avLst/>
          </a:prstGeom>
          <a:noFill/>
          <a:ln w="254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9178" name="Line 10"/>
          <p:cNvSpPr>
            <a:spLocks noChangeShapeType="1"/>
          </p:cNvSpPr>
          <p:nvPr/>
        </p:nvSpPr>
        <p:spPr bwMode="auto">
          <a:xfrm>
            <a:off x="2522538" y="3616325"/>
            <a:ext cx="101600" cy="0"/>
          </a:xfrm>
          <a:prstGeom prst="line">
            <a:avLst/>
          </a:prstGeom>
          <a:noFill/>
          <a:ln w="254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9179" name="Line 11"/>
          <p:cNvSpPr>
            <a:spLocks noChangeShapeType="1"/>
          </p:cNvSpPr>
          <p:nvPr/>
        </p:nvSpPr>
        <p:spPr bwMode="auto">
          <a:xfrm>
            <a:off x="2522538" y="3116263"/>
            <a:ext cx="101600" cy="0"/>
          </a:xfrm>
          <a:prstGeom prst="line">
            <a:avLst/>
          </a:prstGeom>
          <a:noFill/>
          <a:ln w="254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9180" name="Line 12"/>
          <p:cNvSpPr>
            <a:spLocks noChangeShapeType="1"/>
          </p:cNvSpPr>
          <p:nvPr/>
        </p:nvSpPr>
        <p:spPr bwMode="auto">
          <a:xfrm>
            <a:off x="3022600" y="4986338"/>
            <a:ext cx="0" cy="127000"/>
          </a:xfrm>
          <a:prstGeom prst="line">
            <a:avLst/>
          </a:prstGeom>
          <a:noFill/>
          <a:ln w="254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9181" name="Line 13"/>
          <p:cNvSpPr>
            <a:spLocks noChangeShapeType="1"/>
          </p:cNvSpPr>
          <p:nvPr/>
        </p:nvSpPr>
        <p:spPr bwMode="auto">
          <a:xfrm>
            <a:off x="4522788" y="4986338"/>
            <a:ext cx="0" cy="127000"/>
          </a:xfrm>
          <a:prstGeom prst="line">
            <a:avLst/>
          </a:prstGeom>
          <a:noFill/>
          <a:ln w="254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9182" name="Line 14"/>
          <p:cNvSpPr>
            <a:spLocks noChangeShapeType="1"/>
          </p:cNvSpPr>
          <p:nvPr/>
        </p:nvSpPr>
        <p:spPr bwMode="auto">
          <a:xfrm>
            <a:off x="3522663" y="4986338"/>
            <a:ext cx="0" cy="127000"/>
          </a:xfrm>
          <a:prstGeom prst="line">
            <a:avLst/>
          </a:prstGeom>
          <a:noFill/>
          <a:ln w="254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9183" name="Line 15"/>
          <p:cNvSpPr>
            <a:spLocks noChangeShapeType="1"/>
          </p:cNvSpPr>
          <p:nvPr/>
        </p:nvSpPr>
        <p:spPr bwMode="auto">
          <a:xfrm>
            <a:off x="5021263" y="4986338"/>
            <a:ext cx="0" cy="127000"/>
          </a:xfrm>
          <a:prstGeom prst="line">
            <a:avLst/>
          </a:prstGeom>
          <a:noFill/>
          <a:ln w="254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9184" name="Line 16"/>
          <p:cNvSpPr>
            <a:spLocks noChangeShapeType="1"/>
          </p:cNvSpPr>
          <p:nvPr/>
        </p:nvSpPr>
        <p:spPr bwMode="auto">
          <a:xfrm>
            <a:off x="4021138" y="4986338"/>
            <a:ext cx="0" cy="127000"/>
          </a:xfrm>
          <a:prstGeom prst="line">
            <a:avLst/>
          </a:prstGeom>
          <a:noFill/>
          <a:ln w="254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9185" name="Line 17"/>
          <p:cNvSpPr>
            <a:spLocks noChangeShapeType="1"/>
          </p:cNvSpPr>
          <p:nvPr/>
        </p:nvSpPr>
        <p:spPr bwMode="auto">
          <a:xfrm>
            <a:off x="6521450" y="4986338"/>
            <a:ext cx="0" cy="127000"/>
          </a:xfrm>
          <a:prstGeom prst="line">
            <a:avLst/>
          </a:prstGeom>
          <a:noFill/>
          <a:ln w="254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9186" name="Line 18"/>
          <p:cNvSpPr>
            <a:spLocks noChangeShapeType="1"/>
          </p:cNvSpPr>
          <p:nvPr/>
        </p:nvSpPr>
        <p:spPr bwMode="auto">
          <a:xfrm>
            <a:off x="5521325" y="4986338"/>
            <a:ext cx="0" cy="127000"/>
          </a:xfrm>
          <a:prstGeom prst="line">
            <a:avLst/>
          </a:prstGeom>
          <a:noFill/>
          <a:ln w="254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9187" name="Line 19"/>
          <p:cNvSpPr>
            <a:spLocks noChangeShapeType="1"/>
          </p:cNvSpPr>
          <p:nvPr/>
        </p:nvSpPr>
        <p:spPr bwMode="auto">
          <a:xfrm>
            <a:off x="7019925" y="4986338"/>
            <a:ext cx="0" cy="127000"/>
          </a:xfrm>
          <a:prstGeom prst="line">
            <a:avLst/>
          </a:prstGeom>
          <a:noFill/>
          <a:ln w="254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9188" name="Line 20"/>
          <p:cNvSpPr>
            <a:spLocks noChangeShapeType="1"/>
          </p:cNvSpPr>
          <p:nvPr/>
        </p:nvSpPr>
        <p:spPr bwMode="auto">
          <a:xfrm>
            <a:off x="6021388" y="4986338"/>
            <a:ext cx="0" cy="127000"/>
          </a:xfrm>
          <a:prstGeom prst="line">
            <a:avLst/>
          </a:prstGeom>
          <a:noFill/>
          <a:ln w="254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9189" name="Text Box 21"/>
          <p:cNvSpPr txBox="1">
            <a:spLocks noChangeArrowheads="1"/>
          </p:cNvSpPr>
          <p:nvPr/>
        </p:nvSpPr>
        <p:spPr bwMode="auto">
          <a:xfrm>
            <a:off x="2130425" y="4832350"/>
            <a:ext cx="428625" cy="336550"/>
          </a:xfrm>
          <a:prstGeom prst="rect">
            <a:avLst/>
          </a:prstGeom>
          <a:noFill/>
          <a:ln w="9525">
            <a:noFill/>
            <a:miter lim="800000"/>
            <a:headEnd/>
            <a:tailEnd/>
          </a:ln>
          <a:effectLst/>
        </p:spPr>
        <p:txBody>
          <a:bodyPr>
            <a:spAutoFit/>
          </a:bodyPr>
          <a:lstStyle/>
          <a:p>
            <a:pPr>
              <a:spcBef>
                <a:spcPct val="50000"/>
              </a:spcBef>
              <a:defRPr/>
            </a:pPr>
            <a:r>
              <a:rPr lang="en-US" altLang="ja-JP" sz="1600">
                <a:effectLst>
                  <a:outerShdw blurRad="38100" dist="38100" dir="2700000" algn="tl">
                    <a:srgbClr val="000000"/>
                  </a:outerShdw>
                </a:effectLst>
                <a:latin typeface="Times New Roman" pitchFamily="18" charset="0"/>
              </a:rPr>
              <a:t>0</a:t>
            </a:r>
            <a:endParaRPr lang="en-US" altLang="ja-JP" sz="1600" b="0">
              <a:effectLst>
                <a:outerShdw blurRad="38100" dist="38100" dir="2700000" algn="tl">
                  <a:srgbClr val="000000"/>
                </a:outerShdw>
              </a:effectLst>
              <a:latin typeface="Times New Roman" pitchFamily="18" charset="0"/>
            </a:endParaRPr>
          </a:p>
        </p:txBody>
      </p:sp>
      <p:sp>
        <p:nvSpPr>
          <p:cNvPr id="519190" name="Text Box 22"/>
          <p:cNvSpPr txBox="1">
            <a:spLocks noChangeArrowheads="1"/>
          </p:cNvSpPr>
          <p:nvPr/>
        </p:nvSpPr>
        <p:spPr bwMode="auto">
          <a:xfrm>
            <a:off x="2114550" y="4362450"/>
            <a:ext cx="428625" cy="336550"/>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en-US" altLang="ja-JP" sz="1600">
                <a:effectLst>
                  <a:outerShdw blurRad="38100" dist="38100" dir="2700000" algn="tl">
                    <a:srgbClr val="000000"/>
                  </a:outerShdw>
                </a:effectLst>
                <a:latin typeface="Times New Roman" panose="02020603050405020304" pitchFamily="18" charset="0"/>
              </a:rPr>
              <a:t>1</a:t>
            </a:r>
          </a:p>
        </p:txBody>
      </p:sp>
      <p:sp>
        <p:nvSpPr>
          <p:cNvPr id="519191" name="Text Box 23"/>
          <p:cNvSpPr txBox="1">
            <a:spLocks noChangeArrowheads="1"/>
          </p:cNvSpPr>
          <p:nvPr/>
        </p:nvSpPr>
        <p:spPr bwMode="auto">
          <a:xfrm>
            <a:off x="2114550" y="3863975"/>
            <a:ext cx="428625" cy="336550"/>
          </a:xfrm>
          <a:prstGeom prst="rect">
            <a:avLst/>
          </a:prstGeom>
          <a:noFill/>
          <a:ln w="9525">
            <a:noFill/>
            <a:miter lim="800000"/>
            <a:headEnd/>
            <a:tailEnd/>
          </a:ln>
          <a:effectLst/>
        </p:spPr>
        <p:txBody>
          <a:bodyPr>
            <a:spAutoFit/>
          </a:bodyPr>
          <a:lstStyle/>
          <a:p>
            <a:pPr>
              <a:spcBef>
                <a:spcPct val="50000"/>
              </a:spcBef>
              <a:defRPr/>
            </a:pPr>
            <a:r>
              <a:rPr lang="en-US" altLang="ja-JP" sz="1600">
                <a:effectLst>
                  <a:outerShdw blurRad="38100" dist="38100" dir="2700000" algn="tl">
                    <a:srgbClr val="000000"/>
                  </a:outerShdw>
                </a:effectLst>
                <a:latin typeface="Times New Roman" pitchFamily="18" charset="0"/>
              </a:rPr>
              <a:t>2</a:t>
            </a:r>
            <a:endParaRPr lang="en-US" altLang="ja-JP" sz="1600" b="0">
              <a:effectLst>
                <a:outerShdw blurRad="38100" dist="38100" dir="2700000" algn="tl">
                  <a:srgbClr val="000000"/>
                </a:outerShdw>
              </a:effectLst>
              <a:latin typeface="Times New Roman" pitchFamily="18" charset="0"/>
            </a:endParaRPr>
          </a:p>
        </p:txBody>
      </p:sp>
      <p:sp>
        <p:nvSpPr>
          <p:cNvPr id="519192" name="Text Box 24"/>
          <p:cNvSpPr txBox="1">
            <a:spLocks noChangeArrowheads="1"/>
          </p:cNvSpPr>
          <p:nvPr/>
        </p:nvSpPr>
        <p:spPr bwMode="auto">
          <a:xfrm>
            <a:off x="2114550" y="3365500"/>
            <a:ext cx="428625" cy="336550"/>
          </a:xfrm>
          <a:prstGeom prst="rect">
            <a:avLst/>
          </a:prstGeom>
          <a:noFill/>
          <a:ln w="9525">
            <a:noFill/>
            <a:miter lim="800000"/>
            <a:headEnd/>
            <a:tailEnd/>
          </a:ln>
          <a:effectLst/>
        </p:spPr>
        <p:txBody>
          <a:bodyPr>
            <a:spAutoFit/>
          </a:bodyPr>
          <a:lstStyle/>
          <a:p>
            <a:pPr>
              <a:spcBef>
                <a:spcPct val="50000"/>
              </a:spcBef>
              <a:defRPr/>
            </a:pPr>
            <a:r>
              <a:rPr lang="en-US" altLang="ja-JP" sz="1600">
                <a:effectLst>
                  <a:outerShdw blurRad="38100" dist="38100" dir="2700000" algn="tl">
                    <a:srgbClr val="000000"/>
                  </a:outerShdw>
                </a:effectLst>
                <a:latin typeface="Times New Roman" pitchFamily="18" charset="0"/>
              </a:rPr>
              <a:t>3</a:t>
            </a:r>
            <a:endParaRPr lang="en-US" altLang="ja-JP" sz="1600" b="0">
              <a:effectLst>
                <a:outerShdw blurRad="38100" dist="38100" dir="2700000" algn="tl">
                  <a:srgbClr val="000000"/>
                </a:outerShdw>
              </a:effectLst>
              <a:latin typeface="Times New Roman" pitchFamily="18" charset="0"/>
            </a:endParaRPr>
          </a:p>
        </p:txBody>
      </p:sp>
      <p:sp>
        <p:nvSpPr>
          <p:cNvPr id="519193" name="Text Box 25"/>
          <p:cNvSpPr txBox="1">
            <a:spLocks noChangeArrowheads="1"/>
          </p:cNvSpPr>
          <p:nvPr/>
        </p:nvSpPr>
        <p:spPr bwMode="auto">
          <a:xfrm>
            <a:off x="2114550" y="2865438"/>
            <a:ext cx="428625" cy="336550"/>
          </a:xfrm>
          <a:prstGeom prst="rect">
            <a:avLst/>
          </a:prstGeom>
          <a:noFill/>
          <a:ln w="9525">
            <a:noFill/>
            <a:miter lim="800000"/>
            <a:headEnd/>
            <a:tailEnd/>
          </a:ln>
          <a:effectLst/>
        </p:spPr>
        <p:txBody>
          <a:bodyPr>
            <a:spAutoFit/>
          </a:bodyPr>
          <a:lstStyle/>
          <a:p>
            <a:pPr>
              <a:spcBef>
                <a:spcPct val="50000"/>
              </a:spcBef>
              <a:defRPr/>
            </a:pPr>
            <a:r>
              <a:rPr lang="en-US" altLang="ja-JP" sz="1600">
                <a:effectLst>
                  <a:outerShdw blurRad="38100" dist="38100" dir="2700000" algn="tl">
                    <a:srgbClr val="000000"/>
                  </a:outerShdw>
                </a:effectLst>
                <a:latin typeface="Times New Roman" pitchFamily="18" charset="0"/>
              </a:rPr>
              <a:t>4</a:t>
            </a:r>
            <a:endParaRPr lang="en-US" altLang="ja-JP" sz="1600" b="0">
              <a:effectLst>
                <a:outerShdw blurRad="38100" dist="38100" dir="2700000" algn="tl">
                  <a:srgbClr val="000000"/>
                </a:outerShdw>
              </a:effectLst>
              <a:latin typeface="Times New Roman" pitchFamily="18" charset="0"/>
            </a:endParaRPr>
          </a:p>
        </p:txBody>
      </p:sp>
      <p:sp>
        <p:nvSpPr>
          <p:cNvPr id="519194" name="Text Box 26"/>
          <p:cNvSpPr txBox="1">
            <a:spLocks noChangeArrowheads="1"/>
          </p:cNvSpPr>
          <p:nvPr/>
        </p:nvSpPr>
        <p:spPr bwMode="auto">
          <a:xfrm>
            <a:off x="2509838" y="5094288"/>
            <a:ext cx="5561012" cy="366712"/>
          </a:xfrm>
          <a:prstGeom prst="rect">
            <a:avLst/>
          </a:prstGeom>
          <a:noFill/>
          <a:ln w="9525">
            <a:noFill/>
            <a:miter lim="800000"/>
            <a:headEnd/>
            <a:tailEnd/>
          </a:ln>
          <a:effectLst/>
        </p:spPr>
        <p:txBody>
          <a:bodyPr>
            <a:spAutoFit/>
          </a:bodyPr>
          <a:lstStyle/>
          <a:p>
            <a:pPr>
              <a:spcBef>
                <a:spcPct val="50000"/>
              </a:spcBef>
              <a:defRPr/>
            </a:pPr>
            <a:r>
              <a:rPr lang="en-US" altLang="ja-JP" sz="1600">
                <a:effectLst>
                  <a:outerShdw blurRad="38100" dist="38100" dir="2700000" algn="tl">
                    <a:srgbClr val="000000"/>
                  </a:outerShdw>
                </a:effectLst>
                <a:latin typeface="Times New Roman" pitchFamily="18" charset="0"/>
              </a:rPr>
              <a:t>  ○/4</a:t>
            </a:r>
            <a:r>
              <a:rPr lang="en-US" altLang="ja-JP" sz="1400">
                <a:effectLst>
                  <a:outerShdw blurRad="38100" dist="38100" dir="2700000" algn="tl">
                    <a:srgbClr val="000000"/>
                  </a:outerShdw>
                </a:effectLst>
                <a:latin typeface="Times New Roman" pitchFamily="18" charset="0"/>
              </a:rPr>
              <a:t>      </a:t>
            </a:r>
            <a:r>
              <a:rPr lang="en-US" altLang="ja-JP" sz="1600">
                <a:effectLst>
                  <a:outerShdw blurRad="38100" dist="38100" dir="2700000" algn="tl">
                    <a:srgbClr val="000000"/>
                  </a:outerShdw>
                </a:effectLst>
                <a:latin typeface="Times New Roman" pitchFamily="18" charset="0"/>
              </a:rPr>
              <a:t>5   </a:t>
            </a:r>
            <a:r>
              <a:rPr lang="en-US" altLang="ja-JP" sz="1400">
                <a:effectLst>
                  <a:outerShdw blurRad="38100" dist="38100" dir="2700000" algn="tl">
                    <a:srgbClr val="000000"/>
                  </a:outerShdw>
                </a:effectLst>
                <a:latin typeface="Times New Roman" pitchFamily="18" charset="0"/>
              </a:rPr>
              <a:t>    </a:t>
            </a:r>
            <a:r>
              <a:rPr lang="en-US" altLang="ja-JP" sz="1600">
                <a:effectLst>
                  <a:outerShdw blurRad="38100" dist="38100" dir="2700000" algn="tl">
                    <a:srgbClr val="000000"/>
                  </a:outerShdw>
                </a:effectLst>
                <a:latin typeface="Times New Roman" pitchFamily="18" charset="0"/>
              </a:rPr>
              <a:t>6</a:t>
            </a:r>
            <a:r>
              <a:rPr lang="en-US" altLang="ja-JP" sz="1200">
                <a:effectLst>
                  <a:outerShdw blurRad="38100" dist="38100" dir="2700000" algn="tl">
                    <a:srgbClr val="000000"/>
                  </a:outerShdw>
                </a:effectLst>
                <a:latin typeface="Times New Roman" pitchFamily="18" charset="0"/>
              </a:rPr>
              <a:t>         </a:t>
            </a:r>
            <a:r>
              <a:rPr lang="en-US" altLang="ja-JP" sz="1600">
                <a:effectLst>
                  <a:outerShdw blurRad="38100" dist="38100" dir="2700000" algn="tl">
                    <a:srgbClr val="000000"/>
                  </a:outerShdw>
                </a:effectLst>
                <a:latin typeface="Times New Roman" pitchFamily="18" charset="0"/>
              </a:rPr>
              <a:t>7</a:t>
            </a:r>
            <a:r>
              <a:rPr lang="en-US" altLang="ja-JP" sz="1400">
                <a:effectLst>
                  <a:outerShdw blurRad="38100" dist="38100" dir="2700000" algn="tl">
                    <a:srgbClr val="000000"/>
                  </a:outerShdw>
                </a:effectLst>
                <a:latin typeface="Times New Roman" pitchFamily="18" charset="0"/>
              </a:rPr>
              <a:t>        </a:t>
            </a:r>
            <a:r>
              <a:rPr lang="en-US" altLang="ja-JP" sz="1600">
                <a:effectLst>
                  <a:outerShdw blurRad="38100" dist="38100" dir="2700000" algn="tl">
                    <a:srgbClr val="000000"/>
                  </a:outerShdw>
                </a:effectLst>
                <a:latin typeface="Times New Roman" pitchFamily="18" charset="0"/>
              </a:rPr>
              <a:t>8</a:t>
            </a:r>
            <a:r>
              <a:rPr lang="en-US" altLang="ja-JP" sz="1200">
                <a:effectLst>
                  <a:outerShdw blurRad="38100" dist="38100" dir="2700000" algn="tl">
                    <a:srgbClr val="000000"/>
                  </a:outerShdw>
                </a:effectLst>
                <a:latin typeface="Times New Roman" pitchFamily="18" charset="0"/>
              </a:rPr>
              <a:t>         </a:t>
            </a:r>
            <a:r>
              <a:rPr lang="en-US" altLang="ja-JP" sz="1600">
                <a:effectLst>
                  <a:outerShdw blurRad="38100" dist="38100" dir="2700000" algn="tl">
                    <a:srgbClr val="000000"/>
                  </a:outerShdw>
                </a:effectLst>
                <a:latin typeface="Times New Roman" pitchFamily="18" charset="0"/>
              </a:rPr>
              <a:t>9</a:t>
            </a:r>
            <a:r>
              <a:rPr lang="en-US" altLang="ja-JP" sz="1200">
                <a:effectLst>
                  <a:outerShdw blurRad="38100" dist="38100" dir="2700000" algn="tl">
                    <a:srgbClr val="000000"/>
                  </a:outerShdw>
                </a:effectLst>
                <a:latin typeface="Times New Roman" pitchFamily="18" charset="0"/>
              </a:rPr>
              <a:t>       </a:t>
            </a:r>
            <a:r>
              <a:rPr lang="en-US" altLang="ja-JP" sz="1600">
                <a:effectLst>
                  <a:outerShdw blurRad="38100" dist="38100" dir="2700000" algn="tl">
                    <a:srgbClr val="000000"/>
                  </a:outerShdw>
                </a:effectLst>
                <a:latin typeface="Times New Roman" pitchFamily="18" charset="0"/>
              </a:rPr>
              <a:t>10</a:t>
            </a:r>
            <a:r>
              <a:rPr lang="en-US" altLang="ja-JP" sz="1200">
                <a:effectLst>
                  <a:outerShdw blurRad="38100" dist="38100" dir="2700000" algn="tl">
                    <a:srgbClr val="000000"/>
                  </a:outerShdw>
                </a:effectLst>
                <a:latin typeface="Times New Roman" pitchFamily="18" charset="0"/>
              </a:rPr>
              <a:t>      </a:t>
            </a:r>
            <a:r>
              <a:rPr lang="en-US" altLang="ja-JP" sz="1600">
                <a:effectLst>
                  <a:outerShdw blurRad="38100" dist="38100" dir="2700000" algn="tl">
                    <a:srgbClr val="000000"/>
                  </a:outerShdw>
                </a:effectLst>
                <a:latin typeface="Times New Roman" pitchFamily="18" charset="0"/>
              </a:rPr>
              <a:t>11   </a:t>
            </a:r>
            <a:r>
              <a:rPr lang="en-US" altLang="ja-JP" sz="1200">
                <a:effectLst>
                  <a:outerShdw blurRad="38100" dist="38100" dir="2700000" algn="tl">
                    <a:srgbClr val="000000"/>
                  </a:outerShdw>
                </a:effectLst>
                <a:latin typeface="Times New Roman" pitchFamily="18" charset="0"/>
              </a:rPr>
              <a:t>   </a:t>
            </a:r>
            <a:r>
              <a:rPr lang="en-US" altLang="ja-JP" sz="1600">
                <a:effectLst>
                  <a:outerShdw blurRad="38100" dist="38100" dir="2700000" algn="tl">
                    <a:srgbClr val="000000"/>
                  </a:outerShdw>
                </a:effectLst>
                <a:latin typeface="Times New Roman" pitchFamily="18" charset="0"/>
              </a:rPr>
              <a:t>12(</a:t>
            </a:r>
            <a:r>
              <a:rPr lang="en-US" altLang="ja-JP" sz="1800">
                <a:effectLst>
                  <a:outerShdw blurRad="38100" dist="38100" dir="2700000" algn="tl">
                    <a:srgbClr val="000000"/>
                  </a:outerShdw>
                </a:effectLst>
                <a:latin typeface="Times New Roman" pitchFamily="18" charset="0"/>
                <a:cs typeface="Angsana New" pitchFamily="18" charset="-34"/>
              </a:rPr>
              <a:t>Month</a:t>
            </a:r>
            <a:r>
              <a:rPr lang="en-US" altLang="ja-JP" sz="1600">
                <a:effectLst>
                  <a:outerShdw blurRad="38100" dist="38100" dir="2700000" algn="tl">
                    <a:srgbClr val="000000"/>
                  </a:outerShdw>
                </a:effectLst>
                <a:latin typeface="Times New Roman" pitchFamily="18" charset="0"/>
              </a:rPr>
              <a:t>)</a:t>
            </a:r>
          </a:p>
        </p:txBody>
      </p:sp>
      <p:sp>
        <p:nvSpPr>
          <p:cNvPr id="519195" name="Text Box 27"/>
          <p:cNvSpPr txBox="1">
            <a:spLocks noChangeArrowheads="1"/>
          </p:cNvSpPr>
          <p:nvPr/>
        </p:nvSpPr>
        <p:spPr bwMode="auto">
          <a:xfrm>
            <a:off x="6786563" y="4551363"/>
            <a:ext cx="430212" cy="336550"/>
          </a:xfrm>
          <a:prstGeom prst="rect">
            <a:avLst/>
          </a:prstGeom>
          <a:noFill/>
          <a:ln w="9525">
            <a:noFill/>
            <a:miter lim="800000"/>
            <a:headEnd/>
            <a:tailEnd/>
          </a:ln>
          <a:effectLst/>
        </p:spPr>
        <p:txBody>
          <a:bodyPr>
            <a:spAutoFit/>
          </a:bodyPr>
          <a:lstStyle/>
          <a:p>
            <a:pPr>
              <a:spcBef>
                <a:spcPct val="50000"/>
              </a:spcBef>
              <a:defRPr/>
            </a:pPr>
            <a:r>
              <a:rPr lang="en-US" altLang="ja-JP" sz="1600" b="0">
                <a:effectLst>
                  <a:outerShdw blurRad="38100" dist="38100" dir="2700000" algn="tl">
                    <a:srgbClr val="000000"/>
                  </a:outerShdw>
                </a:effectLst>
                <a:latin typeface="Times New Roman" pitchFamily="18" charset="0"/>
                <a:ea typeface="MS Mincho" pitchFamily="49" charset="-128"/>
              </a:rPr>
              <a:t>●</a:t>
            </a:r>
          </a:p>
        </p:txBody>
      </p:sp>
      <p:sp>
        <p:nvSpPr>
          <p:cNvPr id="519196" name="Text Box 28"/>
          <p:cNvSpPr txBox="1">
            <a:spLocks noChangeArrowheads="1"/>
          </p:cNvSpPr>
          <p:nvPr/>
        </p:nvSpPr>
        <p:spPr bwMode="auto">
          <a:xfrm>
            <a:off x="4787900" y="4144963"/>
            <a:ext cx="428625" cy="336550"/>
          </a:xfrm>
          <a:prstGeom prst="rect">
            <a:avLst/>
          </a:prstGeom>
          <a:noFill/>
          <a:ln w="9525">
            <a:noFill/>
            <a:miter lim="800000"/>
            <a:headEnd/>
            <a:tailEnd/>
          </a:ln>
          <a:effectLst/>
        </p:spPr>
        <p:txBody>
          <a:bodyPr>
            <a:spAutoFit/>
          </a:bodyPr>
          <a:lstStyle/>
          <a:p>
            <a:pPr>
              <a:spcBef>
                <a:spcPct val="50000"/>
              </a:spcBef>
              <a:defRPr/>
            </a:pPr>
            <a:r>
              <a:rPr lang="en-US" altLang="ja-JP" sz="1600" b="0">
                <a:effectLst>
                  <a:outerShdw blurRad="38100" dist="38100" dir="2700000" algn="tl">
                    <a:srgbClr val="000000"/>
                  </a:outerShdw>
                </a:effectLst>
                <a:latin typeface="Times New Roman" pitchFamily="18" charset="0"/>
                <a:ea typeface="MS Mincho" pitchFamily="49" charset="-128"/>
              </a:rPr>
              <a:t>●</a:t>
            </a:r>
          </a:p>
        </p:txBody>
      </p:sp>
      <p:sp>
        <p:nvSpPr>
          <p:cNvPr id="519197" name="Text Box 29"/>
          <p:cNvSpPr txBox="1">
            <a:spLocks noChangeArrowheads="1"/>
          </p:cNvSpPr>
          <p:nvPr/>
        </p:nvSpPr>
        <p:spPr bwMode="auto">
          <a:xfrm>
            <a:off x="4287838" y="3702050"/>
            <a:ext cx="428625" cy="336550"/>
          </a:xfrm>
          <a:prstGeom prst="rect">
            <a:avLst/>
          </a:prstGeom>
          <a:noFill/>
          <a:ln w="9525">
            <a:noFill/>
            <a:miter lim="800000"/>
            <a:headEnd/>
            <a:tailEnd/>
          </a:ln>
          <a:effectLst/>
        </p:spPr>
        <p:txBody>
          <a:bodyPr>
            <a:spAutoFit/>
          </a:bodyPr>
          <a:lstStyle/>
          <a:p>
            <a:pPr>
              <a:spcBef>
                <a:spcPct val="50000"/>
              </a:spcBef>
              <a:defRPr/>
            </a:pPr>
            <a:r>
              <a:rPr lang="en-US" altLang="ja-JP" sz="1600" b="0">
                <a:effectLst>
                  <a:outerShdw blurRad="38100" dist="38100" dir="2700000" algn="tl">
                    <a:srgbClr val="000000"/>
                  </a:outerShdw>
                </a:effectLst>
                <a:latin typeface="Times New Roman" pitchFamily="18" charset="0"/>
                <a:ea typeface="MS Mincho" pitchFamily="49" charset="-128"/>
              </a:rPr>
              <a:t>●</a:t>
            </a:r>
          </a:p>
        </p:txBody>
      </p:sp>
      <p:sp>
        <p:nvSpPr>
          <p:cNvPr id="519198" name="Text Box 30"/>
          <p:cNvSpPr txBox="1">
            <a:spLocks noChangeArrowheads="1"/>
          </p:cNvSpPr>
          <p:nvPr/>
        </p:nvSpPr>
        <p:spPr bwMode="auto">
          <a:xfrm>
            <a:off x="3787775" y="3630613"/>
            <a:ext cx="430213" cy="336550"/>
          </a:xfrm>
          <a:prstGeom prst="rect">
            <a:avLst/>
          </a:prstGeom>
          <a:noFill/>
          <a:ln w="9525">
            <a:noFill/>
            <a:miter lim="800000"/>
            <a:headEnd/>
            <a:tailEnd/>
          </a:ln>
          <a:effectLst/>
        </p:spPr>
        <p:txBody>
          <a:bodyPr>
            <a:spAutoFit/>
          </a:bodyPr>
          <a:lstStyle/>
          <a:p>
            <a:pPr>
              <a:spcBef>
                <a:spcPct val="50000"/>
              </a:spcBef>
              <a:defRPr/>
            </a:pPr>
            <a:r>
              <a:rPr lang="en-US" altLang="ja-JP" sz="1600" b="0">
                <a:effectLst>
                  <a:outerShdw blurRad="38100" dist="38100" dir="2700000" algn="tl">
                    <a:srgbClr val="000000"/>
                  </a:outerShdw>
                </a:effectLst>
                <a:latin typeface="Times New Roman" pitchFamily="18" charset="0"/>
                <a:ea typeface="MS Mincho" pitchFamily="49" charset="-128"/>
              </a:rPr>
              <a:t>●</a:t>
            </a:r>
          </a:p>
        </p:txBody>
      </p:sp>
      <p:sp>
        <p:nvSpPr>
          <p:cNvPr id="519199" name="Text Box 31"/>
          <p:cNvSpPr txBox="1">
            <a:spLocks noChangeArrowheads="1"/>
          </p:cNvSpPr>
          <p:nvPr/>
        </p:nvSpPr>
        <p:spPr bwMode="auto">
          <a:xfrm>
            <a:off x="3287713" y="3552825"/>
            <a:ext cx="428625" cy="336550"/>
          </a:xfrm>
          <a:prstGeom prst="rect">
            <a:avLst/>
          </a:prstGeom>
          <a:noFill/>
          <a:ln w="9525">
            <a:noFill/>
            <a:miter lim="800000"/>
            <a:headEnd/>
            <a:tailEnd/>
          </a:ln>
          <a:effectLst/>
        </p:spPr>
        <p:txBody>
          <a:bodyPr>
            <a:spAutoFit/>
          </a:bodyPr>
          <a:lstStyle/>
          <a:p>
            <a:pPr>
              <a:spcBef>
                <a:spcPct val="50000"/>
              </a:spcBef>
              <a:defRPr/>
            </a:pPr>
            <a:r>
              <a:rPr lang="en-US" altLang="ja-JP" sz="1600" b="0">
                <a:effectLst>
                  <a:outerShdw blurRad="38100" dist="38100" dir="2700000" algn="tl">
                    <a:srgbClr val="000000"/>
                  </a:outerShdw>
                </a:effectLst>
                <a:latin typeface="Times New Roman" pitchFamily="18" charset="0"/>
                <a:ea typeface="MS Mincho" pitchFamily="49" charset="-128"/>
              </a:rPr>
              <a:t>●</a:t>
            </a:r>
          </a:p>
        </p:txBody>
      </p:sp>
      <p:sp>
        <p:nvSpPr>
          <p:cNvPr id="519200" name="Text Box 32"/>
          <p:cNvSpPr txBox="1">
            <a:spLocks noChangeArrowheads="1"/>
          </p:cNvSpPr>
          <p:nvPr/>
        </p:nvSpPr>
        <p:spPr bwMode="auto">
          <a:xfrm>
            <a:off x="2779713" y="3094038"/>
            <a:ext cx="430212" cy="336550"/>
          </a:xfrm>
          <a:prstGeom prst="rect">
            <a:avLst/>
          </a:prstGeom>
          <a:noFill/>
          <a:ln w="9525">
            <a:noFill/>
            <a:miter lim="800000"/>
            <a:headEnd/>
            <a:tailEnd/>
          </a:ln>
          <a:effectLst/>
        </p:spPr>
        <p:txBody>
          <a:bodyPr>
            <a:spAutoFit/>
          </a:bodyPr>
          <a:lstStyle/>
          <a:p>
            <a:pPr>
              <a:spcBef>
                <a:spcPct val="50000"/>
              </a:spcBef>
              <a:defRPr/>
            </a:pPr>
            <a:r>
              <a:rPr lang="en-US" altLang="ja-JP" sz="1600" b="0">
                <a:effectLst>
                  <a:outerShdw blurRad="38100" dist="38100" dir="2700000" algn="tl">
                    <a:srgbClr val="000000"/>
                  </a:outerShdw>
                </a:effectLst>
                <a:latin typeface="Times New Roman" pitchFamily="18" charset="0"/>
                <a:ea typeface="MS Mincho" pitchFamily="49" charset="-128"/>
              </a:rPr>
              <a:t>●</a:t>
            </a:r>
          </a:p>
        </p:txBody>
      </p:sp>
      <p:sp>
        <p:nvSpPr>
          <p:cNvPr id="519201" name="Text Box 33"/>
          <p:cNvSpPr txBox="1">
            <a:spLocks noChangeArrowheads="1"/>
          </p:cNvSpPr>
          <p:nvPr/>
        </p:nvSpPr>
        <p:spPr bwMode="auto">
          <a:xfrm>
            <a:off x="6294438" y="4427538"/>
            <a:ext cx="430212" cy="336550"/>
          </a:xfrm>
          <a:prstGeom prst="rect">
            <a:avLst/>
          </a:prstGeom>
          <a:noFill/>
          <a:ln w="9525">
            <a:noFill/>
            <a:miter lim="800000"/>
            <a:headEnd/>
            <a:tailEnd/>
          </a:ln>
          <a:effectLst/>
        </p:spPr>
        <p:txBody>
          <a:bodyPr>
            <a:spAutoFit/>
          </a:bodyPr>
          <a:lstStyle/>
          <a:p>
            <a:pPr>
              <a:spcBef>
                <a:spcPct val="50000"/>
              </a:spcBef>
              <a:defRPr/>
            </a:pPr>
            <a:r>
              <a:rPr lang="en-US" altLang="ja-JP" sz="1600" b="0">
                <a:effectLst>
                  <a:outerShdw blurRad="38100" dist="38100" dir="2700000" algn="tl">
                    <a:srgbClr val="000000"/>
                  </a:outerShdw>
                </a:effectLst>
                <a:latin typeface="Times New Roman" pitchFamily="18" charset="0"/>
                <a:ea typeface="MS Mincho" pitchFamily="49" charset="-128"/>
              </a:rPr>
              <a:t>●</a:t>
            </a:r>
          </a:p>
        </p:txBody>
      </p:sp>
      <p:sp>
        <p:nvSpPr>
          <p:cNvPr id="519202" name="Text Box 34"/>
          <p:cNvSpPr txBox="1">
            <a:spLocks noChangeArrowheads="1"/>
          </p:cNvSpPr>
          <p:nvPr/>
        </p:nvSpPr>
        <p:spPr bwMode="auto">
          <a:xfrm>
            <a:off x="5788025" y="4114800"/>
            <a:ext cx="428625" cy="336550"/>
          </a:xfrm>
          <a:prstGeom prst="rect">
            <a:avLst/>
          </a:prstGeom>
          <a:noFill/>
          <a:ln w="9525">
            <a:noFill/>
            <a:miter lim="800000"/>
            <a:headEnd/>
            <a:tailEnd/>
          </a:ln>
          <a:effectLst/>
        </p:spPr>
        <p:txBody>
          <a:bodyPr>
            <a:spAutoFit/>
          </a:bodyPr>
          <a:lstStyle/>
          <a:p>
            <a:pPr>
              <a:spcBef>
                <a:spcPct val="50000"/>
              </a:spcBef>
              <a:defRPr/>
            </a:pPr>
            <a:r>
              <a:rPr lang="en-US" altLang="ja-JP" sz="1600" b="0">
                <a:effectLst>
                  <a:outerShdw blurRad="38100" dist="38100" dir="2700000" algn="tl">
                    <a:srgbClr val="000000"/>
                  </a:outerShdw>
                </a:effectLst>
                <a:latin typeface="Times New Roman" pitchFamily="18" charset="0"/>
                <a:ea typeface="MS Mincho" pitchFamily="49" charset="-128"/>
              </a:rPr>
              <a:t>●</a:t>
            </a:r>
          </a:p>
        </p:txBody>
      </p:sp>
      <p:sp>
        <p:nvSpPr>
          <p:cNvPr id="519203" name="Text Box 35"/>
          <p:cNvSpPr txBox="1">
            <a:spLocks noChangeArrowheads="1"/>
          </p:cNvSpPr>
          <p:nvPr/>
        </p:nvSpPr>
        <p:spPr bwMode="auto">
          <a:xfrm>
            <a:off x="5286375" y="4224338"/>
            <a:ext cx="431800" cy="336550"/>
          </a:xfrm>
          <a:prstGeom prst="rect">
            <a:avLst/>
          </a:prstGeom>
          <a:noFill/>
          <a:ln w="9525">
            <a:noFill/>
            <a:miter lim="800000"/>
            <a:headEnd/>
            <a:tailEnd/>
          </a:ln>
          <a:effectLst/>
        </p:spPr>
        <p:txBody>
          <a:bodyPr>
            <a:spAutoFit/>
          </a:bodyPr>
          <a:lstStyle/>
          <a:p>
            <a:pPr>
              <a:spcBef>
                <a:spcPct val="50000"/>
              </a:spcBef>
              <a:defRPr/>
            </a:pPr>
            <a:r>
              <a:rPr lang="en-US" altLang="ja-JP" sz="1600" b="0">
                <a:effectLst>
                  <a:outerShdw blurRad="38100" dist="38100" dir="2700000" algn="tl">
                    <a:srgbClr val="000000"/>
                  </a:outerShdw>
                </a:effectLst>
                <a:latin typeface="Times New Roman" pitchFamily="18" charset="0"/>
                <a:ea typeface="MS Mincho" pitchFamily="49" charset="-128"/>
              </a:rPr>
              <a:t>●</a:t>
            </a:r>
          </a:p>
        </p:txBody>
      </p:sp>
      <p:sp>
        <p:nvSpPr>
          <p:cNvPr id="519204" name="Line 36"/>
          <p:cNvSpPr>
            <a:spLocks noChangeShapeType="1"/>
          </p:cNvSpPr>
          <p:nvPr/>
        </p:nvSpPr>
        <p:spPr bwMode="auto">
          <a:xfrm>
            <a:off x="2981325" y="3300413"/>
            <a:ext cx="515938" cy="473075"/>
          </a:xfrm>
          <a:prstGeom prst="line">
            <a:avLst/>
          </a:prstGeom>
          <a:noFill/>
          <a:ln w="508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9205" name="Line 37"/>
          <p:cNvSpPr>
            <a:spLocks noChangeShapeType="1"/>
          </p:cNvSpPr>
          <p:nvPr/>
        </p:nvSpPr>
        <p:spPr bwMode="auto">
          <a:xfrm>
            <a:off x="3482975" y="3759200"/>
            <a:ext cx="506413" cy="85725"/>
          </a:xfrm>
          <a:prstGeom prst="line">
            <a:avLst/>
          </a:prstGeom>
          <a:noFill/>
          <a:ln w="508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9206" name="Line 38"/>
          <p:cNvSpPr>
            <a:spLocks noChangeShapeType="1"/>
          </p:cNvSpPr>
          <p:nvPr/>
        </p:nvSpPr>
        <p:spPr bwMode="auto">
          <a:xfrm>
            <a:off x="3998913" y="3838575"/>
            <a:ext cx="492125" cy="71438"/>
          </a:xfrm>
          <a:prstGeom prst="line">
            <a:avLst/>
          </a:prstGeom>
          <a:noFill/>
          <a:ln w="508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9207" name="Line 39"/>
          <p:cNvSpPr>
            <a:spLocks noChangeShapeType="1"/>
          </p:cNvSpPr>
          <p:nvPr/>
        </p:nvSpPr>
        <p:spPr bwMode="auto">
          <a:xfrm>
            <a:off x="4497388" y="3916363"/>
            <a:ext cx="485775" cy="436562"/>
          </a:xfrm>
          <a:prstGeom prst="line">
            <a:avLst/>
          </a:prstGeom>
          <a:noFill/>
          <a:ln w="508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9208" name="Line 40"/>
          <p:cNvSpPr>
            <a:spLocks noChangeShapeType="1"/>
          </p:cNvSpPr>
          <p:nvPr/>
        </p:nvSpPr>
        <p:spPr bwMode="auto">
          <a:xfrm>
            <a:off x="4989513" y="4352925"/>
            <a:ext cx="508000" cy="77788"/>
          </a:xfrm>
          <a:prstGeom prst="line">
            <a:avLst/>
          </a:prstGeom>
          <a:noFill/>
          <a:ln w="508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9209" name="Line 41"/>
          <p:cNvSpPr>
            <a:spLocks noChangeShapeType="1"/>
          </p:cNvSpPr>
          <p:nvPr/>
        </p:nvSpPr>
        <p:spPr bwMode="auto">
          <a:xfrm flipV="1">
            <a:off x="5486400" y="4329113"/>
            <a:ext cx="511175" cy="107950"/>
          </a:xfrm>
          <a:prstGeom prst="line">
            <a:avLst/>
          </a:prstGeom>
          <a:noFill/>
          <a:ln w="508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9210" name="Line 42"/>
          <p:cNvSpPr>
            <a:spLocks noChangeShapeType="1"/>
          </p:cNvSpPr>
          <p:nvPr/>
        </p:nvSpPr>
        <p:spPr bwMode="auto">
          <a:xfrm>
            <a:off x="5973763" y="4314825"/>
            <a:ext cx="539750" cy="319088"/>
          </a:xfrm>
          <a:prstGeom prst="line">
            <a:avLst/>
          </a:prstGeom>
          <a:noFill/>
          <a:ln w="508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9211" name="Line 43"/>
          <p:cNvSpPr>
            <a:spLocks noChangeShapeType="1"/>
          </p:cNvSpPr>
          <p:nvPr/>
        </p:nvSpPr>
        <p:spPr bwMode="auto">
          <a:xfrm>
            <a:off x="6496050" y="4633913"/>
            <a:ext cx="361950" cy="88900"/>
          </a:xfrm>
          <a:prstGeom prst="line">
            <a:avLst/>
          </a:prstGeom>
          <a:noFill/>
          <a:ln w="508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1002" name="Text Box 49"/>
          <p:cNvSpPr txBox="1">
            <a:spLocks noChangeArrowheads="1"/>
          </p:cNvSpPr>
          <p:nvPr/>
        </p:nvSpPr>
        <p:spPr bwMode="auto">
          <a:xfrm>
            <a:off x="1958975" y="2606675"/>
            <a:ext cx="736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en-US" altLang="ja-JP" sz="1600">
                <a:latin typeface="Times New Roman" panose="02020603050405020304" pitchFamily="18" charset="0"/>
              </a:rPr>
              <a:t>(%)</a:t>
            </a:r>
          </a:p>
        </p:txBody>
      </p:sp>
      <p:sp>
        <p:nvSpPr>
          <p:cNvPr id="519218" name="Text Box 50"/>
          <p:cNvSpPr txBox="1">
            <a:spLocks noChangeArrowheads="1"/>
          </p:cNvSpPr>
          <p:nvPr/>
        </p:nvSpPr>
        <p:spPr bwMode="auto">
          <a:xfrm rot="16200000">
            <a:off x="1767682" y="3056731"/>
            <a:ext cx="336550" cy="1309687"/>
          </a:xfrm>
          <a:prstGeom prst="rect">
            <a:avLst/>
          </a:prstGeom>
          <a:noFill/>
          <a:ln w="9525">
            <a:noFill/>
            <a:miter lim="800000"/>
            <a:headEnd/>
            <a:tailEnd/>
          </a:ln>
          <a:effectLst/>
        </p:spPr>
        <p:txBody>
          <a:bodyPr vert="eaVert">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en-US" altLang="ja-JP" sz="1000">
                <a:solidFill>
                  <a:schemeClr val="folHlink"/>
                </a:solidFill>
                <a:effectLst>
                  <a:outerShdw blurRad="38100" dist="38100" dir="2700000" algn="tl">
                    <a:srgbClr val="000000"/>
                  </a:outerShdw>
                </a:effectLst>
                <a:latin typeface="Times New Roman" panose="02020603050405020304" pitchFamily="18" charset="0"/>
                <a:ea typeface="イワタ中丸ゴシック体(GT)" charset="-128"/>
              </a:rPr>
              <a:t>Defects rate</a:t>
            </a:r>
          </a:p>
        </p:txBody>
      </p:sp>
      <p:sp>
        <p:nvSpPr>
          <p:cNvPr id="519219" name="Text Box 51"/>
          <p:cNvSpPr txBox="1">
            <a:spLocks noChangeArrowheads="1"/>
          </p:cNvSpPr>
          <p:nvPr/>
        </p:nvSpPr>
        <p:spPr bwMode="auto">
          <a:xfrm>
            <a:off x="3008313" y="5575300"/>
            <a:ext cx="4249737" cy="274638"/>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200">
                <a:solidFill>
                  <a:schemeClr val="folHlink"/>
                </a:solidFill>
                <a:effectLst>
                  <a:outerShdw blurRad="38100" dist="38100" dir="2700000" algn="tl">
                    <a:srgbClr val="000000"/>
                  </a:outerShdw>
                </a:effectLst>
                <a:latin typeface="Times New Roman" panose="02020603050405020304" pitchFamily="18" charset="0"/>
                <a:ea typeface="イワタ中丸ゴシック体(GT)" charset="-128"/>
              </a:rPr>
              <a:t>Graph 1. 2 Transition of defective rate in  xx process</a:t>
            </a:r>
            <a:r>
              <a:rPr lang="en-US" altLang="ja-JP" sz="1200">
                <a:effectLst>
                  <a:outerShdw blurRad="38100" dist="38100" dir="2700000" algn="tl">
                    <a:srgbClr val="000000"/>
                  </a:outerShdw>
                </a:effectLst>
                <a:latin typeface="Times New Roman" panose="02020603050405020304" pitchFamily="18" charset="0"/>
                <a:ea typeface="イワタ中丸ゴシック体(GT)" charset="-128"/>
              </a:rPr>
              <a:t> </a:t>
            </a:r>
          </a:p>
        </p:txBody>
      </p:sp>
      <p:sp>
        <p:nvSpPr>
          <p:cNvPr id="519221" name="AutoShape 53"/>
          <p:cNvSpPr>
            <a:spLocks noChangeArrowheads="1"/>
          </p:cNvSpPr>
          <p:nvPr/>
        </p:nvSpPr>
        <p:spPr bwMode="auto">
          <a:xfrm>
            <a:off x="2662238" y="4081463"/>
            <a:ext cx="1422400" cy="376237"/>
          </a:xfrm>
          <a:prstGeom prst="roundRect">
            <a:avLst>
              <a:gd name="adj" fmla="val 16667"/>
            </a:avLst>
          </a:prstGeom>
          <a:solidFill>
            <a:srgbClr val="008000"/>
          </a:solidFill>
          <a:ln w="19050">
            <a:solidFill>
              <a:srgbClr val="800080"/>
            </a:solidFill>
            <a:round/>
            <a:headEnd/>
            <a:tailEnd/>
          </a:ln>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en-US" altLang="ja-JP" sz="1000">
                <a:effectLst>
                  <a:outerShdw blurRad="38100" dist="38100" dir="2700000" algn="tl">
                    <a:srgbClr val="000000"/>
                  </a:outerShdw>
                </a:effectLst>
                <a:latin typeface="Times New Roman" panose="02020603050405020304" pitchFamily="18" charset="0"/>
                <a:ea typeface="イワタ中丸ゴシック体(GT)" charset="-128"/>
              </a:rPr>
              <a:t>Countermeasure Jig</a:t>
            </a:r>
          </a:p>
        </p:txBody>
      </p:sp>
      <p:sp>
        <p:nvSpPr>
          <p:cNvPr id="519222" name="AutoShape 54"/>
          <p:cNvSpPr>
            <a:spLocks noChangeArrowheads="1"/>
          </p:cNvSpPr>
          <p:nvPr/>
        </p:nvSpPr>
        <p:spPr bwMode="auto">
          <a:xfrm>
            <a:off x="3421063" y="3879850"/>
            <a:ext cx="122237" cy="195263"/>
          </a:xfrm>
          <a:prstGeom prst="upArrow">
            <a:avLst>
              <a:gd name="adj1" fmla="val 50000"/>
              <a:gd name="adj2" fmla="val 39935"/>
            </a:avLst>
          </a:prstGeom>
          <a:solidFill>
            <a:schemeClr val="accent1"/>
          </a:solidFill>
          <a:ln w="9525">
            <a:solidFill>
              <a:schemeClr val="tx1"/>
            </a:solidFill>
            <a:miter lim="800000"/>
            <a:headEnd/>
            <a:tailEnd/>
          </a:ln>
          <a:effectLst/>
        </p:spPr>
        <p:txBody>
          <a:bodyPr vert="eaVert" wrap="none" anchor="ctr"/>
          <a:lstStyle/>
          <a:p>
            <a:pPr>
              <a:defRPr/>
            </a:pPr>
            <a:endParaRPr lang="en-US">
              <a:effectLst>
                <a:outerShdw blurRad="38100" dist="38100" dir="2700000" algn="tl">
                  <a:srgbClr val="000000"/>
                </a:outerShdw>
              </a:effectLst>
            </a:endParaRPr>
          </a:p>
        </p:txBody>
      </p:sp>
      <p:sp>
        <p:nvSpPr>
          <p:cNvPr id="519223" name="AutoShape 55"/>
          <p:cNvSpPr>
            <a:spLocks noChangeArrowheads="1"/>
          </p:cNvSpPr>
          <p:nvPr/>
        </p:nvSpPr>
        <p:spPr bwMode="auto">
          <a:xfrm rot="3873218">
            <a:off x="4616451" y="4240212"/>
            <a:ext cx="80962" cy="474663"/>
          </a:xfrm>
          <a:prstGeom prst="upArrow">
            <a:avLst>
              <a:gd name="adj1" fmla="val 50000"/>
              <a:gd name="adj2" fmla="val 146570"/>
            </a:avLst>
          </a:prstGeom>
          <a:solidFill>
            <a:schemeClr val="accent1"/>
          </a:solidFill>
          <a:ln w="9525">
            <a:solidFill>
              <a:schemeClr val="tx1"/>
            </a:solidFill>
            <a:miter lim="800000"/>
            <a:headEnd/>
            <a:tailEnd/>
          </a:ln>
          <a:effectLst/>
        </p:spPr>
        <p:txBody>
          <a:bodyPr vert="eaVert" wrap="none" anchor="ctr"/>
          <a:lstStyle/>
          <a:p>
            <a:pPr>
              <a:defRPr/>
            </a:pPr>
            <a:endParaRPr lang="en-US">
              <a:effectLst>
                <a:outerShdw blurRad="38100" dist="38100" dir="2700000" algn="tl">
                  <a:srgbClr val="000000"/>
                </a:outerShdw>
              </a:effectLst>
            </a:endParaRPr>
          </a:p>
        </p:txBody>
      </p:sp>
      <p:sp>
        <p:nvSpPr>
          <p:cNvPr id="519224" name="AutoShape 56"/>
          <p:cNvSpPr>
            <a:spLocks noChangeArrowheads="1"/>
          </p:cNvSpPr>
          <p:nvPr/>
        </p:nvSpPr>
        <p:spPr bwMode="auto">
          <a:xfrm rot="4237404">
            <a:off x="6233319" y="4601369"/>
            <a:ext cx="92075" cy="277813"/>
          </a:xfrm>
          <a:prstGeom prst="upArrow">
            <a:avLst>
              <a:gd name="adj1" fmla="val 50000"/>
              <a:gd name="adj2" fmla="val 75431"/>
            </a:avLst>
          </a:prstGeom>
          <a:solidFill>
            <a:schemeClr val="accent1"/>
          </a:solidFill>
          <a:ln w="9525">
            <a:solidFill>
              <a:schemeClr val="tx1"/>
            </a:solidFill>
            <a:miter lim="800000"/>
            <a:headEnd/>
            <a:tailEnd/>
          </a:ln>
          <a:effectLst/>
        </p:spPr>
        <p:txBody>
          <a:bodyPr vert="eaVert" wrap="none" anchor="ctr"/>
          <a:lstStyle/>
          <a:p>
            <a:pPr>
              <a:defRPr/>
            </a:pPr>
            <a:endParaRPr lang="en-US">
              <a:effectLst>
                <a:outerShdw blurRad="38100" dist="38100" dir="2700000" algn="tl">
                  <a:srgbClr val="000000"/>
                </a:outerShdw>
              </a:effectLst>
            </a:endParaRPr>
          </a:p>
        </p:txBody>
      </p:sp>
      <p:sp>
        <p:nvSpPr>
          <p:cNvPr id="519225" name="Line 57"/>
          <p:cNvSpPr>
            <a:spLocks noChangeShapeType="1"/>
          </p:cNvSpPr>
          <p:nvPr/>
        </p:nvSpPr>
        <p:spPr bwMode="auto">
          <a:xfrm>
            <a:off x="1752600" y="1828800"/>
            <a:ext cx="393700" cy="852488"/>
          </a:xfrm>
          <a:prstGeom prst="line">
            <a:avLst/>
          </a:prstGeom>
          <a:noFill/>
          <a:ln w="3175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9226" name="Line 58"/>
          <p:cNvSpPr>
            <a:spLocks noChangeShapeType="1"/>
          </p:cNvSpPr>
          <p:nvPr/>
        </p:nvSpPr>
        <p:spPr bwMode="auto">
          <a:xfrm>
            <a:off x="1295400" y="2743200"/>
            <a:ext cx="415925" cy="700088"/>
          </a:xfrm>
          <a:prstGeom prst="line">
            <a:avLst/>
          </a:prstGeom>
          <a:noFill/>
          <a:ln w="3175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9227" name="Line 59"/>
          <p:cNvSpPr>
            <a:spLocks noChangeShapeType="1"/>
          </p:cNvSpPr>
          <p:nvPr/>
        </p:nvSpPr>
        <p:spPr bwMode="auto">
          <a:xfrm>
            <a:off x="1676400" y="4724400"/>
            <a:ext cx="469900" cy="261938"/>
          </a:xfrm>
          <a:prstGeom prst="line">
            <a:avLst/>
          </a:prstGeom>
          <a:noFill/>
          <a:ln w="3175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9228" name="Line 60"/>
          <p:cNvSpPr>
            <a:spLocks noChangeShapeType="1"/>
          </p:cNvSpPr>
          <p:nvPr/>
        </p:nvSpPr>
        <p:spPr bwMode="auto">
          <a:xfrm flipV="1">
            <a:off x="1689100" y="4941888"/>
            <a:ext cx="955675" cy="849312"/>
          </a:xfrm>
          <a:prstGeom prst="line">
            <a:avLst/>
          </a:prstGeom>
          <a:noFill/>
          <a:ln w="3175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9229" name="Line 61"/>
          <p:cNvSpPr>
            <a:spLocks noChangeShapeType="1"/>
          </p:cNvSpPr>
          <p:nvPr/>
        </p:nvSpPr>
        <p:spPr bwMode="auto">
          <a:xfrm flipH="1">
            <a:off x="3116263" y="2514600"/>
            <a:ext cx="998537" cy="666750"/>
          </a:xfrm>
          <a:prstGeom prst="line">
            <a:avLst/>
          </a:prstGeom>
          <a:noFill/>
          <a:ln w="3175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9230" name="Line 62"/>
          <p:cNvSpPr>
            <a:spLocks noChangeShapeType="1"/>
          </p:cNvSpPr>
          <p:nvPr/>
        </p:nvSpPr>
        <p:spPr bwMode="auto">
          <a:xfrm flipH="1">
            <a:off x="3833813" y="2362200"/>
            <a:ext cx="357187" cy="1362075"/>
          </a:xfrm>
          <a:prstGeom prst="line">
            <a:avLst/>
          </a:prstGeom>
          <a:noFill/>
          <a:ln w="3175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9231" name="Line 63"/>
          <p:cNvSpPr>
            <a:spLocks noChangeShapeType="1"/>
          </p:cNvSpPr>
          <p:nvPr/>
        </p:nvSpPr>
        <p:spPr bwMode="auto">
          <a:xfrm flipH="1">
            <a:off x="2662238" y="1981200"/>
            <a:ext cx="690562" cy="1057275"/>
          </a:xfrm>
          <a:prstGeom prst="line">
            <a:avLst/>
          </a:prstGeom>
          <a:noFill/>
          <a:ln w="3175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9232" name="Line 64"/>
          <p:cNvSpPr>
            <a:spLocks noChangeShapeType="1"/>
          </p:cNvSpPr>
          <p:nvPr/>
        </p:nvSpPr>
        <p:spPr bwMode="auto">
          <a:xfrm flipH="1">
            <a:off x="6772275" y="1676400"/>
            <a:ext cx="1000125" cy="847725"/>
          </a:xfrm>
          <a:prstGeom prst="line">
            <a:avLst/>
          </a:prstGeom>
          <a:noFill/>
          <a:ln w="3175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9234" name="Line 66"/>
          <p:cNvSpPr>
            <a:spLocks noChangeShapeType="1"/>
          </p:cNvSpPr>
          <p:nvPr/>
        </p:nvSpPr>
        <p:spPr bwMode="auto">
          <a:xfrm flipH="1">
            <a:off x="7620000" y="4724400"/>
            <a:ext cx="533400" cy="457200"/>
          </a:xfrm>
          <a:prstGeom prst="line">
            <a:avLst/>
          </a:prstGeom>
          <a:noFill/>
          <a:ln w="3175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9235" name="Line 67"/>
          <p:cNvSpPr>
            <a:spLocks noChangeShapeType="1"/>
          </p:cNvSpPr>
          <p:nvPr/>
        </p:nvSpPr>
        <p:spPr bwMode="auto">
          <a:xfrm flipH="1" flipV="1">
            <a:off x="6324600" y="5867400"/>
            <a:ext cx="1066800" cy="304800"/>
          </a:xfrm>
          <a:prstGeom prst="line">
            <a:avLst/>
          </a:prstGeom>
          <a:noFill/>
          <a:ln w="3175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9236" name="AutoShape 68"/>
          <p:cNvSpPr>
            <a:spLocks noChangeArrowheads="1"/>
          </p:cNvSpPr>
          <p:nvPr/>
        </p:nvSpPr>
        <p:spPr bwMode="auto">
          <a:xfrm>
            <a:off x="2647950" y="4551363"/>
            <a:ext cx="1982788" cy="374650"/>
          </a:xfrm>
          <a:prstGeom prst="roundRect">
            <a:avLst>
              <a:gd name="adj" fmla="val 16667"/>
            </a:avLst>
          </a:prstGeom>
          <a:solidFill>
            <a:srgbClr val="008000"/>
          </a:solidFill>
          <a:ln w="19050">
            <a:solidFill>
              <a:srgbClr val="800080"/>
            </a:solidFill>
            <a:round/>
            <a:headEnd/>
            <a:tailEnd/>
          </a:ln>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th-TH" altLang="ja-JP" sz="1000">
                <a:effectLst>
                  <a:outerShdw blurRad="38100" dist="38100" dir="2700000" algn="tl">
                    <a:srgbClr val="000000"/>
                  </a:outerShdw>
                </a:effectLst>
                <a:latin typeface="Times New Roman" panose="02020603050405020304" pitchFamily="18" charset="0"/>
                <a:cs typeface="Angsana New" pitchFamily="18" charset="-34"/>
              </a:rPr>
              <a:t>Change the standard of parts set</a:t>
            </a:r>
            <a:endParaRPr lang="en-US" altLang="ja-JP" sz="1000">
              <a:effectLst>
                <a:outerShdw blurRad="38100" dist="38100" dir="2700000" algn="tl">
                  <a:srgbClr val="000000"/>
                </a:outerShdw>
              </a:effectLst>
              <a:latin typeface="Times New Roman" panose="02020603050405020304" pitchFamily="18" charset="0"/>
              <a:cs typeface="Angsana New" pitchFamily="18" charset="-34"/>
            </a:endParaRPr>
          </a:p>
        </p:txBody>
      </p:sp>
      <p:sp>
        <p:nvSpPr>
          <p:cNvPr id="519237" name="AutoShape 69"/>
          <p:cNvSpPr>
            <a:spLocks noChangeArrowheads="1"/>
          </p:cNvSpPr>
          <p:nvPr/>
        </p:nvSpPr>
        <p:spPr bwMode="auto">
          <a:xfrm>
            <a:off x="4694238" y="4565650"/>
            <a:ext cx="1482725" cy="376238"/>
          </a:xfrm>
          <a:prstGeom prst="roundRect">
            <a:avLst>
              <a:gd name="adj" fmla="val 16667"/>
            </a:avLst>
          </a:prstGeom>
          <a:solidFill>
            <a:srgbClr val="008000"/>
          </a:solidFill>
          <a:ln w="19050">
            <a:solidFill>
              <a:srgbClr val="800080"/>
            </a:solidFill>
            <a:round/>
            <a:headEnd/>
            <a:tailEnd/>
          </a:ln>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en-US" altLang="ja-JP" sz="1400">
                <a:effectLst>
                  <a:outerShdw blurRad="38100" dist="38100" dir="2700000" algn="tl">
                    <a:srgbClr val="000000"/>
                  </a:outerShdw>
                </a:effectLst>
                <a:latin typeface="Times New Roman" panose="02020603050405020304" pitchFamily="18" charset="0"/>
                <a:ea typeface="イワタ中丸ゴシック体(GT)" charset="-128"/>
              </a:rPr>
              <a:t>kaizen</a:t>
            </a:r>
            <a:r>
              <a:rPr lang="th-TH" altLang="ja-JP" sz="1400">
                <a:effectLst>
                  <a:outerShdw blurRad="38100" dist="38100" dir="2700000" algn="tl">
                    <a:srgbClr val="000000"/>
                  </a:outerShdw>
                </a:effectLst>
                <a:latin typeface="Times New Roman" panose="02020603050405020304" pitchFamily="18" charset="0"/>
                <a:ea typeface="イワタ中丸ゴシック体(GT)" charset="-128"/>
              </a:rPr>
              <a:t> </a:t>
            </a:r>
            <a:r>
              <a:rPr lang="en-US" altLang="ja-JP" sz="1400">
                <a:effectLst>
                  <a:outerShdw blurRad="38100" dist="38100" dir="2700000" algn="tl">
                    <a:srgbClr val="000000"/>
                  </a:outerShdw>
                </a:effectLst>
                <a:latin typeface="Times New Roman" panose="02020603050405020304" pitchFamily="18" charset="0"/>
                <a:ea typeface="イワタ中丸ゴシック体(GT)" charset="-128"/>
              </a:rPr>
              <a:t>Jig.</a:t>
            </a:r>
          </a:p>
        </p:txBody>
      </p:sp>
      <p:sp>
        <p:nvSpPr>
          <p:cNvPr id="519239" name="Text Box 71"/>
          <p:cNvSpPr txBox="1">
            <a:spLocks noChangeArrowheads="1"/>
          </p:cNvSpPr>
          <p:nvPr/>
        </p:nvSpPr>
        <p:spPr bwMode="auto">
          <a:xfrm>
            <a:off x="3368675" y="2133600"/>
            <a:ext cx="2447925" cy="568325"/>
          </a:xfrm>
          <a:prstGeom prst="rect">
            <a:avLst/>
          </a:prstGeom>
          <a:solidFill>
            <a:srgbClr val="800080"/>
          </a:solidFill>
          <a:ln w="19050">
            <a:solidFill>
              <a:schemeClr val="tx1"/>
            </a:solidFill>
            <a:prstDash val="sysDot"/>
            <a:miter lim="800000"/>
            <a:headEnd/>
            <a:tailEnd/>
          </a:ln>
          <a:effectLst>
            <a:outerShdw blurRad="63500" dist="107763" dir="2700000" algn="ctr" rotWithShape="0">
              <a:schemeClr val="bg2">
                <a:alpha val="74998"/>
              </a:schemeClr>
            </a:outerShdw>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spcBef>
                <a:spcPct val="50000"/>
              </a:spcBef>
            </a:pPr>
            <a:r>
              <a:rPr lang="en-US" altLang="ja-JP" sz="1200">
                <a:effectLst>
                  <a:outerShdw blurRad="38100" dist="38100" dir="2700000" algn="tl">
                    <a:srgbClr val="000000"/>
                  </a:outerShdw>
                </a:effectLst>
                <a:latin typeface="Times New Roman" panose="02020603050405020304" pitchFamily="18" charset="0"/>
                <a:ea typeface="イワタ中丸ゴシック体(GT)" charset="-128"/>
              </a:rPr>
              <a:t>Use a thicket point/marker </a:t>
            </a:r>
          </a:p>
          <a:p>
            <a:pPr algn="ctr" eaLnBrk="1" hangingPunct="1">
              <a:spcBef>
                <a:spcPct val="50000"/>
              </a:spcBef>
            </a:pPr>
            <a:r>
              <a:rPr lang="en-US" altLang="ja-JP" sz="1200">
                <a:effectLst>
                  <a:outerShdw blurRad="38100" dist="38100" dir="2700000" algn="tl">
                    <a:srgbClr val="000000"/>
                  </a:outerShdw>
                </a:effectLst>
                <a:latin typeface="Times New Roman" panose="02020603050405020304" pitchFamily="18" charset="0"/>
                <a:ea typeface="イワタ中丸ゴシック体(GT)" charset="-128"/>
              </a:rPr>
              <a:t>and line</a:t>
            </a:r>
          </a:p>
        </p:txBody>
      </p:sp>
      <p:sp>
        <p:nvSpPr>
          <p:cNvPr id="519244" name="Text Box 76"/>
          <p:cNvSpPr txBox="1">
            <a:spLocks noChangeArrowheads="1"/>
          </p:cNvSpPr>
          <p:nvPr/>
        </p:nvSpPr>
        <p:spPr bwMode="auto">
          <a:xfrm>
            <a:off x="7683500" y="4371975"/>
            <a:ext cx="1373188" cy="293688"/>
          </a:xfrm>
          <a:prstGeom prst="rect">
            <a:avLst/>
          </a:prstGeom>
          <a:solidFill>
            <a:srgbClr val="800080"/>
          </a:solidFill>
          <a:ln w="19050">
            <a:solidFill>
              <a:schemeClr val="tx1"/>
            </a:solidFill>
            <a:prstDash val="sysDot"/>
            <a:miter lim="800000"/>
            <a:headEnd/>
            <a:tailEnd/>
          </a:ln>
          <a:effectLst>
            <a:outerShdw blurRad="63500" dist="107763" dir="2700000" algn="ctr" rotWithShape="0">
              <a:schemeClr val="bg2">
                <a:alpha val="74998"/>
              </a:schemeClr>
            </a:outerShdw>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th-TH" altLang="ja-JP" sz="1200">
                <a:effectLst>
                  <a:outerShdw blurRad="38100" dist="38100" dir="2700000" algn="tl">
                    <a:srgbClr val="000000"/>
                  </a:outerShdw>
                </a:effectLst>
                <a:latin typeface="Times New Roman" panose="02020603050405020304" pitchFamily="18" charset="0"/>
                <a:cs typeface="Angsana New" pitchFamily="18" charset="-34"/>
              </a:rPr>
              <a:t>Show the date</a:t>
            </a:r>
            <a:endParaRPr lang="en-US" altLang="ja-JP" sz="1200">
              <a:effectLst>
                <a:outerShdw blurRad="38100" dist="38100" dir="2700000" algn="tl">
                  <a:srgbClr val="000000"/>
                </a:outerShdw>
              </a:effectLst>
              <a:latin typeface="Times New Roman" panose="02020603050405020304" pitchFamily="18" charset="0"/>
              <a:cs typeface="Angsana New" pitchFamily="18" charset="-34"/>
            </a:endParaRPr>
          </a:p>
        </p:txBody>
      </p:sp>
      <p:sp>
        <p:nvSpPr>
          <p:cNvPr id="519246" name="Text Box 78"/>
          <p:cNvSpPr txBox="1">
            <a:spLocks noChangeArrowheads="1"/>
          </p:cNvSpPr>
          <p:nvPr/>
        </p:nvSpPr>
        <p:spPr bwMode="auto">
          <a:xfrm>
            <a:off x="390525" y="5822950"/>
            <a:ext cx="2617788" cy="658813"/>
          </a:xfrm>
          <a:prstGeom prst="rect">
            <a:avLst/>
          </a:prstGeom>
          <a:solidFill>
            <a:srgbClr val="800080"/>
          </a:solidFill>
          <a:ln w="19050">
            <a:solidFill>
              <a:schemeClr val="tx1"/>
            </a:solidFill>
            <a:prstDash val="sysDot"/>
            <a:miter lim="800000"/>
            <a:headEnd/>
            <a:tailEnd/>
          </a:ln>
          <a:effectLst>
            <a:outerShdw blurRad="63500" dist="107763" dir="2700000" algn="ctr" rotWithShape="0">
              <a:schemeClr val="bg2">
                <a:alpha val="74998"/>
              </a:schemeClr>
            </a:outerShdw>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en-US" altLang="ja-JP" sz="1200">
                <a:effectLst>
                  <a:outerShdw blurRad="38100" dist="38100" dir="2700000" algn="tl">
                    <a:srgbClr val="000000"/>
                  </a:outerShdw>
                </a:effectLst>
                <a:latin typeface="Times New Roman" panose="02020603050405020304" pitchFamily="18" charset="0"/>
                <a:ea typeface="イワタ中丸ゴシック体(GT)" charset="-128"/>
              </a:rPr>
              <a:t>Clarify the relation of progress and show the countermeasure detail if necessary.</a:t>
            </a:r>
          </a:p>
        </p:txBody>
      </p:sp>
      <p:sp>
        <p:nvSpPr>
          <p:cNvPr id="519480" name="AutoShape 312"/>
          <p:cNvSpPr>
            <a:spLocks noChangeArrowheads="1"/>
          </p:cNvSpPr>
          <p:nvPr/>
        </p:nvSpPr>
        <p:spPr bwMode="auto">
          <a:xfrm>
            <a:off x="1752600" y="152400"/>
            <a:ext cx="6477000" cy="533400"/>
          </a:xfrm>
          <a:prstGeom prst="roundRect">
            <a:avLst>
              <a:gd name="adj" fmla="val 16667"/>
            </a:avLst>
          </a:prstGeom>
          <a:solidFill>
            <a:srgbClr val="008000"/>
          </a:solidFill>
          <a:ln w="9525">
            <a:solidFill>
              <a:schemeClr val="tx1"/>
            </a:solidFill>
            <a:round/>
            <a:headEnd/>
            <a:tailEnd/>
          </a:ln>
          <a:effectLst>
            <a:outerShdw blurRad="63500" dist="107763" dir="2700000" algn="ctr" rotWithShape="0">
              <a:schemeClr val="bg2">
                <a:alpha val="74998"/>
              </a:schemeClr>
            </a:outerShdw>
          </a:effectLst>
        </p:spPr>
        <p:txBody>
          <a:bodyPr wrap="none" anchor="ctr"/>
          <a:lstStyle/>
          <a:p>
            <a:pPr algn="ctr">
              <a:defRPr/>
            </a:pPr>
            <a:r>
              <a:rPr lang="en-US" altLang="ja-JP" sz="2400">
                <a:effectLst>
                  <a:outerShdw blurRad="38100" dist="38100" dir="2700000" algn="tl">
                    <a:srgbClr val="000000"/>
                  </a:outerShdw>
                </a:effectLst>
                <a:ea typeface="イワタ中丸ゴシック体(GT)" charset="-128"/>
              </a:rPr>
              <a:t>Creating method of 7 QC tools -1 </a:t>
            </a:r>
          </a:p>
        </p:txBody>
      </p:sp>
      <p:sp>
        <p:nvSpPr>
          <p:cNvPr id="519482" name="Text Box 314"/>
          <p:cNvSpPr txBox="1">
            <a:spLocks noChangeArrowheads="1"/>
          </p:cNvSpPr>
          <p:nvPr/>
        </p:nvSpPr>
        <p:spPr bwMode="auto">
          <a:xfrm>
            <a:off x="457200" y="1476375"/>
            <a:ext cx="1616075" cy="539750"/>
          </a:xfrm>
          <a:prstGeom prst="rect">
            <a:avLst/>
          </a:prstGeom>
          <a:solidFill>
            <a:srgbClr val="800080"/>
          </a:solidFill>
          <a:ln w="22225" cap="rnd">
            <a:solidFill>
              <a:schemeClr val="tx1"/>
            </a:solidFill>
            <a:prstDash val="sysDot"/>
            <a:miter lim="800000"/>
            <a:headEnd/>
            <a:tailEnd/>
          </a:ln>
          <a:effectLst>
            <a:outerShdw blurRad="63500" dist="107763" dir="2700000" algn="ctr" rotWithShape="0">
              <a:schemeClr val="bg2">
                <a:alpha val="74998"/>
              </a:schemeClr>
            </a:outerShdw>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400">
                <a:effectLst>
                  <a:outerShdw blurRad="38100" dist="38100" dir="2700000" algn="tl">
                    <a:srgbClr val="000000"/>
                  </a:outerShdw>
                </a:effectLst>
                <a:latin typeface="Times New Roman" panose="02020603050405020304" pitchFamily="18" charset="0"/>
              </a:rPr>
              <a:t>●</a:t>
            </a:r>
            <a:r>
              <a:rPr lang="th-TH" altLang="ja-JP" sz="1400">
                <a:effectLst>
                  <a:outerShdw blurRad="38100" dist="38100" dir="2700000" algn="tl">
                    <a:srgbClr val="000000"/>
                  </a:outerShdw>
                </a:effectLst>
                <a:latin typeface="Times New Roman" panose="02020603050405020304" pitchFamily="18" charset="0"/>
              </a:rPr>
              <a:t>Write unit above the number</a:t>
            </a:r>
            <a:endParaRPr lang="en-US" altLang="ja-JP" sz="1400">
              <a:effectLst>
                <a:outerShdw blurRad="38100" dist="38100" dir="2700000" algn="tl">
                  <a:srgbClr val="000000"/>
                </a:outerShdw>
              </a:effectLst>
              <a:latin typeface="Times New Roman" panose="02020603050405020304" pitchFamily="18" charset="0"/>
            </a:endParaRPr>
          </a:p>
        </p:txBody>
      </p:sp>
      <p:sp>
        <p:nvSpPr>
          <p:cNvPr id="519484" name="Text Box 316"/>
          <p:cNvSpPr txBox="1">
            <a:spLocks noChangeArrowheads="1"/>
          </p:cNvSpPr>
          <p:nvPr/>
        </p:nvSpPr>
        <p:spPr bwMode="auto">
          <a:xfrm>
            <a:off x="3173413" y="1476375"/>
            <a:ext cx="2284412" cy="296863"/>
          </a:xfrm>
          <a:prstGeom prst="rect">
            <a:avLst/>
          </a:prstGeom>
          <a:solidFill>
            <a:srgbClr val="800080"/>
          </a:solidFill>
          <a:ln w="22225" cap="rnd">
            <a:solidFill>
              <a:schemeClr val="tx1"/>
            </a:solidFill>
            <a:prstDash val="sysDot"/>
            <a:miter lim="800000"/>
            <a:headEnd/>
            <a:tailEnd/>
          </a:ln>
          <a:effectLst>
            <a:outerShdw blurRad="63500" dist="107763" dir="2700000" algn="ctr" rotWithShape="0">
              <a:schemeClr val="bg2">
                <a:alpha val="74998"/>
              </a:schemeClr>
            </a:outerShdw>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spcBef>
                <a:spcPct val="50000"/>
              </a:spcBef>
            </a:pPr>
            <a:r>
              <a:rPr lang="th-TH" altLang="ja-JP" sz="1200">
                <a:effectLst>
                  <a:outerShdw blurRad="38100" dist="38100" dir="2700000" algn="tl">
                    <a:srgbClr val="000000"/>
                  </a:outerShdw>
                </a:effectLst>
                <a:latin typeface="Times New Roman" panose="02020603050405020304" pitchFamily="18" charset="0"/>
                <a:cs typeface="Angsana New" pitchFamily="18" charset="-34"/>
              </a:rPr>
              <a:t>Write scale line inside</a:t>
            </a:r>
            <a:endParaRPr lang="en-US" altLang="ja-JP" sz="1200">
              <a:effectLst>
                <a:outerShdw blurRad="38100" dist="38100" dir="2700000" algn="tl">
                  <a:srgbClr val="000000"/>
                </a:outerShdw>
              </a:effectLst>
              <a:latin typeface="Times New Roman" panose="02020603050405020304" pitchFamily="18" charset="0"/>
              <a:cs typeface="Angsana New" pitchFamily="18" charset="-34"/>
            </a:endParaRPr>
          </a:p>
        </p:txBody>
      </p:sp>
      <p:sp>
        <p:nvSpPr>
          <p:cNvPr id="519485" name="Text Box 317"/>
          <p:cNvSpPr txBox="1">
            <a:spLocks noChangeArrowheads="1"/>
          </p:cNvSpPr>
          <p:nvPr/>
        </p:nvSpPr>
        <p:spPr bwMode="auto">
          <a:xfrm>
            <a:off x="457200" y="2316163"/>
            <a:ext cx="1320800" cy="479425"/>
          </a:xfrm>
          <a:prstGeom prst="rect">
            <a:avLst/>
          </a:prstGeom>
          <a:solidFill>
            <a:srgbClr val="800080"/>
          </a:solidFill>
          <a:ln w="22225" cap="rnd">
            <a:solidFill>
              <a:schemeClr val="tx1"/>
            </a:solidFill>
            <a:prstDash val="sysDot"/>
            <a:miter lim="800000"/>
            <a:headEnd/>
            <a:tailEnd/>
          </a:ln>
          <a:effectLst>
            <a:outerShdw blurRad="63500" dist="107763" dir="2700000" algn="ctr" rotWithShape="0">
              <a:schemeClr val="bg2">
                <a:alpha val="74998"/>
              </a:schemeClr>
            </a:outerShdw>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th-TH" altLang="ja-JP" sz="1200">
                <a:effectLst>
                  <a:outerShdw blurRad="38100" dist="38100" dir="2700000" algn="tl">
                    <a:srgbClr val="000000"/>
                  </a:outerShdw>
                </a:effectLst>
                <a:latin typeface="Times New Roman" panose="02020603050405020304" pitchFamily="18" charset="0"/>
                <a:cs typeface="Angsana New" pitchFamily="18" charset="-34"/>
              </a:rPr>
              <a:t>Write a characteristic</a:t>
            </a:r>
            <a:endParaRPr lang="en-US" altLang="ja-JP" sz="1200">
              <a:effectLst>
                <a:outerShdw blurRad="38100" dist="38100" dir="2700000" algn="tl">
                  <a:srgbClr val="000000"/>
                </a:outerShdw>
              </a:effectLst>
              <a:latin typeface="Times New Roman" panose="02020603050405020304" pitchFamily="18" charset="0"/>
              <a:cs typeface="Angsana New" pitchFamily="18" charset="-34"/>
            </a:endParaRPr>
          </a:p>
        </p:txBody>
      </p:sp>
      <p:sp>
        <p:nvSpPr>
          <p:cNvPr id="519486" name="Text Box 318"/>
          <p:cNvSpPr txBox="1">
            <a:spLocks noChangeArrowheads="1"/>
          </p:cNvSpPr>
          <p:nvPr/>
        </p:nvSpPr>
        <p:spPr bwMode="auto">
          <a:xfrm>
            <a:off x="457200" y="4427538"/>
            <a:ext cx="1366838" cy="539750"/>
          </a:xfrm>
          <a:prstGeom prst="rect">
            <a:avLst/>
          </a:prstGeom>
          <a:solidFill>
            <a:srgbClr val="800080"/>
          </a:solidFill>
          <a:ln w="22225" cap="rnd">
            <a:solidFill>
              <a:schemeClr val="tx1"/>
            </a:solidFill>
            <a:prstDash val="sysDot"/>
            <a:miter lim="800000"/>
            <a:headEnd/>
            <a:tailEnd/>
          </a:ln>
          <a:effectLst>
            <a:outerShdw blurRad="63500" dist="107763" dir="2700000" algn="ctr" rotWithShape="0">
              <a:schemeClr val="bg2">
                <a:alpha val="74998"/>
              </a:schemeClr>
            </a:outerShdw>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400">
                <a:effectLst>
                  <a:outerShdw blurRad="38100" dist="38100" dir="2700000" algn="tl">
                    <a:srgbClr val="000000"/>
                  </a:outerShdw>
                </a:effectLst>
                <a:latin typeface="Times New Roman" panose="02020603050405020304" pitchFamily="18" charset="0"/>
              </a:rPr>
              <a:t>Do not forget </a:t>
            </a:r>
          </a:p>
          <a:p>
            <a:pPr eaLnBrk="1" hangingPunct="1"/>
            <a:r>
              <a:rPr lang="en-US" altLang="ja-JP" sz="1400">
                <a:effectLst>
                  <a:outerShdw blurRad="38100" dist="38100" dir="2700000" algn="tl">
                    <a:srgbClr val="000000"/>
                  </a:outerShdw>
                </a:effectLst>
                <a:latin typeface="Times New Roman" panose="02020603050405020304" pitchFamily="18" charset="0"/>
              </a:rPr>
              <a:t>to write “0”</a:t>
            </a:r>
          </a:p>
        </p:txBody>
      </p:sp>
      <p:sp>
        <p:nvSpPr>
          <p:cNvPr id="519487" name="Text Box 319"/>
          <p:cNvSpPr txBox="1">
            <a:spLocks noChangeArrowheads="1"/>
          </p:cNvSpPr>
          <p:nvPr/>
        </p:nvSpPr>
        <p:spPr bwMode="auto">
          <a:xfrm>
            <a:off x="7807325" y="1501775"/>
            <a:ext cx="1781175" cy="296863"/>
          </a:xfrm>
          <a:prstGeom prst="rect">
            <a:avLst/>
          </a:prstGeom>
          <a:solidFill>
            <a:srgbClr val="800080"/>
          </a:solidFill>
          <a:ln w="22225" cap="rnd">
            <a:solidFill>
              <a:schemeClr val="tx1"/>
            </a:solidFill>
            <a:prstDash val="sysDot"/>
            <a:miter lim="800000"/>
            <a:headEnd/>
            <a:tailEnd/>
          </a:ln>
          <a:effectLst>
            <a:outerShdw blurRad="63500" dist="107763" dir="2700000" algn="ctr" rotWithShape="0">
              <a:schemeClr val="bg2">
                <a:alpha val="74998"/>
              </a:schemeClr>
            </a:outerShdw>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spcBef>
                <a:spcPct val="50000"/>
              </a:spcBef>
            </a:pPr>
            <a:r>
              <a:rPr lang="th-TH" altLang="ja-JP" sz="1200">
                <a:effectLst>
                  <a:outerShdw blurRad="38100" dist="38100" dir="2700000" algn="tl">
                    <a:srgbClr val="000000"/>
                  </a:outerShdw>
                </a:effectLst>
                <a:latin typeface="Times New Roman" panose="02020603050405020304" pitchFamily="18" charset="0"/>
                <a:cs typeface="Angsana New" pitchFamily="18" charset="-34"/>
              </a:rPr>
              <a:t>Complete if necessary </a:t>
            </a:r>
            <a:endParaRPr lang="en-US" altLang="ja-JP" sz="1200">
              <a:effectLst>
                <a:outerShdw blurRad="38100" dist="38100" dir="2700000" algn="tl">
                  <a:srgbClr val="000000"/>
                </a:outerShdw>
              </a:effectLst>
              <a:latin typeface="Times New Roman" panose="02020603050405020304" pitchFamily="18" charset="0"/>
              <a:cs typeface="Angsana New" pitchFamily="18" charset="-34"/>
            </a:endParaRPr>
          </a:p>
        </p:txBody>
      </p:sp>
      <p:sp>
        <p:nvSpPr>
          <p:cNvPr id="519488" name="Text Box 320"/>
          <p:cNvSpPr txBox="1">
            <a:spLocks noChangeArrowheads="1"/>
          </p:cNvSpPr>
          <p:nvPr/>
        </p:nvSpPr>
        <p:spPr bwMode="auto">
          <a:xfrm>
            <a:off x="6032500" y="2565400"/>
            <a:ext cx="3089275" cy="658813"/>
          </a:xfrm>
          <a:prstGeom prst="rect">
            <a:avLst/>
          </a:prstGeom>
          <a:solidFill>
            <a:schemeClr val="bg1"/>
          </a:solidFill>
          <a:ln w="19050">
            <a:solidFill>
              <a:schemeClr val="tx1"/>
            </a:solid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200">
                <a:effectLst>
                  <a:outerShdw blurRad="38100" dist="38100" dir="2700000" algn="tl">
                    <a:srgbClr val="000000"/>
                  </a:outerShdw>
                </a:effectLst>
                <a:latin typeface="Times New Roman" panose="02020603050405020304" pitchFamily="18" charset="0"/>
              </a:rPr>
              <a:t>Period : …..year Apr.</a:t>
            </a:r>
            <a:r>
              <a:rPr lang="en-US" altLang="ja-JP" sz="1200">
                <a:effectLst>
                  <a:outerShdw blurRad="38100" dist="38100" dir="2700000" algn="tl">
                    <a:srgbClr val="000000"/>
                  </a:outerShdw>
                </a:effectLst>
                <a:latin typeface="Times New Roman" panose="02020603050405020304" pitchFamily="18" charset="0"/>
                <a:sym typeface="Symbol" panose="05050102010706020507" pitchFamily="18" charset="2"/>
              </a:rPr>
              <a:t></a:t>
            </a:r>
            <a:r>
              <a:rPr lang="en-US" altLang="ja-JP" sz="1200">
                <a:effectLst>
                  <a:outerShdw blurRad="38100" dist="38100" dir="2700000" algn="tl">
                    <a:srgbClr val="000000"/>
                  </a:outerShdw>
                </a:effectLst>
                <a:latin typeface="Times New Roman" panose="02020603050405020304" pitchFamily="18" charset="0"/>
              </a:rPr>
              <a:t>Dec.</a:t>
            </a:r>
          </a:p>
          <a:p>
            <a:pPr eaLnBrk="1" hangingPunct="1"/>
            <a:r>
              <a:rPr lang="en-US" altLang="ja-JP" sz="1200">
                <a:effectLst>
                  <a:outerShdw blurRad="38100" dist="38100" dir="2700000" algn="tl">
                    <a:srgbClr val="000000"/>
                  </a:outerShdw>
                </a:effectLst>
                <a:latin typeface="Times New Roman" panose="02020603050405020304" pitchFamily="18" charset="0"/>
              </a:rPr>
              <a:t>Creation date : ….Year 10th  Jan.</a:t>
            </a:r>
            <a:endParaRPr lang="th-TH" altLang="ja-JP" sz="1200">
              <a:effectLst>
                <a:outerShdw blurRad="38100" dist="38100" dir="2700000" algn="tl">
                  <a:srgbClr val="000000"/>
                </a:outerShdw>
              </a:effectLst>
              <a:latin typeface="Times New Roman" panose="02020603050405020304" pitchFamily="18" charset="0"/>
            </a:endParaRPr>
          </a:p>
          <a:p>
            <a:pPr eaLnBrk="1" hangingPunct="1"/>
            <a:r>
              <a:rPr lang="th-TH" altLang="ja-JP" sz="1200">
                <a:effectLst>
                  <a:outerShdw blurRad="38100" dist="38100" dir="2700000" algn="tl">
                    <a:srgbClr val="000000"/>
                  </a:outerShdw>
                </a:effectLst>
                <a:latin typeface="Times New Roman" panose="02020603050405020304" pitchFamily="18" charset="0"/>
              </a:rPr>
              <a:t>Creator : Suzuki</a:t>
            </a:r>
            <a:endParaRPr lang="en-US" altLang="ja-JP" sz="1200">
              <a:effectLst>
                <a:outerShdw blurRad="38100" dist="38100" dir="2700000" algn="tl">
                  <a:srgbClr val="000000"/>
                </a:outerShdw>
              </a:effectLst>
              <a:latin typeface="Times New Roman" panose="02020603050405020304" pitchFamily="18" charset="0"/>
            </a:endParaRPr>
          </a:p>
        </p:txBody>
      </p:sp>
      <p:sp>
        <p:nvSpPr>
          <p:cNvPr id="519489" name="Text Box 321"/>
          <p:cNvSpPr txBox="1">
            <a:spLocks noChangeArrowheads="1"/>
          </p:cNvSpPr>
          <p:nvPr/>
        </p:nvSpPr>
        <p:spPr bwMode="auto">
          <a:xfrm>
            <a:off x="7400925" y="5876925"/>
            <a:ext cx="2166938" cy="479425"/>
          </a:xfrm>
          <a:prstGeom prst="rect">
            <a:avLst/>
          </a:prstGeom>
          <a:solidFill>
            <a:srgbClr val="800080"/>
          </a:solidFill>
          <a:ln w="22225" cap="rnd">
            <a:solidFill>
              <a:schemeClr val="tx1"/>
            </a:solidFill>
            <a:prstDash val="sysDot"/>
            <a:miter lim="800000"/>
            <a:headEnd/>
            <a:tailEnd/>
          </a:ln>
          <a:effectLst>
            <a:outerShdw blurRad="63500" dist="107763" dir="2700000" algn="ctr" rotWithShape="0">
              <a:schemeClr val="bg2">
                <a:alpha val="74998"/>
              </a:schemeClr>
            </a:outerShdw>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th-TH" altLang="ja-JP" sz="1200">
                <a:effectLst>
                  <a:outerShdw blurRad="38100" dist="38100" dir="2700000" algn="tl">
                    <a:srgbClr val="000000"/>
                  </a:outerShdw>
                </a:effectLst>
                <a:latin typeface="Times New Roman" panose="02020603050405020304" pitchFamily="18" charset="0"/>
                <a:cs typeface="Angsana New" pitchFamily="18" charset="-34"/>
              </a:rPr>
              <a:t>Write graph name, number in the middle below the graph.</a:t>
            </a:r>
            <a:endParaRPr lang="en-US" altLang="ja-JP" sz="1200">
              <a:effectLst>
                <a:outerShdw blurRad="38100" dist="38100" dir="2700000" algn="tl">
                  <a:srgbClr val="000000"/>
                </a:outerShdw>
              </a:effectLst>
              <a:latin typeface="Times New Roman" panose="02020603050405020304" pitchFamily="18" charset="0"/>
              <a:cs typeface="Angsana New" pitchFamily="18" charset="-34"/>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0979" name="AutoShape 3"/>
          <p:cNvSpPr>
            <a:spLocks noChangeArrowheads="1"/>
          </p:cNvSpPr>
          <p:nvPr/>
        </p:nvSpPr>
        <p:spPr bwMode="auto">
          <a:xfrm>
            <a:off x="304800" y="1341438"/>
            <a:ext cx="9372600" cy="5334000"/>
          </a:xfrm>
          <a:prstGeom prst="roundRect">
            <a:avLst>
              <a:gd name="adj" fmla="val 3634"/>
            </a:avLst>
          </a:prstGeom>
          <a:solidFill>
            <a:srgbClr val="000080">
              <a:alpha val="50000"/>
            </a:srgbClr>
          </a:solidFill>
          <a:ln w="9525">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10980" name="Rectangle 4"/>
          <p:cNvSpPr>
            <a:spLocks noChangeArrowheads="1"/>
          </p:cNvSpPr>
          <p:nvPr/>
        </p:nvSpPr>
        <p:spPr bwMode="auto">
          <a:xfrm>
            <a:off x="6321425" y="4416425"/>
            <a:ext cx="506413" cy="654050"/>
          </a:xfrm>
          <a:prstGeom prst="rect">
            <a:avLst/>
          </a:prstGeom>
          <a:solidFill>
            <a:srgbClr val="00FF00"/>
          </a:solidFill>
          <a:ln w="9525">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10981" name="Rectangle 5"/>
          <p:cNvSpPr>
            <a:spLocks noChangeArrowheads="1"/>
          </p:cNvSpPr>
          <p:nvPr/>
        </p:nvSpPr>
        <p:spPr bwMode="auto">
          <a:xfrm>
            <a:off x="5591175" y="4119563"/>
            <a:ext cx="482600" cy="950912"/>
          </a:xfrm>
          <a:prstGeom prst="rect">
            <a:avLst/>
          </a:prstGeom>
          <a:solidFill>
            <a:srgbClr val="00FF00"/>
          </a:solidFill>
          <a:ln w="9525">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10982" name="Rectangle 6"/>
          <p:cNvSpPr>
            <a:spLocks noChangeArrowheads="1"/>
          </p:cNvSpPr>
          <p:nvPr/>
        </p:nvSpPr>
        <p:spPr bwMode="auto">
          <a:xfrm>
            <a:off x="4852988" y="3697288"/>
            <a:ext cx="484187" cy="1373187"/>
          </a:xfrm>
          <a:prstGeom prst="rect">
            <a:avLst/>
          </a:prstGeom>
          <a:solidFill>
            <a:srgbClr val="00FF00"/>
          </a:solidFill>
          <a:ln w="9525">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10983" name="Rectangle 7"/>
          <p:cNvSpPr>
            <a:spLocks noChangeArrowheads="1"/>
          </p:cNvSpPr>
          <p:nvPr/>
        </p:nvSpPr>
        <p:spPr bwMode="auto">
          <a:xfrm>
            <a:off x="4114800" y="3198813"/>
            <a:ext cx="484188" cy="1865312"/>
          </a:xfrm>
          <a:prstGeom prst="rect">
            <a:avLst/>
          </a:prstGeom>
          <a:solidFill>
            <a:srgbClr val="00FF00"/>
          </a:solidFill>
          <a:ln w="9525">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10984" name="Rectangle 8"/>
          <p:cNvSpPr>
            <a:spLocks noChangeArrowheads="1"/>
          </p:cNvSpPr>
          <p:nvPr/>
        </p:nvSpPr>
        <p:spPr bwMode="auto">
          <a:xfrm>
            <a:off x="3370263" y="2693988"/>
            <a:ext cx="492125" cy="2370137"/>
          </a:xfrm>
          <a:prstGeom prst="rect">
            <a:avLst/>
          </a:prstGeom>
          <a:solidFill>
            <a:srgbClr val="00FF00"/>
          </a:solidFill>
          <a:ln w="9525">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10985" name="Line 9"/>
          <p:cNvSpPr>
            <a:spLocks noChangeShapeType="1"/>
          </p:cNvSpPr>
          <p:nvPr/>
        </p:nvSpPr>
        <p:spPr bwMode="auto">
          <a:xfrm>
            <a:off x="3117850" y="2376488"/>
            <a:ext cx="0" cy="2700337"/>
          </a:xfrm>
          <a:prstGeom prst="line">
            <a:avLst/>
          </a:prstGeom>
          <a:noFill/>
          <a:ln w="381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0986" name="Line 10"/>
          <p:cNvSpPr>
            <a:spLocks noChangeShapeType="1"/>
          </p:cNvSpPr>
          <p:nvPr/>
        </p:nvSpPr>
        <p:spPr bwMode="auto">
          <a:xfrm>
            <a:off x="3116263" y="5070475"/>
            <a:ext cx="4195762" cy="0"/>
          </a:xfrm>
          <a:prstGeom prst="line">
            <a:avLst/>
          </a:prstGeom>
          <a:noFill/>
          <a:ln w="381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0987" name="Line 11"/>
          <p:cNvSpPr>
            <a:spLocks noChangeShapeType="1"/>
          </p:cNvSpPr>
          <p:nvPr/>
        </p:nvSpPr>
        <p:spPr bwMode="auto">
          <a:xfrm flipV="1">
            <a:off x="3355975" y="2687638"/>
            <a:ext cx="512763" cy="0"/>
          </a:xfrm>
          <a:prstGeom prst="line">
            <a:avLst/>
          </a:prstGeom>
          <a:noFill/>
          <a:ln w="285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0988" name="Line 12"/>
          <p:cNvSpPr>
            <a:spLocks noChangeShapeType="1"/>
          </p:cNvSpPr>
          <p:nvPr/>
        </p:nvSpPr>
        <p:spPr bwMode="auto">
          <a:xfrm>
            <a:off x="3378200" y="2687638"/>
            <a:ext cx="0" cy="2373312"/>
          </a:xfrm>
          <a:prstGeom prst="line">
            <a:avLst/>
          </a:prstGeom>
          <a:noFill/>
          <a:ln w="285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0989" name="Line 13"/>
          <p:cNvSpPr>
            <a:spLocks noChangeShapeType="1"/>
          </p:cNvSpPr>
          <p:nvPr/>
        </p:nvSpPr>
        <p:spPr bwMode="auto">
          <a:xfrm>
            <a:off x="3863975" y="2670175"/>
            <a:ext cx="0" cy="2403475"/>
          </a:xfrm>
          <a:prstGeom prst="line">
            <a:avLst/>
          </a:prstGeom>
          <a:noFill/>
          <a:ln w="285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0990" name="Line 14"/>
          <p:cNvSpPr>
            <a:spLocks noChangeShapeType="1"/>
          </p:cNvSpPr>
          <p:nvPr/>
        </p:nvSpPr>
        <p:spPr bwMode="auto">
          <a:xfrm flipV="1">
            <a:off x="4108450" y="3198813"/>
            <a:ext cx="520700" cy="0"/>
          </a:xfrm>
          <a:prstGeom prst="line">
            <a:avLst/>
          </a:prstGeom>
          <a:noFill/>
          <a:ln w="285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0991" name="Line 15"/>
          <p:cNvSpPr>
            <a:spLocks noChangeShapeType="1"/>
          </p:cNvSpPr>
          <p:nvPr/>
        </p:nvSpPr>
        <p:spPr bwMode="auto">
          <a:xfrm flipH="1">
            <a:off x="4114800" y="3181350"/>
            <a:ext cx="0" cy="1895475"/>
          </a:xfrm>
          <a:prstGeom prst="line">
            <a:avLst/>
          </a:prstGeom>
          <a:noFill/>
          <a:ln w="285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0992" name="Line 16"/>
          <p:cNvSpPr>
            <a:spLocks noChangeShapeType="1"/>
          </p:cNvSpPr>
          <p:nvPr/>
        </p:nvSpPr>
        <p:spPr bwMode="auto">
          <a:xfrm>
            <a:off x="4606925" y="3181350"/>
            <a:ext cx="0" cy="1882775"/>
          </a:xfrm>
          <a:prstGeom prst="line">
            <a:avLst/>
          </a:prstGeom>
          <a:noFill/>
          <a:ln w="285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0993" name="Line 17"/>
          <p:cNvSpPr>
            <a:spLocks noChangeShapeType="1"/>
          </p:cNvSpPr>
          <p:nvPr/>
        </p:nvSpPr>
        <p:spPr bwMode="auto">
          <a:xfrm>
            <a:off x="4852988" y="3709988"/>
            <a:ext cx="490537" cy="0"/>
          </a:xfrm>
          <a:prstGeom prst="line">
            <a:avLst/>
          </a:prstGeom>
          <a:noFill/>
          <a:ln w="285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0994" name="Line 18"/>
          <p:cNvSpPr>
            <a:spLocks noChangeShapeType="1"/>
          </p:cNvSpPr>
          <p:nvPr/>
        </p:nvSpPr>
        <p:spPr bwMode="auto">
          <a:xfrm>
            <a:off x="4852988" y="3690938"/>
            <a:ext cx="0" cy="1385887"/>
          </a:xfrm>
          <a:prstGeom prst="line">
            <a:avLst/>
          </a:prstGeom>
          <a:noFill/>
          <a:ln w="285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0995" name="Line 19"/>
          <p:cNvSpPr>
            <a:spLocks noChangeShapeType="1"/>
          </p:cNvSpPr>
          <p:nvPr/>
        </p:nvSpPr>
        <p:spPr bwMode="auto">
          <a:xfrm>
            <a:off x="5338763" y="3690938"/>
            <a:ext cx="0" cy="1370012"/>
          </a:xfrm>
          <a:prstGeom prst="line">
            <a:avLst/>
          </a:prstGeom>
          <a:noFill/>
          <a:ln w="285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0996" name="Line 20"/>
          <p:cNvSpPr>
            <a:spLocks noChangeShapeType="1"/>
          </p:cNvSpPr>
          <p:nvPr/>
        </p:nvSpPr>
        <p:spPr bwMode="auto">
          <a:xfrm>
            <a:off x="5584825" y="4129088"/>
            <a:ext cx="517525" cy="0"/>
          </a:xfrm>
          <a:prstGeom prst="line">
            <a:avLst/>
          </a:prstGeom>
          <a:noFill/>
          <a:ln w="285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0997" name="Line 21"/>
          <p:cNvSpPr>
            <a:spLocks noChangeShapeType="1"/>
          </p:cNvSpPr>
          <p:nvPr/>
        </p:nvSpPr>
        <p:spPr bwMode="auto">
          <a:xfrm flipH="1">
            <a:off x="5591175" y="4106863"/>
            <a:ext cx="0" cy="957262"/>
          </a:xfrm>
          <a:prstGeom prst="line">
            <a:avLst/>
          </a:prstGeom>
          <a:noFill/>
          <a:ln w="285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0998" name="Line 22"/>
          <p:cNvSpPr>
            <a:spLocks noChangeShapeType="1"/>
          </p:cNvSpPr>
          <p:nvPr/>
        </p:nvSpPr>
        <p:spPr bwMode="auto">
          <a:xfrm>
            <a:off x="6081713" y="4116388"/>
            <a:ext cx="0" cy="944562"/>
          </a:xfrm>
          <a:prstGeom prst="line">
            <a:avLst/>
          </a:prstGeom>
          <a:noFill/>
          <a:ln w="285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0999" name="Line 23"/>
          <p:cNvSpPr>
            <a:spLocks noChangeShapeType="1"/>
          </p:cNvSpPr>
          <p:nvPr/>
        </p:nvSpPr>
        <p:spPr bwMode="auto">
          <a:xfrm>
            <a:off x="6321425" y="4422775"/>
            <a:ext cx="490538" cy="0"/>
          </a:xfrm>
          <a:prstGeom prst="line">
            <a:avLst/>
          </a:prstGeom>
          <a:noFill/>
          <a:ln w="285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1000" name="Line 24"/>
          <p:cNvSpPr>
            <a:spLocks noChangeShapeType="1"/>
          </p:cNvSpPr>
          <p:nvPr/>
        </p:nvSpPr>
        <p:spPr bwMode="auto">
          <a:xfrm>
            <a:off x="6327775" y="4406900"/>
            <a:ext cx="0" cy="654050"/>
          </a:xfrm>
          <a:prstGeom prst="line">
            <a:avLst/>
          </a:prstGeom>
          <a:noFill/>
          <a:ln w="285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1001" name="Line 25"/>
          <p:cNvSpPr>
            <a:spLocks noChangeShapeType="1"/>
          </p:cNvSpPr>
          <p:nvPr/>
        </p:nvSpPr>
        <p:spPr bwMode="auto">
          <a:xfrm flipH="1">
            <a:off x="6819900" y="4406900"/>
            <a:ext cx="0" cy="654050"/>
          </a:xfrm>
          <a:prstGeom prst="line">
            <a:avLst/>
          </a:prstGeom>
          <a:noFill/>
          <a:ln w="285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1002" name="Text Box 26"/>
          <p:cNvSpPr txBox="1">
            <a:spLocks noChangeArrowheads="1"/>
          </p:cNvSpPr>
          <p:nvPr/>
        </p:nvSpPr>
        <p:spPr bwMode="auto">
          <a:xfrm>
            <a:off x="3332163" y="5070475"/>
            <a:ext cx="614362" cy="334963"/>
          </a:xfrm>
          <a:prstGeom prst="rect">
            <a:avLst/>
          </a:prstGeom>
          <a:noFill/>
          <a:ln w="9525">
            <a:noFill/>
            <a:miter lim="800000"/>
            <a:headEnd/>
            <a:tailEnd/>
          </a:ln>
          <a:effectLst/>
        </p:spPr>
        <p:txBody>
          <a:bodyPr>
            <a:spAutoFit/>
          </a:bodyPr>
          <a:lstStyle/>
          <a:p>
            <a:pPr>
              <a:spcBef>
                <a:spcPct val="50000"/>
              </a:spcBef>
              <a:defRPr/>
            </a:pPr>
            <a:r>
              <a:rPr lang="ja-JP" altLang="en-US" sz="1600">
                <a:effectLst>
                  <a:outerShdw blurRad="38100" dist="38100" dir="2700000" algn="tl">
                    <a:srgbClr val="000000"/>
                  </a:outerShdw>
                </a:effectLst>
                <a:latin typeface="Times New Roman" pitchFamily="18" charset="0"/>
              </a:rPr>
              <a:t>Ａ</a:t>
            </a:r>
            <a:endParaRPr lang="en-US" altLang="ja-JP" sz="1600">
              <a:effectLst>
                <a:outerShdw blurRad="38100" dist="38100" dir="2700000" algn="tl">
                  <a:srgbClr val="000000"/>
                </a:outerShdw>
              </a:effectLst>
              <a:latin typeface="Times New Roman" pitchFamily="18" charset="0"/>
            </a:endParaRPr>
          </a:p>
        </p:txBody>
      </p:sp>
      <p:sp>
        <p:nvSpPr>
          <p:cNvPr id="511003" name="Text Box 27"/>
          <p:cNvSpPr txBox="1">
            <a:spLocks noChangeArrowheads="1"/>
          </p:cNvSpPr>
          <p:nvPr/>
        </p:nvSpPr>
        <p:spPr bwMode="auto">
          <a:xfrm>
            <a:off x="4114800" y="5070475"/>
            <a:ext cx="615950" cy="334963"/>
          </a:xfrm>
          <a:prstGeom prst="rect">
            <a:avLst/>
          </a:prstGeom>
          <a:noFill/>
          <a:ln w="9525">
            <a:noFill/>
            <a:miter lim="800000"/>
            <a:headEnd/>
            <a:tailEnd/>
          </a:ln>
          <a:effectLst/>
        </p:spPr>
        <p:txBody>
          <a:bodyPr>
            <a:spAutoFit/>
          </a:bodyPr>
          <a:lstStyle/>
          <a:p>
            <a:pPr>
              <a:spcBef>
                <a:spcPct val="50000"/>
              </a:spcBef>
              <a:defRPr/>
            </a:pPr>
            <a:r>
              <a:rPr lang="ja-JP" altLang="en-US" sz="1600">
                <a:effectLst>
                  <a:outerShdw blurRad="38100" dist="38100" dir="2700000" algn="tl">
                    <a:srgbClr val="000000"/>
                  </a:outerShdw>
                </a:effectLst>
                <a:latin typeface="Times New Roman" pitchFamily="18" charset="0"/>
              </a:rPr>
              <a:t>Ｂ</a:t>
            </a:r>
            <a:endParaRPr lang="en-US" altLang="ja-JP" sz="1600">
              <a:effectLst>
                <a:outerShdw blurRad="38100" dist="38100" dir="2700000" algn="tl">
                  <a:srgbClr val="000000"/>
                </a:outerShdw>
              </a:effectLst>
              <a:latin typeface="Times New Roman" pitchFamily="18" charset="0"/>
            </a:endParaRPr>
          </a:p>
        </p:txBody>
      </p:sp>
      <p:sp>
        <p:nvSpPr>
          <p:cNvPr id="511004" name="Text Box 28"/>
          <p:cNvSpPr txBox="1">
            <a:spLocks noChangeArrowheads="1"/>
          </p:cNvSpPr>
          <p:nvPr/>
        </p:nvSpPr>
        <p:spPr bwMode="auto">
          <a:xfrm>
            <a:off x="4822825" y="5070475"/>
            <a:ext cx="612775" cy="334963"/>
          </a:xfrm>
          <a:prstGeom prst="rect">
            <a:avLst/>
          </a:prstGeom>
          <a:noFill/>
          <a:ln w="9525">
            <a:noFill/>
            <a:miter lim="800000"/>
            <a:headEnd/>
            <a:tailEnd/>
          </a:ln>
          <a:effectLst/>
        </p:spPr>
        <p:txBody>
          <a:bodyPr>
            <a:spAutoFit/>
          </a:bodyPr>
          <a:lstStyle/>
          <a:p>
            <a:pPr>
              <a:spcBef>
                <a:spcPct val="50000"/>
              </a:spcBef>
              <a:defRPr/>
            </a:pPr>
            <a:r>
              <a:rPr lang="ja-JP" altLang="en-US" sz="1600">
                <a:effectLst>
                  <a:outerShdw blurRad="38100" dist="38100" dir="2700000" algn="tl">
                    <a:srgbClr val="000000"/>
                  </a:outerShdw>
                </a:effectLst>
                <a:latin typeface="Times New Roman" pitchFamily="18" charset="0"/>
              </a:rPr>
              <a:t>Ｃ</a:t>
            </a:r>
            <a:endParaRPr lang="en-US" altLang="ja-JP" sz="1600">
              <a:effectLst>
                <a:outerShdw blurRad="38100" dist="38100" dir="2700000" algn="tl">
                  <a:srgbClr val="000000"/>
                </a:outerShdw>
              </a:effectLst>
              <a:latin typeface="Times New Roman" pitchFamily="18" charset="0"/>
            </a:endParaRPr>
          </a:p>
        </p:txBody>
      </p:sp>
      <p:sp>
        <p:nvSpPr>
          <p:cNvPr id="511005" name="Text Box 29"/>
          <p:cNvSpPr txBox="1">
            <a:spLocks noChangeArrowheads="1"/>
          </p:cNvSpPr>
          <p:nvPr/>
        </p:nvSpPr>
        <p:spPr bwMode="auto">
          <a:xfrm>
            <a:off x="5545138" y="5070475"/>
            <a:ext cx="614362" cy="334963"/>
          </a:xfrm>
          <a:prstGeom prst="rect">
            <a:avLst/>
          </a:prstGeom>
          <a:noFill/>
          <a:ln w="9525">
            <a:noFill/>
            <a:miter lim="800000"/>
            <a:headEnd/>
            <a:tailEnd/>
          </a:ln>
          <a:effectLst/>
        </p:spPr>
        <p:txBody>
          <a:bodyPr>
            <a:spAutoFit/>
          </a:bodyPr>
          <a:lstStyle/>
          <a:p>
            <a:pPr>
              <a:spcBef>
                <a:spcPct val="50000"/>
              </a:spcBef>
              <a:defRPr/>
            </a:pPr>
            <a:r>
              <a:rPr lang="ja-JP" altLang="en-US" sz="1600">
                <a:effectLst>
                  <a:outerShdw blurRad="38100" dist="38100" dir="2700000" algn="tl">
                    <a:srgbClr val="000000"/>
                  </a:outerShdw>
                </a:effectLst>
                <a:latin typeface="Times New Roman" pitchFamily="18" charset="0"/>
              </a:rPr>
              <a:t>Ｄ</a:t>
            </a:r>
            <a:endParaRPr lang="en-US" altLang="ja-JP" sz="1600">
              <a:effectLst>
                <a:outerShdw blurRad="38100" dist="38100" dir="2700000" algn="tl">
                  <a:srgbClr val="000000"/>
                </a:outerShdw>
              </a:effectLst>
              <a:latin typeface="Times New Roman" pitchFamily="18" charset="0"/>
            </a:endParaRPr>
          </a:p>
        </p:txBody>
      </p:sp>
      <p:sp>
        <p:nvSpPr>
          <p:cNvPr id="511006" name="Text Box 30"/>
          <p:cNvSpPr txBox="1">
            <a:spLocks noChangeArrowheads="1"/>
          </p:cNvSpPr>
          <p:nvPr/>
        </p:nvSpPr>
        <p:spPr bwMode="auto">
          <a:xfrm>
            <a:off x="6281738" y="5083175"/>
            <a:ext cx="615950" cy="334963"/>
          </a:xfrm>
          <a:prstGeom prst="rect">
            <a:avLst/>
          </a:prstGeom>
          <a:noFill/>
          <a:ln w="9525">
            <a:noFill/>
            <a:miter lim="800000"/>
            <a:headEnd/>
            <a:tailEnd/>
          </a:ln>
          <a:effectLst/>
        </p:spPr>
        <p:txBody>
          <a:bodyPr>
            <a:spAutoFit/>
          </a:bodyPr>
          <a:lstStyle/>
          <a:p>
            <a:pPr>
              <a:spcBef>
                <a:spcPct val="50000"/>
              </a:spcBef>
              <a:defRPr/>
            </a:pPr>
            <a:r>
              <a:rPr lang="ja-JP" altLang="en-US" sz="1600">
                <a:effectLst>
                  <a:outerShdw blurRad="38100" dist="38100" dir="2700000" algn="tl">
                    <a:srgbClr val="000000"/>
                  </a:outerShdw>
                </a:effectLst>
                <a:latin typeface="Times New Roman" pitchFamily="18" charset="0"/>
              </a:rPr>
              <a:t>Ｅ</a:t>
            </a:r>
            <a:endParaRPr lang="en-US" altLang="ja-JP" sz="1600">
              <a:effectLst>
                <a:outerShdw blurRad="38100" dist="38100" dir="2700000" algn="tl">
                  <a:srgbClr val="000000"/>
                </a:outerShdw>
              </a:effectLst>
              <a:latin typeface="Times New Roman" pitchFamily="18" charset="0"/>
            </a:endParaRPr>
          </a:p>
        </p:txBody>
      </p:sp>
      <p:sp>
        <p:nvSpPr>
          <p:cNvPr id="511007" name="Line 31"/>
          <p:cNvSpPr>
            <a:spLocks noChangeShapeType="1"/>
          </p:cNvSpPr>
          <p:nvPr/>
        </p:nvSpPr>
        <p:spPr bwMode="auto">
          <a:xfrm>
            <a:off x="3130550" y="3517900"/>
            <a:ext cx="79375" cy="0"/>
          </a:xfrm>
          <a:prstGeom prst="line">
            <a:avLst/>
          </a:prstGeom>
          <a:noFill/>
          <a:ln w="381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1008" name="Line 32"/>
          <p:cNvSpPr>
            <a:spLocks noChangeShapeType="1"/>
          </p:cNvSpPr>
          <p:nvPr/>
        </p:nvSpPr>
        <p:spPr bwMode="auto">
          <a:xfrm>
            <a:off x="3130550" y="4035425"/>
            <a:ext cx="79375" cy="0"/>
          </a:xfrm>
          <a:prstGeom prst="line">
            <a:avLst/>
          </a:prstGeom>
          <a:noFill/>
          <a:ln w="381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1009" name="Line 33"/>
          <p:cNvSpPr>
            <a:spLocks noChangeShapeType="1"/>
          </p:cNvSpPr>
          <p:nvPr/>
        </p:nvSpPr>
        <p:spPr bwMode="auto">
          <a:xfrm>
            <a:off x="3130550" y="3000375"/>
            <a:ext cx="79375" cy="0"/>
          </a:xfrm>
          <a:prstGeom prst="line">
            <a:avLst/>
          </a:prstGeom>
          <a:noFill/>
          <a:ln w="381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1010" name="Line 34"/>
          <p:cNvSpPr>
            <a:spLocks noChangeShapeType="1"/>
          </p:cNvSpPr>
          <p:nvPr/>
        </p:nvSpPr>
        <p:spPr bwMode="auto">
          <a:xfrm>
            <a:off x="3130550" y="2479675"/>
            <a:ext cx="79375" cy="0"/>
          </a:xfrm>
          <a:prstGeom prst="line">
            <a:avLst/>
          </a:prstGeom>
          <a:noFill/>
          <a:ln w="381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1011" name="Text Box 35"/>
          <p:cNvSpPr txBox="1">
            <a:spLocks noChangeArrowheads="1"/>
          </p:cNvSpPr>
          <p:nvPr/>
        </p:nvSpPr>
        <p:spPr bwMode="auto">
          <a:xfrm>
            <a:off x="2767013" y="4864100"/>
            <a:ext cx="490537" cy="336550"/>
          </a:xfrm>
          <a:prstGeom prst="rect">
            <a:avLst/>
          </a:prstGeom>
          <a:noFill/>
          <a:ln w="9525">
            <a:noFill/>
            <a:miter lim="800000"/>
            <a:headEnd/>
            <a:tailEnd/>
          </a:ln>
          <a:effectLst/>
        </p:spPr>
        <p:txBody>
          <a:bodyPr>
            <a:spAutoFit/>
          </a:bodyPr>
          <a:lstStyle/>
          <a:p>
            <a:pPr>
              <a:spcBef>
                <a:spcPct val="50000"/>
              </a:spcBef>
              <a:defRPr/>
            </a:pPr>
            <a:r>
              <a:rPr lang="en-US" altLang="ja-JP" sz="1600">
                <a:effectLst>
                  <a:outerShdw blurRad="38100" dist="38100" dir="2700000" algn="tl">
                    <a:srgbClr val="000000"/>
                  </a:outerShdw>
                </a:effectLst>
                <a:latin typeface="Times New Roman" pitchFamily="18" charset="0"/>
              </a:rPr>
              <a:t>0</a:t>
            </a:r>
            <a:endParaRPr lang="en-US" altLang="ja-JP" sz="1600" b="0">
              <a:effectLst>
                <a:outerShdw blurRad="38100" dist="38100" dir="2700000" algn="tl">
                  <a:srgbClr val="000000"/>
                </a:outerShdw>
              </a:effectLst>
              <a:latin typeface="Times New Roman" pitchFamily="18" charset="0"/>
            </a:endParaRPr>
          </a:p>
        </p:txBody>
      </p:sp>
      <p:sp>
        <p:nvSpPr>
          <p:cNvPr id="511012" name="Text Box 36"/>
          <p:cNvSpPr txBox="1">
            <a:spLocks noChangeArrowheads="1"/>
          </p:cNvSpPr>
          <p:nvPr/>
        </p:nvSpPr>
        <p:spPr bwMode="auto">
          <a:xfrm>
            <a:off x="2513013" y="3336925"/>
            <a:ext cx="738187" cy="334963"/>
          </a:xfrm>
          <a:prstGeom prst="rect">
            <a:avLst/>
          </a:prstGeom>
          <a:noFill/>
          <a:ln w="9525">
            <a:noFill/>
            <a:miter lim="800000"/>
            <a:headEnd/>
            <a:tailEnd/>
          </a:ln>
          <a:effectLst/>
        </p:spPr>
        <p:txBody>
          <a:bodyPr>
            <a:spAutoFit/>
          </a:bodyPr>
          <a:lstStyle/>
          <a:p>
            <a:pPr>
              <a:spcBef>
                <a:spcPct val="50000"/>
              </a:spcBef>
              <a:defRPr/>
            </a:pPr>
            <a:r>
              <a:rPr lang="en-US" altLang="ja-JP" sz="1600">
                <a:effectLst>
                  <a:outerShdw blurRad="38100" dist="38100" dir="2700000" algn="tl">
                    <a:srgbClr val="000000"/>
                  </a:outerShdw>
                </a:effectLst>
                <a:latin typeface="Times New Roman" pitchFamily="18" charset="0"/>
              </a:rPr>
              <a:t>150</a:t>
            </a:r>
            <a:endParaRPr lang="en-US" altLang="ja-JP" sz="1600" b="0">
              <a:effectLst>
                <a:outerShdw blurRad="38100" dist="38100" dir="2700000" algn="tl">
                  <a:srgbClr val="000000"/>
                </a:outerShdw>
              </a:effectLst>
              <a:latin typeface="Times New Roman" pitchFamily="18" charset="0"/>
            </a:endParaRPr>
          </a:p>
        </p:txBody>
      </p:sp>
      <p:sp>
        <p:nvSpPr>
          <p:cNvPr id="511013" name="Text Box 37"/>
          <p:cNvSpPr txBox="1">
            <a:spLocks noChangeArrowheads="1"/>
          </p:cNvSpPr>
          <p:nvPr/>
        </p:nvSpPr>
        <p:spPr bwMode="auto">
          <a:xfrm>
            <a:off x="2520950" y="2292350"/>
            <a:ext cx="736600" cy="336550"/>
          </a:xfrm>
          <a:prstGeom prst="rect">
            <a:avLst/>
          </a:prstGeom>
          <a:noFill/>
          <a:ln w="9525">
            <a:noFill/>
            <a:miter lim="800000"/>
            <a:headEnd/>
            <a:tailEnd/>
          </a:ln>
          <a:effectLst/>
        </p:spPr>
        <p:txBody>
          <a:bodyPr>
            <a:spAutoFit/>
          </a:bodyPr>
          <a:lstStyle/>
          <a:p>
            <a:pPr>
              <a:spcBef>
                <a:spcPct val="50000"/>
              </a:spcBef>
              <a:defRPr/>
            </a:pPr>
            <a:r>
              <a:rPr lang="en-US" altLang="ja-JP" sz="1600">
                <a:effectLst>
                  <a:outerShdw blurRad="38100" dist="38100" dir="2700000" algn="tl">
                    <a:srgbClr val="000000"/>
                  </a:outerShdw>
                </a:effectLst>
                <a:latin typeface="Times New Roman" pitchFamily="18" charset="0"/>
              </a:rPr>
              <a:t>250</a:t>
            </a:r>
            <a:endParaRPr lang="en-US" altLang="ja-JP" sz="1600" b="0">
              <a:effectLst>
                <a:outerShdw blurRad="38100" dist="38100" dir="2700000" algn="tl">
                  <a:srgbClr val="000000"/>
                </a:outerShdw>
              </a:effectLst>
              <a:latin typeface="Times New Roman" pitchFamily="18" charset="0"/>
            </a:endParaRPr>
          </a:p>
        </p:txBody>
      </p:sp>
      <p:sp>
        <p:nvSpPr>
          <p:cNvPr id="511014" name="Text Box 38"/>
          <p:cNvSpPr txBox="1">
            <a:spLocks noChangeArrowheads="1"/>
          </p:cNvSpPr>
          <p:nvPr/>
        </p:nvSpPr>
        <p:spPr bwMode="auto">
          <a:xfrm>
            <a:off x="2216150" y="2047875"/>
            <a:ext cx="1223963" cy="228600"/>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th-TH" altLang="ja-JP" sz="900" b="0">
                <a:effectLst>
                  <a:outerShdw blurRad="38100" dist="38100" dir="2700000" algn="tl">
                    <a:srgbClr val="000000"/>
                  </a:outerShdw>
                </a:effectLst>
                <a:latin typeface="Times New Roman" panose="02020603050405020304" pitchFamily="18" charset="0"/>
                <a:cs typeface="Angsana New" pitchFamily="18" charset="-34"/>
              </a:rPr>
              <a:t>( </a:t>
            </a:r>
            <a:r>
              <a:rPr lang="en-US" altLang="ja-JP" sz="900" b="0">
                <a:effectLst>
                  <a:outerShdw blurRad="38100" dist="38100" dir="2700000" algn="tl">
                    <a:srgbClr val="000000"/>
                  </a:outerShdw>
                </a:effectLst>
                <a:latin typeface="Times New Roman" panose="02020603050405020304" pitchFamily="18" charset="0"/>
                <a:cs typeface="Angsana New" pitchFamily="18" charset="-34"/>
              </a:rPr>
              <a:t>10 </a:t>
            </a:r>
            <a:r>
              <a:rPr lang="th-TH" altLang="ja-JP" sz="900" b="0">
                <a:effectLst>
                  <a:outerShdw blurRad="38100" dist="38100" dir="2700000" algn="tl">
                    <a:srgbClr val="000000"/>
                  </a:outerShdw>
                </a:effectLst>
                <a:latin typeface="Times New Roman" panose="02020603050405020304" pitchFamily="18" charset="0"/>
                <a:cs typeface="Angsana New" pitchFamily="18" charset="-34"/>
              </a:rPr>
              <a:t>thousand yen</a:t>
            </a:r>
            <a:r>
              <a:rPr lang="ja-JP" altLang="th-TH" sz="900" b="0">
                <a:effectLst>
                  <a:outerShdw blurRad="38100" dist="38100" dir="2700000" algn="tl">
                    <a:srgbClr val="000000"/>
                  </a:outerShdw>
                </a:effectLst>
                <a:latin typeface="Times New Roman" panose="02020603050405020304" pitchFamily="18" charset="0"/>
                <a:cs typeface="Angsana New" pitchFamily="18" charset="-34"/>
              </a:rPr>
              <a:t>）</a:t>
            </a:r>
            <a:endParaRPr lang="en-US" altLang="ja-JP" sz="900" b="0">
              <a:effectLst>
                <a:outerShdw blurRad="38100" dist="38100" dir="2700000" algn="tl">
                  <a:srgbClr val="000000"/>
                </a:outerShdw>
              </a:effectLst>
              <a:latin typeface="Times New Roman" panose="02020603050405020304" pitchFamily="18" charset="0"/>
              <a:cs typeface="Angsana New" pitchFamily="18" charset="-34"/>
            </a:endParaRPr>
          </a:p>
        </p:txBody>
      </p:sp>
      <p:sp>
        <p:nvSpPr>
          <p:cNvPr id="511015" name="Text Box 39"/>
          <p:cNvSpPr txBox="1">
            <a:spLocks noChangeArrowheads="1"/>
          </p:cNvSpPr>
          <p:nvPr/>
        </p:nvSpPr>
        <p:spPr bwMode="auto">
          <a:xfrm>
            <a:off x="5292725" y="2260600"/>
            <a:ext cx="3089275" cy="658813"/>
          </a:xfrm>
          <a:prstGeom prst="rect">
            <a:avLst/>
          </a:prstGeom>
          <a:solidFill>
            <a:schemeClr val="bg1"/>
          </a:solidFill>
          <a:ln w="19050">
            <a:solidFill>
              <a:schemeClr val="tx1"/>
            </a:solid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200">
                <a:effectLst>
                  <a:outerShdw blurRad="38100" dist="38100" dir="2700000" algn="tl">
                    <a:srgbClr val="000000"/>
                  </a:outerShdw>
                </a:effectLst>
                <a:latin typeface="Times New Roman" panose="02020603050405020304" pitchFamily="18" charset="0"/>
              </a:rPr>
              <a:t>Period</a:t>
            </a:r>
            <a:r>
              <a:rPr lang="ja-JP" altLang="en-US" sz="1200">
                <a:effectLst>
                  <a:outerShdw blurRad="38100" dist="38100" dir="2700000" algn="tl">
                    <a:srgbClr val="000000"/>
                  </a:outerShdw>
                </a:effectLst>
                <a:latin typeface="Times New Roman" panose="02020603050405020304" pitchFamily="18" charset="0"/>
              </a:rPr>
              <a:t>：</a:t>
            </a:r>
            <a:r>
              <a:rPr lang="en-US" altLang="ja-JP" sz="1200">
                <a:effectLst>
                  <a:outerShdw blurRad="38100" dist="38100" dir="2700000" algn="tl">
                    <a:srgbClr val="000000"/>
                  </a:outerShdw>
                </a:effectLst>
                <a:latin typeface="Times New Roman" panose="02020603050405020304" pitchFamily="18" charset="0"/>
              </a:rPr>
              <a:t>year…month...day 1</a:t>
            </a:r>
            <a:r>
              <a:rPr lang="en-US" altLang="ja-JP" sz="1200">
                <a:effectLst>
                  <a:outerShdw blurRad="38100" dist="38100" dir="2700000" algn="tl">
                    <a:srgbClr val="000000"/>
                  </a:outerShdw>
                </a:effectLst>
                <a:latin typeface="Times New Roman" panose="02020603050405020304" pitchFamily="18" charset="0"/>
                <a:sym typeface="Symbol" panose="05050102010706020507" pitchFamily="18" charset="2"/>
              </a:rPr>
              <a:t></a:t>
            </a:r>
            <a:r>
              <a:rPr lang="en-US" altLang="ja-JP" sz="1200">
                <a:effectLst>
                  <a:outerShdw blurRad="38100" dist="38100" dir="2700000" algn="tl">
                    <a:srgbClr val="000000"/>
                  </a:outerShdw>
                </a:effectLst>
                <a:latin typeface="Times New Roman" panose="02020603050405020304" pitchFamily="18" charset="0"/>
              </a:rPr>
              <a:t>30</a:t>
            </a:r>
          </a:p>
          <a:p>
            <a:pPr eaLnBrk="1" hangingPunct="1"/>
            <a:r>
              <a:rPr lang="en-US" altLang="ja-JP" sz="1200">
                <a:effectLst>
                  <a:outerShdw blurRad="38100" dist="38100" dir="2700000" algn="tl">
                    <a:srgbClr val="000000"/>
                  </a:outerShdw>
                </a:effectLst>
                <a:latin typeface="Times New Roman" panose="02020603050405020304" pitchFamily="18" charset="0"/>
              </a:rPr>
              <a:t>Creation date : Year……month….day…</a:t>
            </a:r>
            <a:endParaRPr lang="th-TH" altLang="ja-JP" sz="1200">
              <a:effectLst>
                <a:outerShdw blurRad="38100" dist="38100" dir="2700000" algn="tl">
                  <a:srgbClr val="000000"/>
                </a:outerShdw>
              </a:effectLst>
              <a:latin typeface="Times New Roman" panose="02020603050405020304" pitchFamily="18" charset="0"/>
            </a:endParaRPr>
          </a:p>
          <a:p>
            <a:pPr eaLnBrk="1" hangingPunct="1"/>
            <a:r>
              <a:rPr lang="th-TH" altLang="ja-JP" sz="1200">
                <a:effectLst>
                  <a:outerShdw blurRad="38100" dist="38100" dir="2700000" algn="tl">
                    <a:srgbClr val="000000"/>
                  </a:outerShdw>
                </a:effectLst>
                <a:latin typeface="Times New Roman" panose="02020603050405020304" pitchFamily="18" charset="0"/>
              </a:rPr>
              <a:t>Creator : Yamamoto</a:t>
            </a:r>
            <a:endParaRPr lang="en-US" altLang="ja-JP" sz="1200">
              <a:effectLst>
                <a:outerShdw blurRad="38100" dist="38100" dir="2700000" algn="tl">
                  <a:srgbClr val="000000"/>
                </a:outerShdw>
              </a:effectLst>
              <a:latin typeface="Times New Roman" panose="02020603050405020304" pitchFamily="18" charset="0"/>
            </a:endParaRPr>
          </a:p>
        </p:txBody>
      </p:sp>
      <p:sp>
        <p:nvSpPr>
          <p:cNvPr id="511016" name="Text Box 40"/>
          <p:cNvSpPr txBox="1">
            <a:spLocks noChangeArrowheads="1"/>
          </p:cNvSpPr>
          <p:nvPr/>
        </p:nvSpPr>
        <p:spPr bwMode="auto">
          <a:xfrm rot="16200000">
            <a:off x="1828801" y="3292475"/>
            <a:ext cx="1096962" cy="503237"/>
          </a:xfrm>
          <a:prstGeom prst="rect">
            <a:avLst/>
          </a:prstGeom>
          <a:noFill/>
          <a:ln w="9525">
            <a:noFill/>
            <a:miter lim="800000"/>
            <a:headEnd/>
            <a:tailEnd/>
          </a:ln>
          <a:effectLst/>
        </p:spPr>
        <p:txBody>
          <a:bodyPr vert="eaVert">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endParaRPr lang="en-US" altLang="ja-JP" sz="1200">
              <a:solidFill>
                <a:schemeClr val="folHlink"/>
              </a:solidFill>
              <a:effectLst>
                <a:outerShdw blurRad="38100" dist="38100" dir="2700000" algn="tl">
                  <a:srgbClr val="000000"/>
                </a:outerShdw>
              </a:effectLst>
              <a:latin typeface="Times New Roman" panose="02020603050405020304" pitchFamily="18" charset="0"/>
            </a:endParaRPr>
          </a:p>
          <a:p>
            <a:pPr eaLnBrk="1" hangingPunct="1"/>
            <a:endParaRPr lang="en-US" altLang="ja-JP" sz="1200">
              <a:solidFill>
                <a:schemeClr val="folHlink"/>
              </a:solidFill>
              <a:effectLst>
                <a:outerShdw blurRad="38100" dist="38100" dir="2700000" algn="tl">
                  <a:srgbClr val="000000"/>
                </a:outerShdw>
              </a:effectLst>
              <a:latin typeface="Times New Roman" panose="02020603050405020304" pitchFamily="18" charset="0"/>
            </a:endParaRPr>
          </a:p>
          <a:p>
            <a:pPr eaLnBrk="1" hangingPunct="1"/>
            <a:endParaRPr lang="en-US" altLang="ja-JP" sz="1200">
              <a:solidFill>
                <a:schemeClr val="folHlink"/>
              </a:solidFill>
              <a:effectLst>
                <a:outerShdw blurRad="38100" dist="38100" dir="2700000" algn="tl">
                  <a:srgbClr val="000000"/>
                </a:outerShdw>
              </a:effectLst>
              <a:latin typeface="Times New Roman" panose="02020603050405020304" pitchFamily="18" charset="0"/>
            </a:endParaRPr>
          </a:p>
          <a:p>
            <a:pPr eaLnBrk="1" hangingPunct="1"/>
            <a:r>
              <a:rPr lang="en-US" altLang="ja-JP" sz="1200">
                <a:solidFill>
                  <a:schemeClr val="folHlink"/>
                </a:solidFill>
                <a:effectLst>
                  <a:outerShdw blurRad="38100" dist="38100" dir="2700000" algn="tl">
                    <a:srgbClr val="000000"/>
                  </a:outerShdw>
                </a:effectLst>
                <a:latin typeface="Times New Roman" panose="02020603050405020304" pitchFamily="18" charset="0"/>
              </a:rPr>
              <a:t>Sales</a:t>
            </a:r>
            <a:endParaRPr lang="th-TH" altLang="ja-JP" sz="1200">
              <a:solidFill>
                <a:schemeClr val="folHlink"/>
              </a:solidFill>
              <a:effectLst>
                <a:outerShdw blurRad="38100" dist="38100" dir="2700000" algn="tl">
                  <a:srgbClr val="000000"/>
                </a:outerShdw>
              </a:effectLst>
              <a:latin typeface="Times New Roman" panose="02020603050405020304" pitchFamily="18" charset="0"/>
            </a:endParaRPr>
          </a:p>
          <a:p>
            <a:pPr eaLnBrk="1" hangingPunct="1"/>
            <a:endParaRPr lang="en-US" altLang="ja-JP" sz="1200">
              <a:solidFill>
                <a:schemeClr val="folHlink"/>
              </a:solidFill>
              <a:effectLst>
                <a:outerShdw blurRad="38100" dist="38100" dir="2700000" algn="tl">
                  <a:srgbClr val="000000"/>
                </a:outerShdw>
              </a:effectLst>
              <a:latin typeface="Times New Roman" panose="02020603050405020304" pitchFamily="18" charset="0"/>
            </a:endParaRPr>
          </a:p>
        </p:txBody>
      </p:sp>
      <p:sp>
        <p:nvSpPr>
          <p:cNvPr id="511017" name="Text Box 41"/>
          <p:cNvSpPr txBox="1">
            <a:spLocks noChangeArrowheads="1"/>
          </p:cNvSpPr>
          <p:nvPr/>
        </p:nvSpPr>
        <p:spPr bwMode="auto">
          <a:xfrm>
            <a:off x="2513013" y="3841750"/>
            <a:ext cx="738187" cy="336550"/>
          </a:xfrm>
          <a:prstGeom prst="rect">
            <a:avLst/>
          </a:prstGeom>
          <a:noFill/>
          <a:ln w="9525">
            <a:noFill/>
            <a:miter lim="800000"/>
            <a:headEnd/>
            <a:tailEnd/>
          </a:ln>
          <a:effectLst/>
        </p:spPr>
        <p:txBody>
          <a:bodyPr>
            <a:spAutoFit/>
          </a:bodyPr>
          <a:lstStyle/>
          <a:p>
            <a:pPr>
              <a:spcBef>
                <a:spcPct val="50000"/>
              </a:spcBef>
              <a:defRPr/>
            </a:pPr>
            <a:r>
              <a:rPr lang="en-US" altLang="ja-JP" sz="1600">
                <a:effectLst>
                  <a:outerShdw blurRad="38100" dist="38100" dir="2700000" algn="tl">
                    <a:srgbClr val="000000"/>
                  </a:outerShdw>
                </a:effectLst>
                <a:latin typeface="Times New Roman" pitchFamily="18" charset="0"/>
              </a:rPr>
              <a:t>100</a:t>
            </a:r>
            <a:endParaRPr lang="en-US" altLang="ja-JP" sz="1600" b="0">
              <a:effectLst>
                <a:outerShdw blurRad="38100" dist="38100" dir="2700000" algn="tl">
                  <a:srgbClr val="000000"/>
                </a:outerShdw>
              </a:effectLst>
              <a:latin typeface="Times New Roman" pitchFamily="18" charset="0"/>
            </a:endParaRPr>
          </a:p>
        </p:txBody>
      </p:sp>
      <p:sp>
        <p:nvSpPr>
          <p:cNvPr id="511018" name="Text Box 42"/>
          <p:cNvSpPr txBox="1">
            <a:spLocks noChangeArrowheads="1"/>
          </p:cNvSpPr>
          <p:nvPr/>
        </p:nvSpPr>
        <p:spPr bwMode="auto">
          <a:xfrm>
            <a:off x="2520950" y="2809875"/>
            <a:ext cx="736600" cy="336550"/>
          </a:xfrm>
          <a:prstGeom prst="rect">
            <a:avLst/>
          </a:prstGeom>
          <a:noFill/>
          <a:ln w="9525">
            <a:noFill/>
            <a:miter lim="800000"/>
            <a:headEnd/>
            <a:tailEnd/>
          </a:ln>
          <a:effectLst/>
        </p:spPr>
        <p:txBody>
          <a:bodyPr>
            <a:spAutoFit/>
          </a:bodyPr>
          <a:lstStyle/>
          <a:p>
            <a:pPr>
              <a:spcBef>
                <a:spcPct val="50000"/>
              </a:spcBef>
              <a:defRPr/>
            </a:pPr>
            <a:r>
              <a:rPr lang="en-US" altLang="ja-JP" sz="1600">
                <a:effectLst>
                  <a:outerShdw blurRad="38100" dist="38100" dir="2700000" algn="tl">
                    <a:srgbClr val="000000"/>
                  </a:outerShdw>
                </a:effectLst>
                <a:latin typeface="Times New Roman" pitchFamily="18" charset="0"/>
              </a:rPr>
              <a:t>200</a:t>
            </a:r>
            <a:endParaRPr lang="en-US" altLang="ja-JP" sz="1600" b="0">
              <a:effectLst>
                <a:outerShdw blurRad="38100" dist="38100" dir="2700000" algn="tl">
                  <a:srgbClr val="000000"/>
                </a:outerShdw>
              </a:effectLst>
              <a:latin typeface="Times New Roman" pitchFamily="18" charset="0"/>
            </a:endParaRPr>
          </a:p>
        </p:txBody>
      </p:sp>
      <p:sp>
        <p:nvSpPr>
          <p:cNvPr id="511019" name="Text Box 43"/>
          <p:cNvSpPr txBox="1">
            <a:spLocks noChangeArrowheads="1"/>
          </p:cNvSpPr>
          <p:nvPr/>
        </p:nvSpPr>
        <p:spPr bwMode="auto">
          <a:xfrm>
            <a:off x="3173413" y="1446213"/>
            <a:ext cx="2284412" cy="296862"/>
          </a:xfrm>
          <a:prstGeom prst="rect">
            <a:avLst/>
          </a:prstGeom>
          <a:solidFill>
            <a:srgbClr val="800080"/>
          </a:solidFill>
          <a:ln w="22225" cap="rnd">
            <a:solidFill>
              <a:schemeClr val="tx1"/>
            </a:solidFill>
            <a:prstDash val="sysDot"/>
            <a:miter lim="800000"/>
            <a:headEnd/>
            <a:tailEnd/>
          </a:ln>
          <a:effectLst>
            <a:outerShdw blurRad="63500" dist="107763" dir="2700000" algn="ctr" rotWithShape="0">
              <a:schemeClr val="bg2">
                <a:alpha val="74998"/>
              </a:schemeClr>
            </a:outerShdw>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spcBef>
                <a:spcPct val="50000"/>
              </a:spcBef>
            </a:pPr>
            <a:r>
              <a:rPr lang="th-TH" altLang="ja-JP" sz="1200">
                <a:effectLst>
                  <a:outerShdw blurRad="38100" dist="38100" dir="2700000" algn="tl">
                    <a:srgbClr val="000000"/>
                  </a:outerShdw>
                </a:effectLst>
                <a:latin typeface="Times New Roman" panose="02020603050405020304" pitchFamily="18" charset="0"/>
                <a:cs typeface="Angsana New" pitchFamily="18" charset="-34"/>
              </a:rPr>
              <a:t>Write scale line inside</a:t>
            </a:r>
            <a:endParaRPr lang="en-US" altLang="ja-JP" sz="1200">
              <a:effectLst>
                <a:outerShdw blurRad="38100" dist="38100" dir="2700000" algn="tl">
                  <a:srgbClr val="000000"/>
                </a:outerShdw>
              </a:effectLst>
              <a:latin typeface="Times New Roman" panose="02020603050405020304" pitchFamily="18" charset="0"/>
              <a:cs typeface="Angsana New" pitchFamily="18" charset="-34"/>
            </a:endParaRPr>
          </a:p>
        </p:txBody>
      </p:sp>
      <p:sp>
        <p:nvSpPr>
          <p:cNvPr id="511020" name="Line 44"/>
          <p:cNvSpPr>
            <a:spLocks noChangeShapeType="1"/>
          </p:cNvSpPr>
          <p:nvPr/>
        </p:nvSpPr>
        <p:spPr bwMode="auto">
          <a:xfrm flipH="1">
            <a:off x="3232150" y="1858963"/>
            <a:ext cx="314325" cy="577850"/>
          </a:xfrm>
          <a:prstGeom prst="line">
            <a:avLst/>
          </a:prstGeom>
          <a:noFill/>
          <a:ln w="2540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1021" name="Text Box 45"/>
          <p:cNvSpPr txBox="1">
            <a:spLocks noChangeArrowheads="1"/>
          </p:cNvSpPr>
          <p:nvPr/>
        </p:nvSpPr>
        <p:spPr bwMode="auto">
          <a:xfrm>
            <a:off x="457200" y="1446213"/>
            <a:ext cx="1352550" cy="479425"/>
          </a:xfrm>
          <a:prstGeom prst="rect">
            <a:avLst/>
          </a:prstGeom>
          <a:solidFill>
            <a:srgbClr val="800080"/>
          </a:solidFill>
          <a:ln w="22225" cap="rnd">
            <a:solidFill>
              <a:schemeClr val="tx1"/>
            </a:solidFill>
            <a:prstDash val="sysDot"/>
            <a:miter lim="800000"/>
            <a:headEnd/>
            <a:tailEnd/>
          </a:ln>
          <a:effectLst>
            <a:outerShdw blurRad="63500" dist="107763" dir="2700000" algn="ctr" rotWithShape="0">
              <a:schemeClr val="bg2">
                <a:alpha val="74998"/>
              </a:schemeClr>
            </a:outerShdw>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th-TH" altLang="ja-JP" sz="1200">
                <a:effectLst>
                  <a:outerShdw blurRad="38100" dist="38100" dir="2700000" algn="tl">
                    <a:srgbClr val="000000"/>
                  </a:outerShdw>
                </a:effectLst>
                <a:latin typeface="Times New Roman" panose="02020603050405020304" pitchFamily="18" charset="0"/>
                <a:cs typeface="Angsana New" pitchFamily="18" charset="-34"/>
              </a:rPr>
              <a:t>Write unit above the number</a:t>
            </a:r>
            <a:endParaRPr lang="en-US" altLang="ja-JP" sz="1200">
              <a:effectLst>
                <a:outerShdw blurRad="38100" dist="38100" dir="2700000" algn="tl">
                  <a:srgbClr val="000000"/>
                </a:outerShdw>
              </a:effectLst>
              <a:latin typeface="Times New Roman" panose="02020603050405020304" pitchFamily="18" charset="0"/>
              <a:cs typeface="Angsana New" pitchFamily="18" charset="-34"/>
            </a:endParaRPr>
          </a:p>
        </p:txBody>
      </p:sp>
      <p:sp>
        <p:nvSpPr>
          <p:cNvPr id="511022" name="Line 46"/>
          <p:cNvSpPr>
            <a:spLocks noChangeShapeType="1"/>
          </p:cNvSpPr>
          <p:nvPr/>
        </p:nvSpPr>
        <p:spPr bwMode="auto">
          <a:xfrm>
            <a:off x="1787525" y="1758950"/>
            <a:ext cx="630238" cy="385763"/>
          </a:xfrm>
          <a:prstGeom prst="line">
            <a:avLst/>
          </a:prstGeom>
          <a:noFill/>
          <a:ln w="2540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1023" name="Text Box 47"/>
          <p:cNvSpPr txBox="1">
            <a:spLocks noChangeArrowheads="1"/>
          </p:cNvSpPr>
          <p:nvPr/>
        </p:nvSpPr>
        <p:spPr bwMode="auto">
          <a:xfrm>
            <a:off x="457200" y="2286000"/>
            <a:ext cx="1320800" cy="479425"/>
          </a:xfrm>
          <a:prstGeom prst="rect">
            <a:avLst/>
          </a:prstGeom>
          <a:solidFill>
            <a:srgbClr val="800080"/>
          </a:solidFill>
          <a:ln w="22225" cap="rnd">
            <a:solidFill>
              <a:schemeClr val="tx1"/>
            </a:solidFill>
            <a:prstDash val="sysDot"/>
            <a:miter lim="800000"/>
            <a:headEnd/>
            <a:tailEnd/>
          </a:ln>
          <a:effectLst>
            <a:outerShdw blurRad="63500" dist="107763" dir="2700000" algn="ctr" rotWithShape="0">
              <a:schemeClr val="bg2">
                <a:alpha val="74998"/>
              </a:schemeClr>
            </a:outerShdw>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th-TH" altLang="ja-JP" sz="1200">
                <a:effectLst>
                  <a:outerShdw blurRad="38100" dist="38100" dir="2700000" algn="tl">
                    <a:srgbClr val="000000"/>
                  </a:outerShdw>
                </a:effectLst>
                <a:latin typeface="Times New Roman" panose="02020603050405020304" pitchFamily="18" charset="0"/>
                <a:cs typeface="Angsana New" pitchFamily="18" charset="-34"/>
              </a:rPr>
              <a:t>Write a characteristic</a:t>
            </a:r>
            <a:endParaRPr lang="en-US" altLang="ja-JP" sz="1200">
              <a:effectLst>
                <a:outerShdw blurRad="38100" dist="38100" dir="2700000" algn="tl">
                  <a:srgbClr val="000000"/>
                </a:outerShdw>
              </a:effectLst>
              <a:latin typeface="Times New Roman" panose="02020603050405020304" pitchFamily="18" charset="0"/>
              <a:cs typeface="Angsana New" pitchFamily="18" charset="-34"/>
            </a:endParaRPr>
          </a:p>
        </p:txBody>
      </p:sp>
      <p:sp>
        <p:nvSpPr>
          <p:cNvPr id="511024" name="Line 48"/>
          <p:cNvSpPr>
            <a:spLocks noChangeShapeType="1"/>
          </p:cNvSpPr>
          <p:nvPr/>
        </p:nvSpPr>
        <p:spPr bwMode="auto">
          <a:xfrm>
            <a:off x="1119188" y="2868613"/>
            <a:ext cx="1030287" cy="661987"/>
          </a:xfrm>
          <a:prstGeom prst="line">
            <a:avLst/>
          </a:prstGeom>
          <a:noFill/>
          <a:ln w="2540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1025" name="Text Box 49"/>
          <p:cNvSpPr txBox="1">
            <a:spLocks noChangeArrowheads="1"/>
          </p:cNvSpPr>
          <p:nvPr/>
        </p:nvSpPr>
        <p:spPr bwMode="auto">
          <a:xfrm>
            <a:off x="457200" y="4397375"/>
            <a:ext cx="1366838" cy="419100"/>
          </a:xfrm>
          <a:prstGeom prst="rect">
            <a:avLst/>
          </a:prstGeom>
          <a:solidFill>
            <a:srgbClr val="800080"/>
          </a:solidFill>
          <a:ln w="22225" cap="rnd">
            <a:solidFill>
              <a:schemeClr val="tx1"/>
            </a:solidFill>
            <a:prstDash val="sysDot"/>
            <a:miter lim="800000"/>
            <a:headEnd/>
            <a:tailEnd/>
          </a:ln>
          <a:effectLst>
            <a:outerShdw blurRad="63500" dist="107763" dir="2700000" algn="ctr" rotWithShape="0">
              <a:schemeClr val="bg2">
                <a:alpha val="74998"/>
              </a:schemeClr>
            </a:outerShdw>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000">
                <a:effectLst>
                  <a:outerShdw blurRad="38100" dist="38100" dir="2700000" algn="tl">
                    <a:srgbClr val="000000"/>
                  </a:outerShdw>
                </a:effectLst>
                <a:latin typeface="Times New Roman" panose="02020603050405020304" pitchFamily="18" charset="0"/>
              </a:rPr>
              <a:t>Do not forget to write “0”</a:t>
            </a:r>
          </a:p>
        </p:txBody>
      </p:sp>
      <p:sp>
        <p:nvSpPr>
          <p:cNvPr id="511026" name="Text Box 50"/>
          <p:cNvSpPr txBox="1">
            <a:spLocks noChangeArrowheads="1"/>
          </p:cNvSpPr>
          <p:nvPr/>
        </p:nvSpPr>
        <p:spPr bwMode="auto">
          <a:xfrm>
            <a:off x="457200" y="5303838"/>
            <a:ext cx="2182813" cy="1209675"/>
          </a:xfrm>
          <a:prstGeom prst="rect">
            <a:avLst/>
          </a:prstGeom>
          <a:solidFill>
            <a:srgbClr val="800080"/>
          </a:solidFill>
          <a:ln w="22225" cap="rnd">
            <a:solidFill>
              <a:schemeClr val="tx1"/>
            </a:solidFill>
            <a:prstDash val="sysDot"/>
            <a:miter lim="800000"/>
            <a:headEnd/>
            <a:tailEnd/>
          </a:ln>
          <a:effectLst>
            <a:outerShdw blurRad="63500" dist="107763" dir="2700000" algn="ctr" rotWithShape="0">
              <a:schemeClr val="bg2">
                <a:alpha val="74998"/>
              </a:schemeClr>
            </a:outerShdw>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200">
                <a:effectLst>
                  <a:outerShdw blurRad="38100" dist="38100" dir="2700000" algn="tl">
                    <a:srgbClr val="000000"/>
                  </a:outerShdw>
                </a:effectLst>
                <a:latin typeface="Times New Roman" panose="02020603050405020304" pitchFamily="18" charset="0"/>
                <a:ea typeface="イワタ中丸ゴシック体(GT)" charset="-128"/>
              </a:rPr>
              <a:t>Item order is not only just arranged using the time variable, data can therefore be arranged in descending order starting from the high values..</a:t>
            </a:r>
          </a:p>
        </p:txBody>
      </p:sp>
      <p:sp>
        <p:nvSpPr>
          <p:cNvPr id="511027" name="Line 51"/>
          <p:cNvSpPr>
            <a:spLocks noChangeShapeType="1"/>
          </p:cNvSpPr>
          <p:nvPr/>
        </p:nvSpPr>
        <p:spPr bwMode="auto">
          <a:xfrm flipV="1">
            <a:off x="2624138" y="5418138"/>
            <a:ext cx="846137" cy="365125"/>
          </a:xfrm>
          <a:prstGeom prst="line">
            <a:avLst/>
          </a:prstGeom>
          <a:noFill/>
          <a:ln w="2540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1028" name="Text Box 52"/>
          <p:cNvSpPr txBox="1">
            <a:spLocks noChangeArrowheads="1"/>
          </p:cNvSpPr>
          <p:nvPr/>
        </p:nvSpPr>
        <p:spPr bwMode="auto">
          <a:xfrm>
            <a:off x="4078288" y="5392738"/>
            <a:ext cx="1966912" cy="336550"/>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spcBef>
                <a:spcPct val="50000"/>
              </a:spcBef>
            </a:pPr>
            <a:r>
              <a:rPr lang="en-US" altLang="ja-JP" sz="1600">
                <a:solidFill>
                  <a:schemeClr val="folHlink"/>
                </a:solidFill>
                <a:effectLst>
                  <a:outerShdw blurRad="38100" dist="38100" dir="2700000" algn="tl">
                    <a:srgbClr val="000000"/>
                  </a:outerShdw>
                </a:effectLst>
                <a:latin typeface="Times New Roman" panose="02020603050405020304" pitchFamily="18" charset="0"/>
                <a:ea typeface="イワタ中丸ゴシック体(GT)" charset="-128"/>
              </a:rPr>
              <a:t>Product name</a:t>
            </a:r>
          </a:p>
        </p:txBody>
      </p:sp>
      <p:sp>
        <p:nvSpPr>
          <p:cNvPr id="511029" name="Text Box 53"/>
          <p:cNvSpPr txBox="1">
            <a:spLocks noChangeArrowheads="1"/>
          </p:cNvSpPr>
          <p:nvPr/>
        </p:nvSpPr>
        <p:spPr bwMode="auto">
          <a:xfrm>
            <a:off x="2936875" y="5741988"/>
            <a:ext cx="4032250" cy="336550"/>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en-US" altLang="ja-JP" sz="1600" b="0">
                <a:effectLst>
                  <a:outerShdw blurRad="38100" dist="38100" dir="2700000" algn="tl">
                    <a:srgbClr val="000000"/>
                  </a:outerShdw>
                </a:effectLst>
                <a:latin typeface="Times New Roman" panose="02020603050405020304" pitchFamily="18" charset="0"/>
                <a:ea typeface="イワタ中丸ゴシック体(GT)" charset="-128"/>
              </a:rPr>
              <a:t>Graph 1.1  sales of goods in Jan.</a:t>
            </a:r>
          </a:p>
        </p:txBody>
      </p:sp>
      <p:sp>
        <p:nvSpPr>
          <p:cNvPr id="511030" name="Text Box 54"/>
          <p:cNvSpPr txBox="1">
            <a:spLocks noChangeArrowheads="1"/>
          </p:cNvSpPr>
          <p:nvPr/>
        </p:nvSpPr>
        <p:spPr bwMode="auto">
          <a:xfrm>
            <a:off x="2994025" y="6270625"/>
            <a:ext cx="4287838" cy="296863"/>
          </a:xfrm>
          <a:prstGeom prst="rect">
            <a:avLst/>
          </a:prstGeom>
          <a:solidFill>
            <a:srgbClr val="800080"/>
          </a:solidFill>
          <a:ln w="22225" cap="rnd">
            <a:solidFill>
              <a:schemeClr val="tx1"/>
            </a:solidFill>
            <a:prstDash val="sysDot"/>
            <a:miter lim="800000"/>
            <a:headEnd/>
            <a:tailEnd/>
          </a:ln>
          <a:effectLst>
            <a:outerShdw blurRad="63500" dist="107763" dir="2700000" algn="ctr" rotWithShape="0">
              <a:schemeClr val="bg2">
                <a:alpha val="74998"/>
              </a:schemeClr>
            </a:outerShdw>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th-TH" altLang="ja-JP" sz="1200">
                <a:effectLst>
                  <a:outerShdw blurRad="38100" dist="38100" dir="2700000" algn="tl">
                    <a:srgbClr val="000000"/>
                  </a:outerShdw>
                </a:effectLst>
                <a:latin typeface="Times New Roman" panose="02020603050405020304" pitchFamily="18" charset="0"/>
                <a:ea typeface="イワタ中丸ゴシック体(GT)" charset="-128"/>
                <a:cs typeface="Angsana New" pitchFamily="18" charset="-34"/>
              </a:rPr>
              <a:t>Write the serial number in case there are many charts</a:t>
            </a:r>
          </a:p>
        </p:txBody>
      </p:sp>
      <p:sp>
        <p:nvSpPr>
          <p:cNvPr id="511031" name="Text Box 55"/>
          <p:cNvSpPr txBox="1">
            <a:spLocks noChangeArrowheads="1"/>
          </p:cNvSpPr>
          <p:nvPr/>
        </p:nvSpPr>
        <p:spPr bwMode="auto">
          <a:xfrm>
            <a:off x="7421563" y="5746750"/>
            <a:ext cx="2166937" cy="419100"/>
          </a:xfrm>
          <a:prstGeom prst="rect">
            <a:avLst/>
          </a:prstGeom>
          <a:solidFill>
            <a:srgbClr val="800080"/>
          </a:solidFill>
          <a:ln w="22225" cap="rnd">
            <a:solidFill>
              <a:schemeClr val="tx1"/>
            </a:solidFill>
            <a:prstDash val="sysDot"/>
            <a:miter lim="800000"/>
            <a:headEnd/>
            <a:tailEnd/>
          </a:ln>
          <a:effectLst>
            <a:outerShdw blurRad="63500" dist="107763" dir="2700000" algn="ctr" rotWithShape="0">
              <a:schemeClr val="bg2">
                <a:alpha val="74998"/>
              </a:schemeClr>
            </a:outerShdw>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th-TH" altLang="ja-JP" sz="1000">
                <a:effectLst>
                  <a:outerShdw blurRad="38100" dist="38100" dir="2700000" algn="tl">
                    <a:srgbClr val="000000"/>
                  </a:outerShdw>
                </a:effectLst>
                <a:latin typeface="Times New Roman" panose="02020603050405020304" pitchFamily="18" charset="0"/>
                <a:cs typeface="Angsana New" pitchFamily="18" charset="-34"/>
              </a:rPr>
              <a:t>Write graph name, number in the middle below the graph </a:t>
            </a:r>
            <a:endParaRPr lang="en-US" altLang="ja-JP" sz="1000">
              <a:effectLst>
                <a:outerShdw blurRad="38100" dist="38100" dir="2700000" algn="tl">
                  <a:srgbClr val="000000"/>
                </a:outerShdw>
              </a:effectLst>
              <a:latin typeface="Times New Roman" panose="02020603050405020304" pitchFamily="18" charset="0"/>
              <a:cs typeface="Angsana New" pitchFamily="18" charset="-34"/>
            </a:endParaRPr>
          </a:p>
        </p:txBody>
      </p:sp>
      <p:sp>
        <p:nvSpPr>
          <p:cNvPr id="511032" name="Line 56"/>
          <p:cNvSpPr>
            <a:spLocks noChangeShapeType="1"/>
          </p:cNvSpPr>
          <p:nvPr/>
        </p:nvSpPr>
        <p:spPr bwMode="auto">
          <a:xfrm flipH="1" flipV="1">
            <a:off x="3810000" y="5991225"/>
            <a:ext cx="444500" cy="290513"/>
          </a:xfrm>
          <a:prstGeom prst="line">
            <a:avLst/>
          </a:prstGeom>
          <a:noFill/>
          <a:ln w="2540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1033" name="Line 57"/>
          <p:cNvSpPr>
            <a:spLocks noChangeShapeType="1"/>
          </p:cNvSpPr>
          <p:nvPr/>
        </p:nvSpPr>
        <p:spPr bwMode="auto">
          <a:xfrm flipH="1">
            <a:off x="5673725" y="5783263"/>
            <a:ext cx="1743075" cy="166687"/>
          </a:xfrm>
          <a:prstGeom prst="line">
            <a:avLst/>
          </a:prstGeom>
          <a:noFill/>
          <a:ln w="2540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1034" name="Text Box 58"/>
          <p:cNvSpPr txBox="1">
            <a:spLocks noChangeArrowheads="1"/>
          </p:cNvSpPr>
          <p:nvPr/>
        </p:nvSpPr>
        <p:spPr bwMode="auto">
          <a:xfrm>
            <a:off x="7421563" y="5110163"/>
            <a:ext cx="2166937" cy="479425"/>
          </a:xfrm>
          <a:prstGeom prst="rect">
            <a:avLst/>
          </a:prstGeom>
          <a:solidFill>
            <a:srgbClr val="800080"/>
          </a:solidFill>
          <a:ln w="22225" cap="rnd">
            <a:solidFill>
              <a:schemeClr val="tx1"/>
            </a:solidFill>
            <a:prstDash val="sysDot"/>
            <a:miter lim="800000"/>
            <a:headEnd/>
            <a:tailEnd/>
          </a:ln>
          <a:effectLst>
            <a:outerShdw blurRad="63500" dist="107763" dir="2700000" algn="ctr" rotWithShape="0">
              <a:schemeClr val="bg2">
                <a:alpha val="74998"/>
              </a:schemeClr>
            </a:outerShdw>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200">
                <a:effectLst>
                  <a:outerShdw blurRad="38100" dist="38100" dir="2700000" algn="tl">
                    <a:srgbClr val="000000"/>
                  </a:outerShdw>
                </a:effectLst>
                <a:latin typeface="Times New Roman" panose="02020603050405020304" pitchFamily="18" charset="0"/>
                <a:ea typeface="イワタ中丸ゴシック体(GT)" charset="-128"/>
              </a:rPr>
              <a:t>Write an explanation of X axis below</a:t>
            </a:r>
          </a:p>
        </p:txBody>
      </p:sp>
      <p:sp>
        <p:nvSpPr>
          <p:cNvPr id="511035" name="Line 59"/>
          <p:cNvSpPr>
            <a:spLocks noChangeShapeType="1"/>
          </p:cNvSpPr>
          <p:nvPr/>
        </p:nvSpPr>
        <p:spPr bwMode="auto">
          <a:xfrm flipH="1">
            <a:off x="5673725" y="5381625"/>
            <a:ext cx="1743075" cy="207963"/>
          </a:xfrm>
          <a:prstGeom prst="line">
            <a:avLst/>
          </a:prstGeom>
          <a:noFill/>
          <a:ln w="2540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1036" name="Text Box 60"/>
          <p:cNvSpPr txBox="1">
            <a:spLocks noChangeArrowheads="1"/>
          </p:cNvSpPr>
          <p:nvPr/>
        </p:nvSpPr>
        <p:spPr bwMode="auto">
          <a:xfrm>
            <a:off x="7807325" y="1471613"/>
            <a:ext cx="1781175" cy="296862"/>
          </a:xfrm>
          <a:prstGeom prst="rect">
            <a:avLst/>
          </a:prstGeom>
          <a:solidFill>
            <a:srgbClr val="800080"/>
          </a:solidFill>
          <a:ln w="22225" cap="rnd">
            <a:solidFill>
              <a:schemeClr val="tx1"/>
            </a:solidFill>
            <a:prstDash val="sysDot"/>
            <a:miter lim="800000"/>
            <a:headEnd/>
            <a:tailEnd/>
          </a:ln>
          <a:effectLst>
            <a:outerShdw blurRad="63500" dist="107763" dir="2700000" algn="ctr" rotWithShape="0">
              <a:schemeClr val="bg2">
                <a:alpha val="74998"/>
              </a:schemeClr>
            </a:outerShdw>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spcBef>
                <a:spcPct val="50000"/>
              </a:spcBef>
            </a:pPr>
            <a:r>
              <a:rPr lang="th-TH" altLang="ja-JP" sz="1200">
                <a:effectLst>
                  <a:outerShdw blurRad="38100" dist="38100" dir="2700000" algn="tl">
                    <a:srgbClr val="000000"/>
                  </a:outerShdw>
                </a:effectLst>
                <a:latin typeface="Times New Roman" panose="02020603050405020304" pitchFamily="18" charset="0"/>
                <a:cs typeface="Angsana New" pitchFamily="18" charset="-34"/>
              </a:rPr>
              <a:t>Complete if necessary </a:t>
            </a:r>
            <a:endParaRPr lang="en-US" altLang="ja-JP" sz="1200">
              <a:effectLst>
                <a:outerShdw blurRad="38100" dist="38100" dir="2700000" algn="tl">
                  <a:srgbClr val="000000"/>
                </a:outerShdw>
              </a:effectLst>
              <a:latin typeface="Times New Roman" panose="02020603050405020304" pitchFamily="18" charset="0"/>
              <a:cs typeface="Angsana New" pitchFamily="18" charset="-34"/>
            </a:endParaRPr>
          </a:p>
        </p:txBody>
      </p:sp>
      <p:sp>
        <p:nvSpPr>
          <p:cNvPr id="511037" name="Line 61"/>
          <p:cNvSpPr>
            <a:spLocks noChangeShapeType="1"/>
          </p:cNvSpPr>
          <p:nvPr/>
        </p:nvSpPr>
        <p:spPr bwMode="auto">
          <a:xfrm flipH="1">
            <a:off x="6913563" y="1731963"/>
            <a:ext cx="896937" cy="501650"/>
          </a:xfrm>
          <a:prstGeom prst="line">
            <a:avLst/>
          </a:prstGeom>
          <a:noFill/>
          <a:ln w="2540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1038" name="Text Box 62"/>
          <p:cNvSpPr txBox="1">
            <a:spLocks noChangeArrowheads="1"/>
          </p:cNvSpPr>
          <p:nvPr/>
        </p:nvSpPr>
        <p:spPr bwMode="auto">
          <a:xfrm>
            <a:off x="6735763" y="3298825"/>
            <a:ext cx="2376487" cy="539750"/>
          </a:xfrm>
          <a:prstGeom prst="rect">
            <a:avLst/>
          </a:prstGeom>
          <a:solidFill>
            <a:srgbClr val="800080"/>
          </a:solidFill>
          <a:ln w="22225" cap="rnd">
            <a:solidFill>
              <a:schemeClr val="tx1"/>
            </a:solidFill>
            <a:prstDash val="sysDot"/>
            <a:miter lim="800000"/>
            <a:headEnd/>
            <a:tailEnd/>
          </a:ln>
          <a:effectLst>
            <a:outerShdw blurRad="63500" dist="107763" dir="2700000" algn="ctr" rotWithShape="0">
              <a:schemeClr val="bg2">
                <a:alpha val="74998"/>
              </a:schemeClr>
            </a:outerShdw>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spcBef>
                <a:spcPct val="50000"/>
              </a:spcBef>
            </a:pPr>
            <a:r>
              <a:rPr lang="th-TH" altLang="ja-JP" sz="1400">
                <a:effectLst>
                  <a:outerShdw blurRad="38100" dist="38100" dir="2700000" algn="tl">
                    <a:srgbClr val="000000"/>
                  </a:outerShdw>
                </a:effectLst>
                <a:latin typeface="Times New Roman" panose="02020603050405020304" pitchFamily="18" charset="0"/>
                <a:cs typeface="Angsana New" pitchFamily="18" charset="-34"/>
              </a:rPr>
              <a:t>The spacing of bar should be half the size of 1 bar.</a:t>
            </a:r>
            <a:endParaRPr lang="en-US" altLang="ja-JP" sz="1400">
              <a:effectLst>
                <a:outerShdw blurRad="38100" dist="38100" dir="2700000" algn="tl">
                  <a:srgbClr val="000000"/>
                </a:outerShdw>
              </a:effectLst>
              <a:latin typeface="Times New Roman" panose="02020603050405020304" pitchFamily="18" charset="0"/>
              <a:cs typeface="Angsana New" pitchFamily="18" charset="-34"/>
            </a:endParaRPr>
          </a:p>
        </p:txBody>
      </p:sp>
      <p:sp>
        <p:nvSpPr>
          <p:cNvPr id="511039" name="Line 63"/>
          <p:cNvSpPr>
            <a:spLocks noChangeShapeType="1"/>
          </p:cNvSpPr>
          <p:nvPr/>
        </p:nvSpPr>
        <p:spPr bwMode="auto">
          <a:xfrm flipH="1">
            <a:off x="6210300" y="3481388"/>
            <a:ext cx="546100" cy="825500"/>
          </a:xfrm>
          <a:prstGeom prst="line">
            <a:avLst/>
          </a:prstGeom>
          <a:noFill/>
          <a:ln w="2540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1040" name="Line 64"/>
          <p:cNvSpPr>
            <a:spLocks noChangeShapeType="1"/>
          </p:cNvSpPr>
          <p:nvPr/>
        </p:nvSpPr>
        <p:spPr bwMode="auto">
          <a:xfrm>
            <a:off x="3130550" y="4551363"/>
            <a:ext cx="79375" cy="0"/>
          </a:xfrm>
          <a:prstGeom prst="line">
            <a:avLst/>
          </a:prstGeom>
          <a:noFill/>
          <a:ln w="381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1041" name="Text Box 65"/>
          <p:cNvSpPr txBox="1">
            <a:spLocks noChangeArrowheads="1"/>
          </p:cNvSpPr>
          <p:nvPr/>
        </p:nvSpPr>
        <p:spPr bwMode="auto">
          <a:xfrm>
            <a:off x="2528888" y="4359275"/>
            <a:ext cx="738187" cy="334963"/>
          </a:xfrm>
          <a:prstGeom prst="rect">
            <a:avLst/>
          </a:prstGeom>
          <a:noFill/>
          <a:ln w="9525">
            <a:noFill/>
            <a:miter lim="800000"/>
            <a:headEnd/>
            <a:tailEnd/>
          </a:ln>
          <a:effectLst/>
        </p:spPr>
        <p:txBody>
          <a:bodyPr>
            <a:spAutoFit/>
          </a:bodyPr>
          <a:lstStyle/>
          <a:p>
            <a:pPr>
              <a:spcBef>
                <a:spcPct val="50000"/>
              </a:spcBef>
              <a:defRPr/>
            </a:pPr>
            <a:r>
              <a:rPr lang="en-US" altLang="ja-JP" sz="1600">
                <a:effectLst>
                  <a:outerShdw blurRad="38100" dist="38100" dir="2700000" algn="tl">
                    <a:srgbClr val="000000"/>
                  </a:outerShdw>
                </a:effectLst>
                <a:latin typeface="Times New Roman" pitchFamily="18" charset="0"/>
              </a:rPr>
              <a:t> 50</a:t>
            </a:r>
            <a:endParaRPr lang="en-US" altLang="ja-JP" sz="1600" b="0">
              <a:effectLst>
                <a:outerShdw blurRad="38100" dist="38100" dir="2700000" algn="tl">
                  <a:srgbClr val="000000"/>
                </a:outerShdw>
              </a:effectLst>
              <a:latin typeface="Times New Roman" pitchFamily="18" charset="0"/>
            </a:endParaRPr>
          </a:p>
        </p:txBody>
      </p:sp>
      <p:sp>
        <p:nvSpPr>
          <p:cNvPr id="511042" name="Line 66"/>
          <p:cNvSpPr>
            <a:spLocks noChangeShapeType="1"/>
          </p:cNvSpPr>
          <p:nvPr/>
        </p:nvSpPr>
        <p:spPr bwMode="auto">
          <a:xfrm>
            <a:off x="1839913" y="4708525"/>
            <a:ext cx="862012" cy="311150"/>
          </a:xfrm>
          <a:prstGeom prst="line">
            <a:avLst/>
          </a:prstGeom>
          <a:noFill/>
          <a:ln w="2540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1044" name="Text Box 68"/>
          <p:cNvSpPr txBox="1">
            <a:spLocks noChangeArrowheads="1"/>
          </p:cNvSpPr>
          <p:nvPr/>
        </p:nvSpPr>
        <p:spPr bwMode="auto">
          <a:xfrm>
            <a:off x="139700" y="800100"/>
            <a:ext cx="4203700" cy="349250"/>
          </a:xfrm>
          <a:prstGeom prst="rect">
            <a:avLst/>
          </a:prstGeom>
          <a:solidFill>
            <a:srgbClr val="008000"/>
          </a:solidFill>
          <a:ln w="12700">
            <a:solidFill>
              <a:schemeClr val="tx1"/>
            </a:solidFill>
            <a:miter lim="800000"/>
            <a:headEnd/>
            <a:tailEnd/>
          </a:ln>
          <a:effectLst>
            <a:outerShdw blurRad="63500" dist="107763" dir="2700000" algn="ctr" rotWithShape="0">
              <a:schemeClr val="bg2">
                <a:alpha val="74998"/>
              </a:schemeClr>
            </a:outerShdw>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en-US" altLang="ja-JP" sz="1600">
                <a:effectLst>
                  <a:outerShdw blurRad="38100" dist="38100" dir="2700000" algn="tl">
                    <a:srgbClr val="000000"/>
                  </a:outerShdw>
                </a:effectLst>
                <a:latin typeface="Times New Roman" panose="02020603050405020304" pitchFamily="18" charset="0"/>
                <a:ea typeface="イワタ中丸ゴシック体(GT)" charset="-128"/>
              </a:rPr>
              <a:t>Bar Graph : showing the size of number</a:t>
            </a:r>
          </a:p>
        </p:txBody>
      </p:sp>
      <p:sp>
        <p:nvSpPr>
          <p:cNvPr id="511048" name="AutoShape 72"/>
          <p:cNvSpPr>
            <a:spLocks noChangeArrowheads="1"/>
          </p:cNvSpPr>
          <p:nvPr/>
        </p:nvSpPr>
        <p:spPr bwMode="auto">
          <a:xfrm>
            <a:off x="1752600" y="152400"/>
            <a:ext cx="6477000" cy="533400"/>
          </a:xfrm>
          <a:prstGeom prst="roundRect">
            <a:avLst>
              <a:gd name="adj" fmla="val 16667"/>
            </a:avLst>
          </a:prstGeom>
          <a:solidFill>
            <a:srgbClr val="008000"/>
          </a:solidFill>
          <a:ln w="9525">
            <a:solidFill>
              <a:schemeClr val="tx1"/>
            </a:solidFill>
            <a:round/>
            <a:headEnd/>
            <a:tailEnd/>
          </a:ln>
          <a:effectLst>
            <a:outerShdw blurRad="63500" dist="107763" dir="2700000" algn="ctr" rotWithShape="0">
              <a:schemeClr val="bg2">
                <a:alpha val="74998"/>
              </a:schemeClr>
            </a:outerShdw>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en-US" altLang="ja-JP">
                <a:effectLst>
                  <a:outerShdw blurRad="38100" dist="38100" dir="2700000" algn="tl">
                    <a:srgbClr val="000000"/>
                  </a:outerShdw>
                </a:effectLst>
                <a:latin typeface="Times New Roman" panose="02020603050405020304" pitchFamily="18" charset="0"/>
                <a:ea typeface="イワタ中丸ゴシック体(GT)" charset="-128"/>
              </a:rPr>
              <a:t>Creating method of 7 QC tools -1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1220" name="Text Box 4"/>
          <p:cNvSpPr txBox="1">
            <a:spLocks noChangeArrowheads="1"/>
          </p:cNvSpPr>
          <p:nvPr/>
        </p:nvSpPr>
        <p:spPr bwMode="auto">
          <a:xfrm>
            <a:off x="139700" y="800100"/>
            <a:ext cx="4508500" cy="379413"/>
          </a:xfrm>
          <a:prstGeom prst="rect">
            <a:avLst/>
          </a:prstGeom>
          <a:solidFill>
            <a:srgbClr val="008000"/>
          </a:solidFill>
          <a:ln w="12700">
            <a:solidFill>
              <a:schemeClr val="tx1"/>
            </a:solidFill>
            <a:miter lim="800000"/>
            <a:headEnd/>
            <a:tailEnd/>
          </a:ln>
          <a:effectLst>
            <a:outerShdw blurRad="63500" dist="107763" dir="2700000" algn="ctr" rotWithShape="0">
              <a:schemeClr val="bg2">
                <a:alpha val="74998"/>
              </a:schemeClr>
            </a:outerShdw>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th-TH" altLang="ja-JP" sz="1800">
                <a:effectLst>
                  <a:outerShdw blurRad="38100" dist="38100" dir="2700000" algn="tl">
                    <a:srgbClr val="000000"/>
                  </a:outerShdw>
                </a:effectLst>
                <a:latin typeface="Times New Roman" panose="02020603050405020304" pitchFamily="18" charset="0"/>
                <a:cs typeface="Angsana New" pitchFamily="18" charset="-34"/>
              </a:rPr>
              <a:t>Pie graph : showing the ratio of details</a:t>
            </a:r>
            <a:endParaRPr lang="en-US" altLang="ja-JP" sz="1800">
              <a:effectLst>
                <a:outerShdw blurRad="38100" dist="38100" dir="2700000" algn="tl">
                  <a:srgbClr val="000000"/>
                </a:outerShdw>
              </a:effectLst>
              <a:latin typeface="Times New Roman" panose="02020603050405020304" pitchFamily="18" charset="0"/>
              <a:cs typeface="Angsana New" pitchFamily="18" charset="-34"/>
            </a:endParaRPr>
          </a:p>
        </p:txBody>
      </p:sp>
      <p:sp>
        <p:nvSpPr>
          <p:cNvPr id="521221" name="AutoShape 5"/>
          <p:cNvSpPr>
            <a:spLocks noChangeArrowheads="1"/>
          </p:cNvSpPr>
          <p:nvPr/>
        </p:nvSpPr>
        <p:spPr bwMode="auto">
          <a:xfrm>
            <a:off x="344488" y="1412875"/>
            <a:ext cx="9372600" cy="5321300"/>
          </a:xfrm>
          <a:prstGeom prst="roundRect">
            <a:avLst>
              <a:gd name="adj" fmla="val 3847"/>
            </a:avLst>
          </a:prstGeom>
          <a:solidFill>
            <a:srgbClr val="000080">
              <a:alpha val="50000"/>
            </a:srgbClr>
          </a:solidFill>
          <a:ln w="9525">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21222" name="Text Box 6"/>
          <p:cNvSpPr txBox="1">
            <a:spLocks noChangeArrowheads="1"/>
          </p:cNvSpPr>
          <p:nvPr/>
        </p:nvSpPr>
        <p:spPr bwMode="auto">
          <a:xfrm>
            <a:off x="2513013" y="5667375"/>
            <a:ext cx="4451350" cy="274638"/>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th-TH" altLang="ja-JP" sz="1200">
                <a:effectLst>
                  <a:outerShdw blurRad="38100" dist="38100" dir="2700000" algn="tl">
                    <a:srgbClr val="000000"/>
                  </a:outerShdw>
                </a:effectLst>
                <a:latin typeface="Times New Roman" panose="02020603050405020304" pitchFamily="18" charset="0"/>
                <a:ea typeface="イワタ中丸ゴシック体(GT)" charset="-128"/>
              </a:rPr>
              <a:t> </a:t>
            </a:r>
            <a:r>
              <a:rPr lang="th-TH" altLang="ja-JP" sz="1200">
                <a:effectLst>
                  <a:outerShdw blurRad="38100" dist="38100" dir="2700000" algn="tl">
                    <a:srgbClr val="000000"/>
                  </a:outerShdw>
                </a:effectLst>
                <a:latin typeface="Times New Roman" panose="02020603050405020304" pitchFamily="18" charset="0"/>
                <a:ea typeface="イワタ中丸ゴシック体(GT)" charset="-128"/>
                <a:cs typeface="Angsana New" pitchFamily="18" charset="-34"/>
              </a:rPr>
              <a:t>Ghaph 1.3   </a:t>
            </a:r>
            <a:r>
              <a:rPr lang="en-US" altLang="ja-JP" sz="1200">
                <a:effectLst>
                  <a:outerShdw blurRad="38100" dist="38100" dir="2700000" algn="tl">
                    <a:srgbClr val="000000"/>
                  </a:outerShdw>
                </a:effectLst>
                <a:latin typeface="Times New Roman" panose="02020603050405020304" pitchFamily="18" charset="0"/>
                <a:ea typeface="イワタ中丸ゴシック体(GT)" charset="-128"/>
                <a:cs typeface="Angsana New" pitchFamily="18" charset="-34"/>
              </a:rPr>
              <a:t>Item ratio of theme solving numbers</a:t>
            </a:r>
          </a:p>
        </p:txBody>
      </p:sp>
      <p:sp>
        <p:nvSpPr>
          <p:cNvPr id="521224" name="Line 8"/>
          <p:cNvSpPr>
            <a:spLocks noChangeShapeType="1"/>
          </p:cNvSpPr>
          <p:nvPr/>
        </p:nvSpPr>
        <p:spPr bwMode="auto">
          <a:xfrm>
            <a:off x="2706688" y="1933575"/>
            <a:ext cx="1371600" cy="685800"/>
          </a:xfrm>
          <a:prstGeom prst="line">
            <a:avLst/>
          </a:prstGeom>
          <a:noFill/>
          <a:ln w="3175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1225" name="Line 9"/>
          <p:cNvSpPr>
            <a:spLocks noChangeShapeType="1"/>
          </p:cNvSpPr>
          <p:nvPr/>
        </p:nvSpPr>
        <p:spPr bwMode="auto">
          <a:xfrm flipH="1">
            <a:off x="4764088" y="1819275"/>
            <a:ext cx="0" cy="342900"/>
          </a:xfrm>
          <a:prstGeom prst="line">
            <a:avLst/>
          </a:prstGeom>
          <a:noFill/>
          <a:ln w="3175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1226" name="Line 10"/>
          <p:cNvSpPr>
            <a:spLocks noChangeShapeType="1"/>
          </p:cNvSpPr>
          <p:nvPr/>
        </p:nvSpPr>
        <p:spPr bwMode="auto">
          <a:xfrm flipH="1">
            <a:off x="7354888" y="4752975"/>
            <a:ext cx="388937" cy="381000"/>
          </a:xfrm>
          <a:prstGeom prst="line">
            <a:avLst/>
          </a:prstGeom>
          <a:noFill/>
          <a:ln w="3175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1227" name="Line 11"/>
          <p:cNvSpPr>
            <a:spLocks noChangeShapeType="1"/>
          </p:cNvSpPr>
          <p:nvPr/>
        </p:nvSpPr>
        <p:spPr bwMode="auto">
          <a:xfrm flipH="1" flipV="1">
            <a:off x="5754688" y="6048375"/>
            <a:ext cx="2117725" cy="381000"/>
          </a:xfrm>
          <a:prstGeom prst="line">
            <a:avLst/>
          </a:prstGeom>
          <a:noFill/>
          <a:ln w="3175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1228" name="Line 12"/>
          <p:cNvSpPr>
            <a:spLocks noChangeShapeType="1"/>
          </p:cNvSpPr>
          <p:nvPr/>
        </p:nvSpPr>
        <p:spPr bwMode="auto">
          <a:xfrm flipV="1">
            <a:off x="1639888" y="4219575"/>
            <a:ext cx="2484437" cy="1981200"/>
          </a:xfrm>
          <a:prstGeom prst="line">
            <a:avLst/>
          </a:prstGeom>
          <a:noFill/>
          <a:ln w="3175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1229" name="Freeform 13"/>
          <p:cNvSpPr>
            <a:spLocks/>
          </p:cNvSpPr>
          <p:nvPr/>
        </p:nvSpPr>
        <p:spPr bwMode="auto">
          <a:xfrm>
            <a:off x="4745038" y="2238375"/>
            <a:ext cx="1860550" cy="2881313"/>
          </a:xfrm>
          <a:custGeom>
            <a:avLst/>
            <a:gdLst/>
            <a:ahLst/>
            <a:cxnLst>
              <a:cxn ang="0">
                <a:pos x="7" y="6"/>
              </a:cxn>
              <a:cxn ang="0">
                <a:pos x="7" y="54"/>
              </a:cxn>
              <a:cxn ang="0">
                <a:pos x="7" y="36"/>
              </a:cxn>
              <a:cxn ang="0">
                <a:pos x="7" y="258"/>
              </a:cxn>
              <a:cxn ang="0">
                <a:pos x="10" y="435"/>
              </a:cxn>
              <a:cxn ang="0">
                <a:pos x="13" y="465"/>
              </a:cxn>
              <a:cxn ang="0">
                <a:pos x="61" y="468"/>
              </a:cxn>
              <a:cxn ang="0">
                <a:pos x="160" y="519"/>
              </a:cxn>
              <a:cxn ang="0">
                <a:pos x="184" y="537"/>
              </a:cxn>
              <a:cxn ang="0">
                <a:pos x="202" y="567"/>
              </a:cxn>
              <a:cxn ang="0">
                <a:pos x="229" y="594"/>
              </a:cxn>
              <a:cxn ang="0">
                <a:pos x="253" y="669"/>
              </a:cxn>
              <a:cxn ang="0">
                <a:pos x="238" y="756"/>
              </a:cxn>
              <a:cxn ang="0">
                <a:pos x="211" y="825"/>
              </a:cxn>
              <a:cxn ang="0">
                <a:pos x="187" y="864"/>
              </a:cxn>
              <a:cxn ang="0">
                <a:pos x="211" y="912"/>
              </a:cxn>
              <a:cxn ang="0">
                <a:pos x="232" y="924"/>
              </a:cxn>
              <a:cxn ang="0">
                <a:pos x="239" y="940"/>
              </a:cxn>
              <a:cxn ang="0">
                <a:pos x="273" y="970"/>
              </a:cxn>
              <a:cxn ang="0">
                <a:pos x="295" y="993"/>
              </a:cxn>
              <a:cxn ang="0">
                <a:pos x="349" y="1044"/>
              </a:cxn>
              <a:cxn ang="0">
                <a:pos x="357" y="1050"/>
              </a:cxn>
              <a:cxn ang="0">
                <a:pos x="376" y="1071"/>
              </a:cxn>
              <a:cxn ang="0">
                <a:pos x="388" y="1089"/>
              </a:cxn>
              <a:cxn ang="0">
                <a:pos x="424" y="1113"/>
              </a:cxn>
              <a:cxn ang="0">
                <a:pos x="505" y="1197"/>
              </a:cxn>
              <a:cxn ang="0">
                <a:pos x="511" y="1185"/>
              </a:cxn>
              <a:cxn ang="0">
                <a:pos x="529" y="1179"/>
              </a:cxn>
              <a:cxn ang="0">
                <a:pos x="571" y="1122"/>
              </a:cxn>
              <a:cxn ang="0">
                <a:pos x="649" y="993"/>
              </a:cxn>
              <a:cxn ang="0">
                <a:pos x="676" y="921"/>
              </a:cxn>
              <a:cxn ang="0">
                <a:pos x="700" y="840"/>
              </a:cxn>
              <a:cxn ang="0">
                <a:pos x="709" y="765"/>
              </a:cxn>
              <a:cxn ang="0">
                <a:pos x="715" y="684"/>
              </a:cxn>
              <a:cxn ang="0">
                <a:pos x="670" y="468"/>
              </a:cxn>
              <a:cxn ang="0">
                <a:pos x="634" y="396"/>
              </a:cxn>
              <a:cxn ang="0">
                <a:pos x="607" y="342"/>
              </a:cxn>
              <a:cxn ang="0">
                <a:pos x="589" y="315"/>
              </a:cxn>
              <a:cxn ang="0">
                <a:pos x="520" y="225"/>
              </a:cxn>
              <a:cxn ang="0">
                <a:pos x="484" y="189"/>
              </a:cxn>
              <a:cxn ang="0">
                <a:pos x="316" y="78"/>
              </a:cxn>
              <a:cxn ang="0">
                <a:pos x="247" y="48"/>
              </a:cxn>
              <a:cxn ang="0">
                <a:pos x="220" y="39"/>
              </a:cxn>
              <a:cxn ang="0">
                <a:pos x="148" y="18"/>
              </a:cxn>
              <a:cxn ang="0">
                <a:pos x="88" y="9"/>
              </a:cxn>
              <a:cxn ang="0">
                <a:pos x="55" y="0"/>
              </a:cxn>
              <a:cxn ang="0">
                <a:pos x="13" y="3"/>
              </a:cxn>
              <a:cxn ang="0">
                <a:pos x="4" y="6"/>
              </a:cxn>
              <a:cxn ang="0">
                <a:pos x="7" y="15"/>
              </a:cxn>
              <a:cxn ang="0">
                <a:pos x="7" y="6"/>
              </a:cxn>
            </a:cxnLst>
            <a:rect l="0" t="0" r="r" b="b"/>
            <a:pathLst>
              <a:path w="715" h="1197">
                <a:moveTo>
                  <a:pt x="7" y="6"/>
                </a:moveTo>
                <a:cubicBezTo>
                  <a:pt x="2" y="21"/>
                  <a:pt x="0" y="33"/>
                  <a:pt x="7" y="54"/>
                </a:cubicBezTo>
                <a:cubicBezTo>
                  <a:pt x="8" y="57"/>
                  <a:pt x="7" y="27"/>
                  <a:pt x="7" y="36"/>
                </a:cubicBezTo>
                <a:cubicBezTo>
                  <a:pt x="5" y="101"/>
                  <a:pt x="7" y="200"/>
                  <a:pt x="7" y="258"/>
                </a:cubicBezTo>
                <a:cubicBezTo>
                  <a:pt x="7" y="313"/>
                  <a:pt x="8" y="380"/>
                  <a:pt x="10" y="435"/>
                </a:cubicBezTo>
                <a:cubicBezTo>
                  <a:pt x="10" y="445"/>
                  <a:pt x="5" y="460"/>
                  <a:pt x="13" y="465"/>
                </a:cubicBezTo>
                <a:cubicBezTo>
                  <a:pt x="26" y="474"/>
                  <a:pt x="45" y="467"/>
                  <a:pt x="61" y="468"/>
                </a:cubicBezTo>
                <a:cubicBezTo>
                  <a:pt x="99" y="476"/>
                  <a:pt x="131" y="494"/>
                  <a:pt x="160" y="519"/>
                </a:cubicBezTo>
                <a:cubicBezTo>
                  <a:pt x="168" y="525"/>
                  <a:pt x="178" y="529"/>
                  <a:pt x="184" y="537"/>
                </a:cubicBezTo>
                <a:cubicBezTo>
                  <a:pt x="190" y="545"/>
                  <a:pt x="196" y="559"/>
                  <a:pt x="202" y="567"/>
                </a:cubicBezTo>
                <a:cubicBezTo>
                  <a:pt x="210" y="577"/>
                  <a:pt x="229" y="594"/>
                  <a:pt x="229" y="594"/>
                </a:cubicBezTo>
                <a:cubicBezTo>
                  <a:pt x="238" y="620"/>
                  <a:pt x="248" y="641"/>
                  <a:pt x="253" y="669"/>
                </a:cubicBezTo>
                <a:cubicBezTo>
                  <a:pt x="251" y="706"/>
                  <a:pt x="248" y="725"/>
                  <a:pt x="238" y="756"/>
                </a:cubicBezTo>
                <a:cubicBezTo>
                  <a:pt x="235" y="784"/>
                  <a:pt x="231" y="805"/>
                  <a:pt x="211" y="825"/>
                </a:cubicBezTo>
                <a:cubicBezTo>
                  <a:pt x="205" y="845"/>
                  <a:pt x="205" y="855"/>
                  <a:pt x="187" y="864"/>
                </a:cubicBezTo>
                <a:cubicBezTo>
                  <a:pt x="171" y="888"/>
                  <a:pt x="192" y="893"/>
                  <a:pt x="211" y="912"/>
                </a:cubicBezTo>
                <a:cubicBezTo>
                  <a:pt x="216" y="917"/>
                  <a:pt x="229" y="918"/>
                  <a:pt x="232" y="924"/>
                </a:cubicBezTo>
                <a:cubicBezTo>
                  <a:pt x="236" y="928"/>
                  <a:pt x="239" y="940"/>
                  <a:pt x="239" y="940"/>
                </a:cubicBezTo>
                <a:cubicBezTo>
                  <a:pt x="254" y="952"/>
                  <a:pt x="263" y="960"/>
                  <a:pt x="273" y="970"/>
                </a:cubicBezTo>
                <a:cubicBezTo>
                  <a:pt x="281" y="981"/>
                  <a:pt x="282" y="981"/>
                  <a:pt x="295" y="993"/>
                </a:cubicBezTo>
                <a:cubicBezTo>
                  <a:pt x="308" y="1005"/>
                  <a:pt x="339" y="1034"/>
                  <a:pt x="349" y="1044"/>
                </a:cubicBezTo>
                <a:cubicBezTo>
                  <a:pt x="361" y="1054"/>
                  <a:pt x="353" y="1046"/>
                  <a:pt x="357" y="1050"/>
                </a:cubicBezTo>
                <a:cubicBezTo>
                  <a:pt x="361" y="1054"/>
                  <a:pt x="371" y="1065"/>
                  <a:pt x="376" y="1071"/>
                </a:cubicBezTo>
                <a:cubicBezTo>
                  <a:pt x="377" y="1073"/>
                  <a:pt x="391" y="1089"/>
                  <a:pt x="388" y="1089"/>
                </a:cubicBezTo>
                <a:cubicBezTo>
                  <a:pt x="402" y="1099"/>
                  <a:pt x="410" y="1103"/>
                  <a:pt x="424" y="1113"/>
                </a:cubicBezTo>
                <a:cubicBezTo>
                  <a:pt x="445" y="1149"/>
                  <a:pt x="472" y="1167"/>
                  <a:pt x="505" y="1197"/>
                </a:cubicBezTo>
                <a:cubicBezTo>
                  <a:pt x="513" y="1196"/>
                  <a:pt x="504" y="1188"/>
                  <a:pt x="511" y="1185"/>
                </a:cubicBezTo>
                <a:cubicBezTo>
                  <a:pt x="517" y="1182"/>
                  <a:pt x="525" y="1184"/>
                  <a:pt x="529" y="1179"/>
                </a:cubicBezTo>
                <a:cubicBezTo>
                  <a:pt x="544" y="1162"/>
                  <a:pt x="555" y="1138"/>
                  <a:pt x="571" y="1122"/>
                </a:cubicBezTo>
                <a:cubicBezTo>
                  <a:pt x="587" y="1074"/>
                  <a:pt x="627" y="1038"/>
                  <a:pt x="649" y="993"/>
                </a:cubicBezTo>
                <a:cubicBezTo>
                  <a:pt x="661" y="970"/>
                  <a:pt x="662" y="943"/>
                  <a:pt x="676" y="921"/>
                </a:cubicBezTo>
                <a:cubicBezTo>
                  <a:pt x="683" y="894"/>
                  <a:pt x="691" y="866"/>
                  <a:pt x="700" y="840"/>
                </a:cubicBezTo>
                <a:cubicBezTo>
                  <a:pt x="702" y="814"/>
                  <a:pt x="705" y="791"/>
                  <a:pt x="709" y="765"/>
                </a:cubicBezTo>
                <a:cubicBezTo>
                  <a:pt x="706" y="722"/>
                  <a:pt x="709" y="719"/>
                  <a:pt x="715" y="684"/>
                </a:cubicBezTo>
                <a:cubicBezTo>
                  <a:pt x="711" y="634"/>
                  <a:pt x="702" y="517"/>
                  <a:pt x="670" y="468"/>
                </a:cubicBezTo>
                <a:cubicBezTo>
                  <a:pt x="663" y="441"/>
                  <a:pt x="648" y="420"/>
                  <a:pt x="634" y="396"/>
                </a:cubicBezTo>
                <a:cubicBezTo>
                  <a:pt x="630" y="377"/>
                  <a:pt x="617" y="359"/>
                  <a:pt x="607" y="342"/>
                </a:cubicBezTo>
                <a:cubicBezTo>
                  <a:pt x="602" y="333"/>
                  <a:pt x="589" y="315"/>
                  <a:pt x="589" y="315"/>
                </a:cubicBezTo>
                <a:cubicBezTo>
                  <a:pt x="580" y="280"/>
                  <a:pt x="549" y="244"/>
                  <a:pt x="520" y="225"/>
                </a:cubicBezTo>
                <a:cubicBezTo>
                  <a:pt x="500" y="212"/>
                  <a:pt x="499" y="198"/>
                  <a:pt x="484" y="189"/>
                </a:cubicBezTo>
                <a:cubicBezTo>
                  <a:pt x="438" y="143"/>
                  <a:pt x="378" y="97"/>
                  <a:pt x="316" y="78"/>
                </a:cubicBezTo>
                <a:cubicBezTo>
                  <a:pt x="292" y="71"/>
                  <a:pt x="270" y="58"/>
                  <a:pt x="247" y="48"/>
                </a:cubicBezTo>
                <a:cubicBezTo>
                  <a:pt x="238" y="44"/>
                  <a:pt x="220" y="39"/>
                  <a:pt x="220" y="39"/>
                </a:cubicBezTo>
                <a:cubicBezTo>
                  <a:pt x="200" y="24"/>
                  <a:pt x="175" y="30"/>
                  <a:pt x="148" y="18"/>
                </a:cubicBezTo>
                <a:cubicBezTo>
                  <a:pt x="123" y="26"/>
                  <a:pt x="140" y="14"/>
                  <a:pt x="88" y="9"/>
                </a:cubicBezTo>
                <a:cubicBezTo>
                  <a:pt x="77" y="8"/>
                  <a:pt x="55" y="0"/>
                  <a:pt x="55" y="0"/>
                </a:cubicBezTo>
                <a:cubicBezTo>
                  <a:pt x="41" y="1"/>
                  <a:pt x="27" y="1"/>
                  <a:pt x="13" y="3"/>
                </a:cubicBezTo>
                <a:cubicBezTo>
                  <a:pt x="10" y="3"/>
                  <a:pt x="5" y="3"/>
                  <a:pt x="4" y="6"/>
                </a:cubicBezTo>
                <a:cubicBezTo>
                  <a:pt x="3" y="9"/>
                  <a:pt x="4" y="15"/>
                  <a:pt x="7" y="15"/>
                </a:cubicBezTo>
                <a:cubicBezTo>
                  <a:pt x="10" y="15"/>
                  <a:pt x="7" y="9"/>
                  <a:pt x="7" y="6"/>
                </a:cubicBezTo>
                <a:close/>
              </a:path>
            </a:pathLst>
          </a:custGeom>
          <a:solidFill>
            <a:srgbClr val="993300"/>
          </a:solidFill>
          <a:ln w="31750">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21230" name="Rectangle 14"/>
          <p:cNvSpPr>
            <a:spLocks noChangeArrowheads="1"/>
          </p:cNvSpPr>
          <p:nvPr/>
        </p:nvSpPr>
        <p:spPr bwMode="auto">
          <a:xfrm>
            <a:off x="5497513" y="3305175"/>
            <a:ext cx="561975" cy="566738"/>
          </a:xfrm>
          <a:prstGeom prst="rect">
            <a:avLst/>
          </a:prstGeom>
          <a:solidFill>
            <a:schemeClr val="bg1"/>
          </a:solidFill>
          <a:ln w="9525">
            <a:solidFill>
              <a:schemeClr val="bg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21231" name="Oval 15" descr="右上がり対角線"/>
          <p:cNvSpPr>
            <a:spLocks noChangeArrowheads="1"/>
          </p:cNvSpPr>
          <p:nvPr/>
        </p:nvSpPr>
        <p:spPr bwMode="auto">
          <a:xfrm>
            <a:off x="2935288" y="2255838"/>
            <a:ext cx="3656012" cy="3348037"/>
          </a:xfrm>
          <a:prstGeom prst="ellipse">
            <a:avLst/>
          </a:prstGeom>
          <a:noFill/>
          <a:ln w="44450">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21232" name="Oval 16"/>
          <p:cNvSpPr>
            <a:spLocks noChangeArrowheads="1"/>
          </p:cNvSpPr>
          <p:nvPr/>
        </p:nvSpPr>
        <p:spPr bwMode="auto">
          <a:xfrm>
            <a:off x="4121150" y="3349625"/>
            <a:ext cx="1282700" cy="1141413"/>
          </a:xfrm>
          <a:prstGeom prst="ellipse">
            <a:avLst/>
          </a:prstGeom>
          <a:solidFill>
            <a:schemeClr val="bg1"/>
          </a:solidFill>
          <a:ln w="44450">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21233" name="Line 17"/>
          <p:cNvSpPr>
            <a:spLocks noChangeShapeType="1"/>
          </p:cNvSpPr>
          <p:nvPr/>
        </p:nvSpPr>
        <p:spPr bwMode="auto">
          <a:xfrm flipH="1">
            <a:off x="4764088" y="2238375"/>
            <a:ext cx="0" cy="1143000"/>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1234" name="Line 18"/>
          <p:cNvSpPr>
            <a:spLocks noChangeShapeType="1"/>
          </p:cNvSpPr>
          <p:nvPr/>
        </p:nvSpPr>
        <p:spPr bwMode="auto">
          <a:xfrm flipH="1">
            <a:off x="3497263" y="4362450"/>
            <a:ext cx="828675" cy="765175"/>
          </a:xfrm>
          <a:prstGeom prst="line">
            <a:avLst/>
          </a:prstGeom>
          <a:noFill/>
          <a:ln w="317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1235" name="Line 19"/>
          <p:cNvSpPr>
            <a:spLocks noChangeShapeType="1"/>
          </p:cNvSpPr>
          <p:nvPr/>
        </p:nvSpPr>
        <p:spPr bwMode="auto">
          <a:xfrm>
            <a:off x="3927475" y="2433638"/>
            <a:ext cx="546100" cy="996950"/>
          </a:xfrm>
          <a:prstGeom prst="line">
            <a:avLst/>
          </a:prstGeom>
          <a:noFill/>
          <a:ln w="317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1236" name="Line 20"/>
          <p:cNvSpPr>
            <a:spLocks noChangeShapeType="1"/>
          </p:cNvSpPr>
          <p:nvPr/>
        </p:nvSpPr>
        <p:spPr bwMode="auto">
          <a:xfrm flipH="1" flipV="1">
            <a:off x="3475038" y="2744788"/>
            <a:ext cx="842962" cy="765175"/>
          </a:xfrm>
          <a:prstGeom prst="line">
            <a:avLst/>
          </a:prstGeom>
          <a:noFill/>
          <a:ln w="317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1237" name="Text Box 21"/>
          <p:cNvSpPr txBox="1">
            <a:spLocks noChangeArrowheads="1"/>
          </p:cNvSpPr>
          <p:nvPr/>
        </p:nvSpPr>
        <p:spPr bwMode="auto">
          <a:xfrm>
            <a:off x="4043363" y="3584575"/>
            <a:ext cx="1624012" cy="517525"/>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th-TH" altLang="ja-JP" sz="1400">
                <a:solidFill>
                  <a:schemeClr val="folHlink"/>
                </a:solidFill>
                <a:effectLst>
                  <a:outerShdw blurRad="38100" dist="38100" dir="2700000" algn="tl">
                    <a:srgbClr val="000000"/>
                  </a:outerShdw>
                </a:effectLst>
                <a:latin typeface="Times New Roman" panose="02020603050405020304" pitchFamily="18" charset="0"/>
              </a:rPr>
              <a:t> </a:t>
            </a:r>
            <a:r>
              <a:rPr lang="en-US" altLang="ja-JP" sz="1400">
                <a:solidFill>
                  <a:schemeClr val="folHlink"/>
                </a:solidFill>
                <a:effectLst>
                  <a:outerShdw blurRad="38100" dist="38100" dir="2700000" algn="tl">
                    <a:srgbClr val="000000"/>
                  </a:outerShdw>
                </a:effectLst>
                <a:latin typeface="Times New Roman" panose="02020603050405020304" pitchFamily="18" charset="0"/>
              </a:rPr>
              <a:t>Fiscal year…</a:t>
            </a:r>
          </a:p>
          <a:p>
            <a:pPr eaLnBrk="1" hangingPunct="1"/>
            <a:r>
              <a:rPr lang="en-US" altLang="ja-JP" sz="1400">
                <a:solidFill>
                  <a:schemeClr val="folHlink"/>
                </a:solidFill>
                <a:effectLst>
                  <a:outerShdw blurRad="38100" dist="38100" dir="2700000" algn="tl">
                    <a:srgbClr val="000000"/>
                  </a:outerShdw>
                </a:effectLst>
                <a:latin typeface="Times New Roman" panose="02020603050405020304" pitchFamily="18" charset="0"/>
              </a:rPr>
              <a:t> </a:t>
            </a:r>
            <a:r>
              <a:rPr lang="th-TH" altLang="ja-JP" sz="1400">
                <a:solidFill>
                  <a:schemeClr val="folHlink"/>
                </a:solidFill>
                <a:effectLst>
                  <a:outerShdw blurRad="38100" dist="38100" dir="2700000" algn="tl">
                    <a:srgbClr val="000000"/>
                  </a:outerShdw>
                </a:effectLst>
                <a:latin typeface="Times New Roman" panose="02020603050405020304" pitchFamily="18" charset="0"/>
              </a:rPr>
              <a:t>Total=1,050</a:t>
            </a:r>
            <a:endParaRPr lang="en-US" altLang="ja-JP" sz="1400">
              <a:solidFill>
                <a:schemeClr val="folHlink"/>
              </a:solidFill>
              <a:effectLst>
                <a:outerShdw blurRad="38100" dist="38100" dir="2700000" algn="tl">
                  <a:srgbClr val="000000"/>
                </a:outerShdw>
              </a:effectLst>
              <a:latin typeface="Times New Roman" panose="02020603050405020304" pitchFamily="18" charset="0"/>
            </a:endParaRPr>
          </a:p>
        </p:txBody>
      </p:sp>
      <p:sp>
        <p:nvSpPr>
          <p:cNvPr id="521238" name="Text Box 22"/>
          <p:cNvSpPr txBox="1">
            <a:spLocks noChangeArrowheads="1"/>
          </p:cNvSpPr>
          <p:nvPr/>
        </p:nvSpPr>
        <p:spPr bwMode="auto">
          <a:xfrm>
            <a:off x="5483225" y="3287713"/>
            <a:ext cx="1054100" cy="641350"/>
          </a:xfrm>
          <a:prstGeom prst="rect">
            <a:avLst/>
          </a:prstGeom>
          <a:solidFill>
            <a:srgbClr val="993300"/>
          </a:solid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th-TH" altLang="ja-JP" sz="1800">
                <a:solidFill>
                  <a:schemeClr val="folHlink"/>
                </a:solidFill>
                <a:effectLst>
                  <a:outerShdw blurRad="38100" dist="38100" dir="2700000" algn="tl">
                    <a:srgbClr val="000000"/>
                  </a:outerShdw>
                </a:effectLst>
                <a:latin typeface="Times New Roman" panose="02020603050405020304" pitchFamily="18" charset="0"/>
              </a:rPr>
              <a:t> </a:t>
            </a:r>
            <a:r>
              <a:rPr lang="th-TH" altLang="ja-JP" sz="1800">
                <a:solidFill>
                  <a:schemeClr val="folHlink"/>
                </a:solidFill>
                <a:effectLst>
                  <a:outerShdw blurRad="38100" dist="38100" dir="2700000" algn="tl">
                    <a:srgbClr val="000000"/>
                  </a:outerShdw>
                </a:effectLst>
                <a:latin typeface="Times New Roman" panose="02020603050405020304" pitchFamily="18" charset="0"/>
                <a:cs typeface="Angsana New" pitchFamily="18" charset="-34"/>
              </a:rPr>
              <a:t>Quality</a:t>
            </a:r>
          </a:p>
          <a:p>
            <a:pPr eaLnBrk="1" hangingPunct="1"/>
            <a:r>
              <a:rPr lang="th-TH" altLang="ja-JP" sz="1800">
                <a:solidFill>
                  <a:schemeClr val="folHlink"/>
                </a:solidFill>
                <a:effectLst>
                  <a:outerShdw blurRad="38100" dist="38100" dir="2700000" algn="tl">
                    <a:srgbClr val="000000"/>
                  </a:outerShdw>
                </a:effectLst>
                <a:latin typeface="Times New Roman" panose="02020603050405020304" pitchFamily="18" charset="0"/>
                <a:cs typeface="Angsana New" pitchFamily="18" charset="-34"/>
              </a:rPr>
              <a:t>(35%)</a:t>
            </a:r>
            <a:endParaRPr lang="en-US" altLang="ja-JP" sz="1800">
              <a:solidFill>
                <a:schemeClr val="folHlink"/>
              </a:solidFill>
              <a:effectLst>
                <a:outerShdw blurRad="38100" dist="38100" dir="2700000" algn="tl">
                  <a:srgbClr val="000000"/>
                </a:outerShdw>
              </a:effectLst>
              <a:latin typeface="Times New Roman" panose="02020603050405020304" pitchFamily="18" charset="0"/>
              <a:cs typeface="Angsana New" pitchFamily="18" charset="-34"/>
            </a:endParaRPr>
          </a:p>
        </p:txBody>
      </p:sp>
      <p:sp>
        <p:nvSpPr>
          <p:cNvPr id="521239" name="Text Box 23"/>
          <p:cNvSpPr txBox="1">
            <a:spLocks noChangeArrowheads="1"/>
          </p:cNvSpPr>
          <p:nvPr/>
        </p:nvSpPr>
        <p:spPr bwMode="auto">
          <a:xfrm>
            <a:off x="4365625" y="4686300"/>
            <a:ext cx="873125" cy="641350"/>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th-TH" altLang="ja-JP" sz="1800">
                <a:solidFill>
                  <a:schemeClr val="folHlink"/>
                </a:solidFill>
                <a:effectLst>
                  <a:outerShdw blurRad="38100" dist="38100" dir="2700000" algn="tl">
                    <a:srgbClr val="000000"/>
                  </a:outerShdw>
                </a:effectLst>
                <a:latin typeface="Times New Roman" panose="02020603050405020304" pitchFamily="18" charset="0"/>
                <a:cs typeface="Angsana New" pitchFamily="18" charset="-34"/>
              </a:rPr>
              <a:t>Cost</a:t>
            </a:r>
          </a:p>
          <a:p>
            <a:pPr eaLnBrk="1" hangingPunct="1"/>
            <a:r>
              <a:rPr lang="th-TH" altLang="ja-JP" sz="1800">
                <a:solidFill>
                  <a:schemeClr val="folHlink"/>
                </a:solidFill>
                <a:effectLst>
                  <a:outerShdw blurRad="38100" dist="38100" dir="2700000" algn="tl">
                    <a:srgbClr val="000000"/>
                  </a:outerShdw>
                </a:effectLst>
                <a:latin typeface="Times New Roman" panose="02020603050405020304" pitchFamily="18" charset="0"/>
                <a:cs typeface="Angsana New" pitchFamily="18" charset="-34"/>
              </a:rPr>
              <a:t>(30%)</a:t>
            </a:r>
            <a:endParaRPr lang="en-US" altLang="ja-JP" sz="1800">
              <a:solidFill>
                <a:schemeClr val="folHlink"/>
              </a:solidFill>
              <a:effectLst>
                <a:outerShdw blurRad="38100" dist="38100" dir="2700000" algn="tl">
                  <a:srgbClr val="000000"/>
                </a:outerShdw>
              </a:effectLst>
              <a:latin typeface="Times New Roman" panose="02020603050405020304" pitchFamily="18" charset="0"/>
              <a:cs typeface="Angsana New" pitchFamily="18" charset="-34"/>
            </a:endParaRPr>
          </a:p>
        </p:txBody>
      </p:sp>
      <p:sp>
        <p:nvSpPr>
          <p:cNvPr id="521240" name="Text Box 24"/>
          <p:cNvSpPr txBox="1">
            <a:spLocks noChangeArrowheads="1"/>
          </p:cNvSpPr>
          <p:nvPr/>
        </p:nvSpPr>
        <p:spPr bwMode="auto">
          <a:xfrm>
            <a:off x="2936875" y="3646488"/>
            <a:ext cx="1584325" cy="581025"/>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th-TH" altLang="ja-JP" sz="1600">
                <a:solidFill>
                  <a:schemeClr val="folHlink"/>
                </a:solidFill>
                <a:effectLst>
                  <a:outerShdw blurRad="38100" dist="38100" dir="2700000" algn="tl">
                    <a:srgbClr val="000000"/>
                  </a:outerShdw>
                </a:effectLst>
                <a:latin typeface="Times New Roman" panose="02020603050405020304" pitchFamily="18" charset="0"/>
                <a:cs typeface="Angsana New" pitchFamily="18" charset="-34"/>
              </a:rPr>
              <a:t>Productivity</a:t>
            </a:r>
          </a:p>
          <a:p>
            <a:pPr eaLnBrk="1" hangingPunct="1"/>
            <a:r>
              <a:rPr lang="th-TH" altLang="ja-JP" sz="1600">
                <a:solidFill>
                  <a:schemeClr val="folHlink"/>
                </a:solidFill>
                <a:effectLst>
                  <a:outerShdw blurRad="38100" dist="38100" dir="2700000" algn="tl">
                    <a:srgbClr val="000000"/>
                  </a:outerShdw>
                </a:effectLst>
                <a:latin typeface="Times New Roman" panose="02020603050405020304" pitchFamily="18" charset="0"/>
                <a:cs typeface="Angsana New" pitchFamily="18" charset="-34"/>
              </a:rPr>
              <a:t>(22%)</a:t>
            </a:r>
            <a:endParaRPr lang="en-US" altLang="ja-JP" sz="1600">
              <a:solidFill>
                <a:schemeClr val="folHlink"/>
              </a:solidFill>
              <a:effectLst>
                <a:outerShdw blurRad="38100" dist="38100" dir="2700000" algn="tl">
                  <a:srgbClr val="000000"/>
                </a:outerShdw>
              </a:effectLst>
              <a:latin typeface="Times New Roman" panose="02020603050405020304" pitchFamily="18" charset="0"/>
              <a:cs typeface="Angsana New" pitchFamily="18" charset="-34"/>
            </a:endParaRPr>
          </a:p>
        </p:txBody>
      </p:sp>
      <p:sp>
        <p:nvSpPr>
          <p:cNvPr id="521241" name="Text Box 25"/>
          <p:cNvSpPr txBox="1">
            <a:spLocks noChangeArrowheads="1"/>
          </p:cNvSpPr>
          <p:nvPr/>
        </p:nvSpPr>
        <p:spPr bwMode="auto">
          <a:xfrm>
            <a:off x="3984625" y="2378075"/>
            <a:ext cx="1000125" cy="581025"/>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th-TH" altLang="ja-JP" sz="1600">
                <a:solidFill>
                  <a:schemeClr val="folHlink"/>
                </a:solidFill>
                <a:effectLst>
                  <a:outerShdw blurRad="38100" dist="38100" dir="2700000" algn="tl">
                    <a:srgbClr val="000000"/>
                  </a:outerShdw>
                </a:effectLst>
                <a:latin typeface="Times New Roman" panose="02020603050405020304" pitchFamily="18" charset="0"/>
                <a:cs typeface="Angsana New" pitchFamily="18" charset="-34"/>
              </a:rPr>
              <a:t>others </a:t>
            </a:r>
          </a:p>
          <a:p>
            <a:pPr algn="ctr" eaLnBrk="1" hangingPunct="1"/>
            <a:r>
              <a:rPr lang="th-TH" altLang="ja-JP" sz="1600">
                <a:solidFill>
                  <a:schemeClr val="folHlink"/>
                </a:solidFill>
                <a:effectLst>
                  <a:outerShdw blurRad="38100" dist="38100" dir="2700000" algn="tl">
                    <a:srgbClr val="000000"/>
                  </a:outerShdw>
                </a:effectLst>
                <a:latin typeface="Times New Roman" panose="02020603050405020304" pitchFamily="18" charset="0"/>
                <a:cs typeface="Angsana New" pitchFamily="18" charset="-34"/>
              </a:rPr>
              <a:t>(8%)</a:t>
            </a:r>
            <a:endParaRPr lang="en-US" altLang="ja-JP" sz="1600">
              <a:solidFill>
                <a:schemeClr val="folHlink"/>
              </a:solidFill>
              <a:effectLst>
                <a:outerShdw blurRad="38100" dist="38100" dir="2700000" algn="tl">
                  <a:srgbClr val="000000"/>
                </a:outerShdw>
              </a:effectLst>
              <a:latin typeface="Times New Roman" panose="02020603050405020304" pitchFamily="18" charset="0"/>
              <a:cs typeface="Angsana New" pitchFamily="18" charset="-34"/>
            </a:endParaRPr>
          </a:p>
        </p:txBody>
      </p:sp>
      <p:sp>
        <p:nvSpPr>
          <p:cNvPr id="521242" name="Text Box 26"/>
          <p:cNvSpPr txBox="1">
            <a:spLocks noChangeArrowheads="1"/>
          </p:cNvSpPr>
          <p:nvPr/>
        </p:nvSpPr>
        <p:spPr bwMode="auto">
          <a:xfrm>
            <a:off x="3470275" y="2590800"/>
            <a:ext cx="1077913" cy="581025"/>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th-TH" altLang="ja-JP" sz="1600">
                <a:solidFill>
                  <a:schemeClr val="folHlink"/>
                </a:solidFill>
                <a:effectLst>
                  <a:outerShdw blurRad="38100" dist="38100" dir="2700000" algn="tl">
                    <a:srgbClr val="000000"/>
                  </a:outerShdw>
                </a:effectLst>
                <a:latin typeface="Times New Roman" panose="02020603050405020304" pitchFamily="18" charset="0"/>
              </a:rPr>
              <a:t> </a:t>
            </a:r>
            <a:r>
              <a:rPr lang="th-TH" altLang="ja-JP" sz="1600">
                <a:solidFill>
                  <a:schemeClr val="folHlink"/>
                </a:solidFill>
                <a:effectLst>
                  <a:outerShdw blurRad="38100" dist="38100" dir="2700000" algn="tl">
                    <a:srgbClr val="000000"/>
                  </a:outerShdw>
                </a:effectLst>
                <a:latin typeface="Times New Roman" panose="02020603050405020304" pitchFamily="18" charset="0"/>
                <a:cs typeface="Angsana New" pitchFamily="18" charset="-34"/>
              </a:rPr>
              <a:t>saf</a:t>
            </a:r>
            <a:r>
              <a:rPr lang="en-US" altLang="ja-JP" sz="1600">
                <a:solidFill>
                  <a:schemeClr val="folHlink"/>
                </a:solidFill>
                <a:effectLst>
                  <a:outerShdw blurRad="38100" dist="38100" dir="2700000" algn="tl">
                    <a:srgbClr val="000000"/>
                  </a:outerShdw>
                </a:effectLst>
                <a:latin typeface="Times New Roman" panose="02020603050405020304" pitchFamily="18" charset="0"/>
                <a:cs typeface="Angsana New" pitchFamily="18" charset="-34"/>
              </a:rPr>
              <a:t>e</a:t>
            </a:r>
            <a:r>
              <a:rPr lang="th-TH" altLang="ja-JP" sz="1600">
                <a:solidFill>
                  <a:schemeClr val="folHlink"/>
                </a:solidFill>
                <a:effectLst>
                  <a:outerShdw blurRad="38100" dist="38100" dir="2700000" algn="tl">
                    <a:srgbClr val="000000"/>
                  </a:outerShdw>
                </a:effectLst>
                <a:latin typeface="Times New Roman" panose="02020603050405020304" pitchFamily="18" charset="0"/>
                <a:cs typeface="Angsana New" pitchFamily="18" charset="-34"/>
              </a:rPr>
              <a:t>ty</a:t>
            </a:r>
            <a:endParaRPr lang="en-US" altLang="ja-JP" sz="1600">
              <a:solidFill>
                <a:schemeClr val="folHlink"/>
              </a:solidFill>
              <a:effectLst>
                <a:outerShdw blurRad="38100" dist="38100" dir="2700000" algn="tl">
                  <a:srgbClr val="000000"/>
                </a:outerShdw>
              </a:effectLst>
              <a:latin typeface="Times New Roman" panose="02020603050405020304" pitchFamily="18" charset="0"/>
              <a:cs typeface="Angsana New" pitchFamily="18" charset="-34"/>
            </a:endParaRPr>
          </a:p>
          <a:p>
            <a:pPr eaLnBrk="1" hangingPunct="1"/>
            <a:r>
              <a:rPr lang="en-US" altLang="ja-JP" sz="1600">
                <a:solidFill>
                  <a:schemeClr val="folHlink"/>
                </a:solidFill>
                <a:effectLst>
                  <a:outerShdw blurRad="38100" dist="38100" dir="2700000" algn="tl">
                    <a:srgbClr val="000000"/>
                  </a:outerShdw>
                </a:effectLst>
                <a:latin typeface="Times New Roman" panose="02020603050405020304" pitchFamily="18" charset="0"/>
                <a:cs typeface="Angsana New" pitchFamily="18" charset="-34"/>
              </a:rPr>
              <a:t>   </a:t>
            </a:r>
            <a:r>
              <a:rPr lang="th-TH" altLang="ja-JP" sz="1600">
                <a:solidFill>
                  <a:schemeClr val="folHlink"/>
                </a:solidFill>
                <a:effectLst>
                  <a:outerShdw blurRad="38100" dist="38100" dir="2700000" algn="tl">
                    <a:srgbClr val="000000"/>
                  </a:outerShdw>
                </a:effectLst>
                <a:latin typeface="Times New Roman" panose="02020603050405020304" pitchFamily="18" charset="0"/>
                <a:cs typeface="Angsana New" pitchFamily="18" charset="-34"/>
              </a:rPr>
              <a:t>(5%)</a:t>
            </a:r>
            <a:endParaRPr lang="en-US" altLang="ja-JP" sz="1600">
              <a:solidFill>
                <a:schemeClr val="folHlink"/>
              </a:solidFill>
              <a:effectLst>
                <a:outerShdw blurRad="38100" dist="38100" dir="2700000" algn="tl">
                  <a:srgbClr val="000000"/>
                </a:outerShdw>
              </a:effectLst>
              <a:latin typeface="Times New Roman" panose="02020603050405020304" pitchFamily="18" charset="0"/>
              <a:cs typeface="Angsana New" pitchFamily="18" charset="-34"/>
            </a:endParaRPr>
          </a:p>
        </p:txBody>
      </p:sp>
      <p:sp>
        <p:nvSpPr>
          <p:cNvPr id="521243" name="Line 27"/>
          <p:cNvSpPr>
            <a:spLocks noChangeShapeType="1"/>
          </p:cNvSpPr>
          <p:nvPr/>
        </p:nvSpPr>
        <p:spPr bwMode="auto">
          <a:xfrm>
            <a:off x="5192713" y="4335463"/>
            <a:ext cx="858837" cy="792162"/>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1244" name="Line 28"/>
          <p:cNvSpPr>
            <a:spLocks noChangeShapeType="1"/>
          </p:cNvSpPr>
          <p:nvPr/>
        </p:nvSpPr>
        <p:spPr bwMode="auto">
          <a:xfrm flipH="1">
            <a:off x="6288088" y="3533775"/>
            <a:ext cx="990600" cy="187325"/>
          </a:xfrm>
          <a:prstGeom prst="line">
            <a:avLst/>
          </a:prstGeom>
          <a:noFill/>
          <a:ln w="3175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1245" name="Text Box 29"/>
          <p:cNvSpPr txBox="1">
            <a:spLocks noChangeArrowheads="1"/>
          </p:cNvSpPr>
          <p:nvPr/>
        </p:nvSpPr>
        <p:spPr bwMode="auto">
          <a:xfrm>
            <a:off x="3008313" y="1449388"/>
            <a:ext cx="3744912" cy="323850"/>
          </a:xfrm>
          <a:prstGeom prst="rect">
            <a:avLst/>
          </a:prstGeom>
          <a:solidFill>
            <a:srgbClr val="800080"/>
          </a:solidFill>
          <a:ln w="19050">
            <a:solidFill>
              <a:schemeClr val="tx1"/>
            </a:solidFill>
            <a:prstDash val="sysDot"/>
            <a:miter lim="800000"/>
            <a:headEnd/>
            <a:tailEnd/>
          </a:ln>
          <a:effectLst>
            <a:outerShdw blurRad="63500" dist="107763" dir="2700000" algn="ctr" rotWithShape="0">
              <a:schemeClr val="bg2">
                <a:alpha val="74998"/>
              </a:schemeClr>
            </a:outerShdw>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spcBef>
                <a:spcPct val="50000"/>
              </a:spcBef>
            </a:pPr>
            <a:r>
              <a:rPr lang="en-US" altLang="ja-JP" sz="1400">
                <a:effectLst>
                  <a:outerShdw blurRad="38100" dist="38100" dir="2700000" algn="tl">
                    <a:srgbClr val="000000"/>
                  </a:outerShdw>
                </a:effectLst>
                <a:latin typeface="Times New Roman" panose="02020603050405020304" pitchFamily="18" charset="0"/>
                <a:ea typeface="イワタ中丸ゴシック体(GT)" charset="-128"/>
              </a:rPr>
              <a:t>make a starting point right above the circle.</a:t>
            </a:r>
          </a:p>
        </p:txBody>
      </p:sp>
      <p:sp>
        <p:nvSpPr>
          <p:cNvPr id="521246" name="Rectangle 30"/>
          <p:cNvSpPr>
            <a:spLocks noChangeArrowheads="1"/>
          </p:cNvSpPr>
          <p:nvPr/>
        </p:nvSpPr>
        <p:spPr bwMode="auto">
          <a:xfrm>
            <a:off x="7008813" y="1512888"/>
            <a:ext cx="2560637" cy="1062037"/>
          </a:xfrm>
          <a:prstGeom prst="rect">
            <a:avLst/>
          </a:prstGeom>
          <a:solidFill>
            <a:srgbClr val="800080"/>
          </a:solidFill>
          <a:ln w="19050">
            <a:solidFill>
              <a:schemeClr val="tx1"/>
            </a:solidFill>
            <a:prstDash val="sysDot"/>
            <a:miter lim="800000"/>
            <a:headEnd/>
            <a:tailEnd/>
          </a:ln>
          <a:effectLst>
            <a:outerShdw blurRad="63500" dist="107763" dir="2700000" algn="ctr" rotWithShape="0">
              <a:schemeClr val="bg2">
                <a:alpha val="74998"/>
              </a:schemeClr>
            </a:outerShdw>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200">
                <a:effectLst>
                  <a:outerShdw blurRad="38100" dist="38100" dir="2700000" algn="tl">
                    <a:srgbClr val="000000"/>
                  </a:outerShdw>
                </a:effectLst>
                <a:latin typeface="Times New Roman" panose="02020603050405020304" pitchFamily="18" charset="0"/>
                <a:ea typeface="イワタ中丸ゴシック体(GT)" charset="-128"/>
              </a:rPr>
              <a:t>The item is arranged clockwise </a:t>
            </a:r>
          </a:p>
          <a:p>
            <a:pPr eaLnBrk="1" hangingPunct="1"/>
            <a:r>
              <a:rPr lang="en-US" altLang="ja-JP" sz="1200">
                <a:effectLst>
                  <a:outerShdw blurRad="38100" dist="38100" dir="2700000" algn="tl">
                    <a:srgbClr val="000000"/>
                  </a:outerShdw>
                </a:effectLst>
                <a:latin typeface="Times New Roman" panose="02020603050405020304" pitchFamily="18" charset="0"/>
                <a:ea typeface="イワタ中丸ゴシック体(GT)" charset="-128"/>
              </a:rPr>
              <a:t>in order with large amounts first. </a:t>
            </a:r>
          </a:p>
          <a:p>
            <a:pPr eaLnBrk="1" hangingPunct="1"/>
            <a:r>
              <a:rPr lang="en-US" altLang="ja-JP" sz="1200">
                <a:effectLst>
                  <a:outerShdw blurRad="38100" dist="38100" dir="2700000" algn="tl">
                    <a:srgbClr val="000000"/>
                  </a:outerShdw>
                </a:effectLst>
                <a:latin typeface="Times New Roman" panose="02020603050405020304" pitchFamily="18" charset="0"/>
                <a:ea typeface="イワタ中丸ゴシック体(GT)" charset="-128"/>
              </a:rPr>
              <a:t>However in the case of significant </a:t>
            </a:r>
          </a:p>
          <a:p>
            <a:pPr eaLnBrk="1" hangingPunct="1"/>
            <a:r>
              <a:rPr lang="en-US" altLang="ja-JP" sz="1200">
                <a:effectLst>
                  <a:outerShdw blurRad="38100" dist="38100" dir="2700000" algn="tl">
                    <a:srgbClr val="000000"/>
                  </a:outerShdw>
                </a:effectLst>
                <a:latin typeface="Times New Roman" panose="02020603050405020304" pitchFamily="18" charset="0"/>
                <a:ea typeface="イワタ中丸ゴシック体(GT)" charset="-128"/>
              </a:rPr>
              <a:t>items, these should be arranged in </a:t>
            </a:r>
          </a:p>
          <a:p>
            <a:pPr eaLnBrk="1" hangingPunct="1"/>
            <a:r>
              <a:rPr lang="en-US" altLang="ja-JP" sz="1200">
                <a:effectLst>
                  <a:outerShdw blurRad="38100" dist="38100" dir="2700000" algn="tl">
                    <a:srgbClr val="000000"/>
                  </a:outerShdw>
                </a:effectLst>
                <a:latin typeface="Times New Roman" panose="02020603050405020304" pitchFamily="18" charset="0"/>
                <a:ea typeface="イワタ中丸ゴシック体(GT)" charset="-128"/>
              </a:rPr>
              <a:t>order of importance.</a:t>
            </a:r>
          </a:p>
        </p:txBody>
      </p:sp>
      <p:sp>
        <p:nvSpPr>
          <p:cNvPr id="521247" name="Rectangle 31"/>
          <p:cNvSpPr>
            <a:spLocks noChangeArrowheads="1"/>
          </p:cNvSpPr>
          <p:nvPr/>
        </p:nvSpPr>
        <p:spPr bwMode="auto">
          <a:xfrm>
            <a:off x="7872413" y="2736850"/>
            <a:ext cx="1441450" cy="366713"/>
          </a:xfrm>
          <a:prstGeom prst="rect">
            <a:avLst/>
          </a:prstGeom>
          <a:solidFill>
            <a:srgbClr val="800080"/>
          </a:solidFill>
          <a:ln w="19050">
            <a:solidFill>
              <a:schemeClr val="tx1"/>
            </a:solidFill>
            <a:prstDash val="sysDot"/>
            <a:miter lim="800000"/>
            <a:headEnd/>
            <a:tailEnd/>
          </a:ln>
          <a:effectLst>
            <a:outerShdw blurRad="63500" dist="107763" dir="2700000" algn="ctr" rotWithShape="0">
              <a:schemeClr val="bg2">
                <a:alpha val="74998"/>
              </a:schemeClr>
            </a:outerShdw>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th-TH" altLang="ja-JP" sz="1400">
                <a:effectLst>
                  <a:outerShdw blurRad="38100" dist="38100" dir="2700000" algn="tl">
                    <a:srgbClr val="000000"/>
                  </a:outerShdw>
                </a:effectLst>
                <a:latin typeface="Times New Roman" panose="02020603050405020304" pitchFamily="18" charset="0"/>
                <a:cs typeface="Angsana New" pitchFamily="18" charset="-34"/>
              </a:rPr>
              <a:t>Write item name</a:t>
            </a:r>
            <a:endParaRPr lang="en-US" altLang="ja-JP" sz="1400">
              <a:effectLst>
                <a:outerShdw blurRad="38100" dist="38100" dir="2700000" algn="tl">
                  <a:srgbClr val="000000"/>
                </a:outerShdw>
              </a:effectLst>
              <a:latin typeface="Times New Roman" panose="02020603050405020304" pitchFamily="18" charset="0"/>
              <a:cs typeface="Angsana New" pitchFamily="18" charset="-34"/>
            </a:endParaRPr>
          </a:p>
        </p:txBody>
      </p:sp>
      <p:sp>
        <p:nvSpPr>
          <p:cNvPr id="521251" name="Rectangle 35"/>
          <p:cNvSpPr>
            <a:spLocks noChangeArrowheads="1"/>
          </p:cNvSpPr>
          <p:nvPr/>
        </p:nvSpPr>
        <p:spPr bwMode="auto">
          <a:xfrm>
            <a:off x="420688" y="5876925"/>
            <a:ext cx="2051050" cy="755650"/>
          </a:xfrm>
          <a:prstGeom prst="rect">
            <a:avLst/>
          </a:prstGeom>
          <a:solidFill>
            <a:srgbClr val="800080"/>
          </a:solidFill>
          <a:ln w="19050">
            <a:solidFill>
              <a:schemeClr val="tx1"/>
            </a:solidFill>
            <a:prstDash val="sysDot"/>
            <a:miter lim="800000"/>
            <a:headEnd/>
            <a:tailEnd/>
          </a:ln>
          <a:effectLst>
            <a:outerShdw blurRad="63500" dist="107763" dir="2700000" algn="ctr" rotWithShape="0">
              <a:schemeClr val="bg2">
                <a:alpha val="74998"/>
              </a:schemeClr>
            </a:outerShdw>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th-TH" altLang="ja-JP" sz="1400">
                <a:effectLst>
                  <a:outerShdw blurRad="38100" dist="38100" dir="2700000" algn="tl">
                    <a:srgbClr val="000000"/>
                  </a:outerShdw>
                </a:effectLst>
                <a:latin typeface="Times New Roman" panose="02020603050405020304" pitchFamily="18" charset="0"/>
                <a:cs typeface="Angsana New" pitchFamily="18" charset="-34"/>
              </a:rPr>
              <a:t>Ratio of radiuses of circle</a:t>
            </a:r>
            <a:endParaRPr lang="en-US" altLang="ja-JP" sz="1400">
              <a:effectLst>
                <a:outerShdw blurRad="38100" dist="38100" dir="2700000" algn="tl">
                  <a:srgbClr val="000000"/>
                </a:outerShdw>
              </a:effectLst>
              <a:latin typeface="Times New Roman" panose="02020603050405020304" pitchFamily="18" charset="0"/>
              <a:cs typeface="Angsana New" pitchFamily="18" charset="-34"/>
            </a:endParaRPr>
          </a:p>
          <a:p>
            <a:pPr algn="ctr" eaLnBrk="1" hangingPunct="1"/>
            <a:r>
              <a:rPr lang="th-TH" altLang="ja-JP" sz="1400">
                <a:effectLst>
                  <a:outerShdw blurRad="38100" dist="38100" dir="2700000" algn="tl">
                    <a:srgbClr val="000000"/>
                  </a:outerShdw>
                </a:effectLst>
                <a:latin typeface="Times New Roman" panose="02020603050405020304" pitchFamily="18" charset="0"/>
                <a:cs typeface="Angsana New" pitchFamily="18" charset="-34"/>
              </a:rPr>
              <a:t> inside and circle outside</a:t>
            </a:r>
            <a:endParaRPr lang="en-US" altLang="ja-JP" sz="1400">
              <a:effectLst>
                <a:outerShdw blurRad="38100" dist="38100" dir="2700000" algn="tl">
                  <a:srgbClr val="000000"/>
                </a:outerShdw>
              </a:effectLst>
              <a:latin typeface="Times New Roman" panose="02020603050405020304" pitchFamily="18" charset="0"/>
              <a:cs typeface="Angsana New" pitchFamily="18" charset="-34"/>
            </a:endParaRPr>
          </a:p>
          <a:p>
            <a:pPr algn="ctr" eaLnBrk="1" hangingPunct="1"/>
            <a:r>
              <a:rPr lang="th-TH" altLang="ja-JP" sz="1400">
                <a:effectLst>
                  <a:outerShdw blurRad="38100" dist="38100" dir="2700000" algn="tl">
                    <a:srgbClr val="000000"/>
                  </a:outerShdw>
                </a:effectLst>
                <a:latin typeface="Times New Roman" panose="02020603050405020304" pitchFamily="18" charset="0"/>
                <a:cs typeface="Angsana New" pitchFamily="18" charset="-34"/>
              </a:rPr>
              <a:t> are about </a:t>
            </a:r>
            <a:r>
              <a:rPr lang="en-US" altLang="ja-JP" sz="1400">
                <a:effectLst>
                  <a:outerShdw blurRad="38100" dist="38100" dir="2700000" algn="tl">
                    <a:srgbClr val="000000"/>
                  </a:outerShdw>
                </a:effectLst>
                <a:latin typeface="Times New Roman" panose="02020603050405020304" pitchFamily="18" charset="0"/>
                <a:cs typeface="Angsana New" pitchFamily="18" charset="-34"/>
              </a:rPr>
              <a:t>1:3</a:t>
            </a:r>
          </a:p>
          <a:p>
            <a:pPr algn="ctr" eaLnBrk="1" hangingPunct="1"/>
            <a:endParaRPr lang="en-US" altLang="ja-JP" sz="700">
              <a:effectLst>
                <a:outerShdw blurRad="38100" dist="38100" dir="2700000" algn="tl">
                  <a:srgbClr val="000000"/>
                </a:outerShdw>
              </a:effectLst>
              <a:latin typeface="Times New Roman" panose="02020603050405020304" pitchFamily="18" charset="0"/>
              <a:cs typeface="Angsana New" pitchFamily="18" charset="-34"/>
            </a:endParaRPr>
          </a:p>
        </p:txBody>
      </p:sp>
      <p:sp>
        <p:nvSpPr>
          <p:cNvPr id="521252" name="Rectangle 36"/>
          <p:cNvSpPr>
            <a:spLocks noChangeArrowheads="1"/>
          </p:cNvSpPr>
          <p:nvPr/>
        </p:nvSpPr>
        <p:spPr bwMode="auto">
          <a:xfrm>
            <a:off x="484188" y="2619375"/>
            <a:ext cx="1876425" cy="1096963"/>
          </a:xfrm>
          <a:prstGeom prst="rect">
            <a:avLst/>
          </a:prstGeom>
          <a:solidFill>
            <a:srgbClr val="800080"/>
          </a:solidFill>
          <a:ln w="19050">
            <a:solidFill>
              <a:schemeClr val="tx1"/>
            </a:solidFill>
            <a:prstDash val="sysDot"/>
            <a:miter lim="800000"/>
            <a:headEnd/>
            <a:tailEnd/>
          </a:ln>
          <a:effectLst>
            <a:outerShdw blurRad="63500" dist="107763" dir="2700000" algn="ctr" rotWithShape="0">
              <a:schemeClr val="bg2">
                <a:alpha val="74998"/>
              </a:schemeClr>
            </a:outerShdw>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th-TH" altLang="ja-JP" sz="1600">
                <a:effectLst>
                  <a:outerShdw blurRad="38100" dist="38100" dir="2700000" algn="tl">
                    <a:srgbClr val="000000"/>
                  </a:outerShdw>
                </a:effectLst>
                <a:latin typeface="Times New Roman" panose="02020603050405020304" pitchFamily="18" charset="0"/>
                <a:cs typeface="Angsana New" pitchFamily="18" charset="-34"/>
              </a:rPr>
              <a:t>Write total and </a:t>
            </a:r>
          </a:p>
          <a:p>
            <a:pPr eaLnBrk="1" hangingPunct="1"/>
            <a:r>
              <a:rPr lang="th-TH" altLang="ja-JP" sz="1600">
                <a:effectLst>
                  <a:outerShdw blurRad="38100" dist="38100" dir="2700000" algn="tl">
                    <a:srgbClr val="000000"/>
                  </a:outerShdw>
                </a:effectLst>
                <a:latin typeface="Times New Roman" panose="02020603050405020304" pitchFamily="18" charset="0"/>
                <a:cs typeface="Angsana New" pitchFamily="18" charset="-34"/>
              </a:rPr>
              <a:t>examination</a:t>
            </a:r>
            <a:endParaRPr lang="en-US" altLang="ja-JP" sz="1600">
              <a:effectLst>
                <a:outerShdw blurRad="38100" dist="38100" dir="2700000" algn="tl">
                  <a:srgbClr val="000000"/>
                </a:outerShdw>
              </a:effectLst>
              <a:latin typeface="Times New Roman" panose="02020603050405020304" pitchFamily="18" charset="0"/>
              <a:cs typeface="Angsana New" pitchFamily="18" charset="-34"/>
            </a:endParaRPr>
          </a:p>
          <a:p>
            <a:pPr eaLnBrk="1" hangingPunct="1"/>
            <a:r>
              <a:rPr lang="th-TH" altLang="ja-JP" sz="1600">
                <a:effectLst>
                  <a:outerShdw blurRad="38100" dist="38100" dir="2700000" algn="tl">
                    <a:srgbClr val="000000"/>
                  </a:outerShdw>
                </a:effectLst>
                <a:latin typeface="Times New Roman" panose="02020603050405020304" pitchFamily="18" charset="0"/>
                <a:cs typeface="Angsana New" pitchFamily="18" charset="-34"/>
              </a:rPr>
              <a:t> period of data</a:t>
            </a:r>
            <a:endParaRPr lang="en-US" altLang="ja-JP" sz="1600">
              <a:effectLst>
                <a:outerShdw blurRad="38100" dist="38100" dir="2700000" algn="tl">
                  <a:srgbClr val="000000"/>
                </a:outerShdw>
              </a:effectLst>
              <a:latin typeface="Times New Roman" panose="02020603050405020304" pitchFamily="18" charset="0"/>
              <a:cs typeface="Angsana New" pitchFamily="18" charset="-34"/>
            </a:endParaRPr>
          </a:p>
        </p:txBody>
      </p:sp>
      <p:sp>
        <p:nvSpPr>
          <p:cNvPr id="521253" name="Rectangle 37"/>
          <p:cNvSpPr>
            <a:spLocks noChangeArrowheads="1"/>
          </p:cNvSpPr>
          <p:nvPr/>
        </p:nvSpPr>
        <p:spPr bwMode="auto">
          <a:xfrm>
            <a:off x="671513" y="1585913"/>
            <a:ext cx="2008187" cy="474662"/>
          </a:xfrm>
          <a:prstGeom prst="rect">
            <a:avLst/>
          </a:prstGeom>
          <a:solidFill>
            <a:srgbClr val="800080"/>
          </a:solidFill>
          <a:ln w="19050">
            <a:solidFill>
              <a:schemeClr val="tx1"/>
            </a:solidFill>
            <a:prstDash val="sysDot"/>
            <a:miter lim="800000"/>
            <a:headEnd/>
            <a:tailEnd/>
          </a:ln>
          <a:effectLst>
            <a:outerShdw blurRad="63500" dist="107763" dir="2700000" algn="ctr" rotWithShape="0">
              <a:schemeClr val="bg2">
                <a:alpha val="74998"/>
              </a:schemeClr>
            </a:outerShdw>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600">
                <a:effectLst>
                  <a:outerShdw blurRad="38100" dist="38100" dir="2700000" algn="tl">
                    <a:srgbClr val="000000"/>
                  </a:outerShdw>
                </a:effectLst>
                <a:latin typeface="Times New Roman" panose="02020603050405020304" pitchFamily="18" charset="0"/>
                <a:ea typeface="イワタ中丸ゴシック体(GT)" charset="-128"/>
              </a:rPr>
              <a:t>Others are written </a:t>
            </a:r>
          </a:p>
          <a:p>
            <a:pPr eaLnBrk="1" hangingPunct="1"/>
            <a:r>
              <a:rPr lang="en-US" altLang="ja-JP" sz="1600">
                <a:effectLst>
                  <a:outerShdw blurRad="38100" dist="38100" dir="2700000" algn="tl">
                    <a:srgbClr val="000000"/>
                  </a:outerShdw>
                </a:effectLst>
                <a:latin typeface="Times New Roman" panose="02020603050405020304" pitchFamily="18" charset="0"/>
                <a:ea typeface="イワタ中丸ゴシック体(GT)" charset="-128"/>
              </a:rPr>
              <a:t>at the end. </a:t>
            </a:r>
          </a:p>
        </p:txBody>
      </p:sp>
      <p:sp>
        <p:nvSpPr>
          <p:cNvPr id="521254" name="Rectangle 38"/>
          <p:cNvSpPr>
            <a:spLocks noChangeArrowheads="1"/>
          </p:cNvSpPr>
          <p:nvPr/>
        </p:nvSpPr>
        <p:spPr bwMode="auto">
          <a:xfrm>
            <a:off x="7297738" y="3241675"/>
            <a:ext cx="1773237" cy="788988"/>
          </a:xfrm>
          <a:prstGeom prst="rect">
            <a:avLst/>
          </a:prstGeom>
          <a:solidFill>
            <a:srgbClr val="800080"/>
          </a:solidFill>
          <a:ln w="19050">
            <a:solidFill>
              <a:schemeClr val="tx1"/>
            </a:solidFill>
            <a:prstDash val="sysDot"/>
            <a:miter lim="800000"/>
            <a:headEnd/>
            <a:tailEnd/>
          </a:ln>
          <a:effectLst>
            <a:outerShdw blurRad="63500" dist="107763" dir="2700000" algn="ctr" rotWithShape="0">
              <a:schemeClr val="bg2">
                <a:alpha val="74998"/>
              </a:schemeClr>
            </a:outerShdw>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th-TH" altLang="ja-JP" sz="1200">
                <a:effectLst>
                  <a:outerShdw blurRad="38100" dist="38100" dir="2700000" algn="tl">
                    <a:srgbClr val="000000"/>
                  </a:outerShdw>
                </a:effectLst>
                <a:latin typeface="Times New Roman" panose="02020603050405020304" pitchFamily="18" charset="0"/>
                <a:cs typeface="Angsana New" pitchFamily="18" charset="-34"/>
              </a:rPr>
              <a:t>Distiguish by color. </a:t>
            </a:r>
          </a:p>
          <a:p>
            <a:pPr eaLnBrk="1" hangingPunct="1"/>
            <a:r>
              <a:rPr lang="th-TH" altLang="ja-JP" sz="1200">
                <a:effectLst>
                  <a:outerShdw blurRad="38100" dist="38100" dir="2700000" algn="tl">
                    <a:srgbClr val="000000"/>
                  </a:outerShdw>
                </a:effectLst>
                <a:latin typeface="Times New Roman" panose="02020603050405020304" pitchFamily="18" charset="0"/>
                <a:cs typeface="Angsana New" pitchFamily="18" charset="-34"/>
              </a:rPr>
              <a:t>From a lot of numerical, </a:t>
            </a:r>
          </a:p>
          <a:p>
            <a:pPr eaLnBrk="1" hangingPunct="1"/>
            <a:r>
              <a:rPr lang="th-TH" altLang="ja-JP" sz="1200">
                <a:effectLst>
                  <a:outerShdw blurRad="38100" dist="38100" dir="2700000" algn="tl">
                    <a:srgbClr val="000000"/>
                  </a:outerShdw>
                </a:effectLst>
                <a:latin typeface="Times New Roman" panose="02020603050405020304" pitchFamily="18" charset="0"/>
                <a:cs typeface="Angsana New" pitchFamily="18" charset="-34"/>
              </a:rPr>
              <a:t>dark</a:t>
            </a:r>
            <a:r>
              <a:rPr lang="en-US" altLang="ja-JP" sz="1200">
                <a:effectLst>
                  <a:outerShdw blurRad="38100" dist="38100" dir="2700000" algn="tl">
                    <a:srgbClr val="000000"/>
                  </a:outerShdw>
                </a:effectLst>
                <a:latin typeface="Times New Roman" panose="02020603050405020304" pitchFamily="18" charset="0"/>
                <a:cs typeface="Angsana New" pitchFamily="18" charset="-34"/>
              </a:rPr>
              <a:t>→</a:t>
            </a:r>
            <a:r>
              <a:rPr lang="th-TH" altLang="ja-JP" sz="1200">
                <a:effectLst>
                  <a:outerShdw blurRad="38100" dist="38100" dir="2700000" algn="tl">
                    <a:srgbClr val="000000"/>
                  </a:outerShdw>
                </a:effectLst>
                <a:latin typeface="Times New Roman" panose="02020603050405020304" pitchFamily="18" charset="0"/>
                <a:cs typeface="Angsana New" pitchFamily="18" charset="-34"/>
              </a:rPr>
              <a:t>light</a:t>
            </a:r>
            <a:endParaRPr lang="en-US" altLang="ja-JP" sz="1200">
              <a:effectLst>
                <a:outerShdw blurRad="38100" dist="38100" dir="2700000" algn="tl">
                  <a:srgbClr val="000000"/>
                </a:outerShdw>
              </a:effectLst>
              <a:latin typeface="Times New Roman" panose="02020603050405020304" pitchFamily="18" charset="0"/>
              <a:cs typeface="Angsana New" pitchFamily="18" charset="-34"/>
            </a:endParaRPr>
          </a:p>
        </p:txBody>
      </p:sp>
      <p:sp>
        <p:nvSpPr>
          <p:cNvPr id="521255" name="Line 39"/>
          <p:cNvSpPr>
            <a:spLocks noChangeShapeType="1"/>
          </p:cNvSpPr>
          <p:nvPr/>
        </p:nvSpPr>
        <p:spPr bwMode="auto">
          <a:xfrm flipH="1">
            <a:off x="5907088" y="2009775"/>
            <a:ext cx="1143000" cy="1295400"/>
          </a:xfrm>
          <a:prstGeom prst="line">
            <a:avLst/>
          </a:prstGeom>
          <a:noFill/>
          <a:ln w="3175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1256" name="Line 40"/>
          <p:cNvSpPr>
            <a:spLocks noChangeShapeType="1"/>
          </p:cNvSpPr>
          <p:nvPr/>
        </p:nvSpPr>
        <p:spPr bwMode="auto">
          <a:xfrm flipH="1">
            <a:off x="6135688" y="2924175"/>
            <a:ext cx="1676400" cy="457200"/>
          </a:xfrm>
          <a:prstGeom prst="line">
            <a:avLst/>
          </a:prstGeom>
          <a:noFill/>
          <a:ln w="3175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1257" name="Line 41"/>
          <p:cNvSpPr>
            <a:spLocks noChangeShapeType="1"/>
          </p:cNvSpPr>
          <p:nvPr/>
        </p:nvSpPr>
        <p:spPr bwMode="auto">
          <a:xfrm flipH="1" flipV="1">
            <a:off x="6211888" y="3990975"/>
            <a:ext cx="1262062" cy="374650"/>
          </a:xfrm>
          <a:prstGeom prst="line">
            <a:avLst/>
          </a:prstGeom>
          <a:noFill/>
          <a:ln w="3175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1258" name="Line 42"/>
          <p:cNvSpPr>
            <a:spLocks noChangeShapeType="1"/>
          </p:cNvSpPr>
          <p:nvPr/>
        </p:nvSpPr>
        <p:spPr bwMode="auto">
          <a:xfrm>
            <a:off x="2351088" y="2936875"/>
            <a:ext cx="1905000" cy="914400"/>
          </a:xfrm>
          <a:prstGeom prst="line">
            <a:avLst/>
          </a:prstGeom>
          <a:noFill/>
          <a:ln w="3175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1265" name="AutoShape 49"/>
          <p:cNvSpPr>
            <a:spLocks noChangeArrowheads="1"/>
          </p:cNvSpPr>
          <p:nvPr/>
        </p:nvSpPr>
        <p:spPr bwMode="auto">
          <a:xfrm>
            <a:off x="1752600" y="152400"/>
            <a:ext cx="6477000" cy="533400"/>
          </a:xfrm>
          <a:prstGeom prst="roundRect">
            <a:avLst>
              <a:gd name="adj" fmla="val 16667"/>
            </a:avLst>
          </a:prstGeom>
          <a:solidFill>
            <a:srgbClr val="008000"/>
          </a:solidFill>
          <a:ln w="9525">
            <a:solidFill>
              <a:schemeClr val="tx1"/>
            </a:solidFill>
            <a:round/>
            <a:headEnd/>
            <a:tailEnd/>
          </a:ln>
          <a:effectLst>
            <a:outerShdw blurRad="63500" dist="107763" dir="2700000" algn="ctr" rotWithShape="0">
              <a:schemeClr val="bg2">
                <a:alpha val="74998"/>
              </a:schemeClr>
            </a:outerShdw>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en-US" altLang="ja-JP">
                <a:effectLst>
                  <a:outerShdw blurRad="38100" dist="38100" dir="2700000" algn="tl">
                    <a:srgbClr val="000000"/>
                  </a:outerShdw>
                </a:effectLst>
                <a:latin typeface="Times New Roman" panose="02020603050405020304" pitchFamily="18" charset="0"/>
                <a:ea typeface="イワタ中丸ゴシック体(GT)" charset="-128"/>
              </a:rPr>
              <a:t>Creating method of 7 QC tools -1 </a:t>
            </a:r>
          </a:p>
        </p:txBody>
      </p:sp>
      <p:sp>
        <p:nvSpPr>
          <p:cNvPr id="521266" name="Text Box 50"/>
          <p:cNvSpPr txBox="1">
            <a:spLocks noChangeArrowheads="1"/>
          </p:cNvSpPr>
          <p:nvPr/>
        </p:nvSpPr>
        <p:spPr bwMode="auto">
          <a:xfrm>
            <a:off x="6897688" y="5157788"/>
            <a:ext cx="2447925" cy="476250"/>
          </a:xfrm>
          <a:prstGeom prst="rect">
            <a:avLst/>
          </a:prstGeom>
          <a:solidFill>
            <a:schemeClr val="bg1"/>
          </a:solidFill>
          <a:ln w="19050">
            <a:solidFill>
              <a:schemeClr val="tx1"/>
            </a:solid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th-TH" altLang="ja-JP" sz="1200">
                <a:effectLst>
                  <a:outerShdw blurRad="38100" dist="38100" dir="2700000" algn="tl">
                    <a:srgbClr val="000000"/>
                  </a:outerShdw>
                </a:effectLst>
                <a:latin typeface="Times New Roman" panose="02020603050405020304" pitchFamily="18" charset="0"/>
                <a:cs typeface="Angsana New" pitchFamily="18" charset="-34"/>
              </a:rPr>
              <a:t>Creation date : .....year Jan 10.</a:t>
            </a:r>
          </a:p>
          <a:p>
            <a:pPr eaLnBrk="1" hangingPunct="1"/>
            <a:r>
              <a:rPr lang="th-TH" altLang="ja-JP" sz="1200">
                <a:effectLst>
                  <a:outerShdw blurRad="38100" dist="38100" dir="2700000" algn="tl">
                    <a:srgbClr val="000000"/>
                  </a:outerShdw>
                </a:effectLst>
                <a:latin typeface="Times New Roman" panose="02020603050405020304" pitchFamily="18" charset="0"/>
                <a:cs typeface="Angsana New" pitchFamily="18" charset="-34"/>
              </a:rPr>
              <a:t>Creator : Kawada</a:t>
            </a:r>
            <a:endParaRPr lang="en-US" altLang="ja-JP" sz="1200">
              <a:effectLst>
                <a:outerShdw blurRad="38100" dist="38100" dir="2700000" algn="tl">
                  <a:srgbClr val="000000"/>
                </a:outerShdw>
              </a:effectLst>
              <a:latin typeface="Times New Roman" panose="02020603050405020304" pitchFamily="18" charset="0"/>
              <a:cs typeface="Angsana New" pitchFamily="18" charset="-34"/>
            </a:endParaRPr>
          </a:p>
        </p:txBody>
      </p:sp>
      <p:sp>
        <p:nvSpPr>
          <p:cNvPr id="521267" name="Text Box 51"/>
          <p:cNvSpPr txBox="1">
            <a:spLocks noChangeArrowheads="1"/>
          </p:cNvSpPr>
          <p:nvPr/>
        </p:nvSpPr>
        <p:spPr bwMode="auto">
          <a:xfrm>
            <a:off x="7329488" y="5876925"/>
            <a:ext cx="2016125" cy="661988"/>
          </a:xfrm>
          <a:prstGeom prst="rect">
            <a:avLst/>
          </a:prstGeom>
          <a:solidFill>
            <a:srgbClr val="800080"/>
          </a:solidFill>
          <a:ln w="22225" cap="rnd">
            <a:solidFill>
              <a:schemeClr val="tx1"/>
            </a:solidFill>
            <a:prstDash val="sysDot"/>
            <a:miter lim="800000"/>
            <a:headEnd/>
            <a:tailEnd/>
          </a:ln>
          <a:effectLst>
            <a:outerShdw blurRad="63500" dist="107763" dir="2700000" algn="ctr" rotWithShape="0">
              <a:schemeClr val="bg2">
                <a:alpha val="74998"/>
              </a:schemeClr>
            </a:outerShdw>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th-TH" altLang="ja-JP" sz="1200">
                <a:effectLst>
                  <a:outerShdw blurRad="38100" dist="38100" dir="2700000" algn="tl">
                    <a:srgbClr val="000000"/>
                  </a:outerShdw>
                </a:effectLst>
                <a:latin typeface="Times New Roman" panose="02020603050405020304" pitchFamily="18" charset="0"/>
                <a:cs typeface="Angsana New" pitchFamily="18" charset="-34"/>
              </a:rPr>
              <a:t>Write graph name, number in the middle below a graph.</a:t>
            </a:r>
            <a:endParaRPr lang="en-US" altLang="ja-JP" sz="1200">
              <a:effectLst>
                <a:outerShdw blurRad="38100" dist="38100" dir="2700000" algn="tl">
                  <a:srgbClr val="000000"/>
                </a:outerShdw>
              </a:effectLst>
              <a:latin typeface="Times New Roman" panose="02020603050405020304" pitchFamily="18" charset="0"/>
              <a:cs typeface="Angsana New" pitchFamily="18" charset="-34"/>
            </a:endParaRPr>
          </a:p>
        </p:txBody>
      </p:sp>
      <p:sp>
        <p:nvSpPr>
          <p:cNvPr id="521268" name="Text Box 52"/>
          <p:cNvSpPr txBox="1">
            <a:spLocks noChangeArrowheads="1"/>
          </p:cNvSpPr>
          <p:nvPr/>
        </p:nvSpPr>
        <p:spPr bwMode="auto">
          <a:xfrm>
            <a:off x="7689850" y="4581525"/>
            <a:ext cx="1781175" cy="296863"/>
          </a:xfrm>
          <a:prstGeom prst="rect">
            <a:avLst/>
          </a:prstGeom>
          <a:solidFill>
            <a:srgbClr val="800080"/>
          </a:solidFill>
          <a:ln w="22225" cap="rnd">
            <a:solidFill>
              <a:schemeClr val="tx1"/>
            </a:solidFill>
            <a:prstDash val="sysDot"/>
            <a:miter lim="800000"/>
            <a:headEnd/>
            <a:tailEnd/>
          </a:ln>
          <a:effectLst>
            <a:outerShdw blurRad="63500" dist="107763" dir="2700000" algn="ctr" rotWithShape="0">
              <a:schemeClr val="bg2">
                <a:alpha val="74998"/>
              </a:schemeClr>
            </a:outerShdw>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spcBef>
                <a:spcPct val="50000"/>
              </a:spcBef>
            </a:pPr>
            <a:r>
              <a:rPr lang="th-TH" altLang="ja-JP" sz="1200">
                <a:effectLst>
                  <a:outerShdw blurRad="38100" dist="38100" dir="2700000" algn="tl">
                    <a:srgbClr val="000000"/>
                  </a:outerShdw>
                </a:effectLst>
                <a:latin typeface="Times New Roman" panose="02020603050405020304" pitchFamily="18" charset="0"/>
                <a:cs typeface="Angsana New" pitchFamily="18" charset="-34"/>
              </a:rPr>
              <a:t>Complete if necessary </a:t>
            </a:r>
            <a:endParaRPr lang="en-US" altLang="ja-JP" sz="1200">
              <a:effectLst>
                <a:outerShdw blurRad="38100" dist="38100" dir="2700000" algn="tl">
                  <a:srgbClr val="000000"/>
                </a:outerShdw>
              </a:effectLst>
              <a:latin typeface="Times New Roman" panose="02020603050405020304" pitchFamily="18" charset="0"/>
              <a:cs typeface="Angsana New" pitchFamily="18" charset="-34"/>
            </a:endParaRPr>
          </a:p>
        </p:txBody>
      </p:sp>
      <p:sp>
        <p:nvSpPr>
          <p:cNvPr id="521248" name="Rectangle 32"/>
          <p:cNvSpPr>
            <a:spLocks noChangeArrowheads="1"/>
          </p:cNvSpPr>
          <p:nvPr/>
        </p:nvSpPr>
        <p:spPr bwMode="auto">
          <a:xfrm>
            <a:off x="7040563" y="4135438"/>
            <a:ext cx="2519362" cy="354012"/>
          </a:xfrm>
          <a:prstGeom prst="rect">
            <a:avLst/>
          </a:prstGeom>
          <a:solidFill>
            <a:srgbClr val="800080"/>
          </a:solidFill>
          <a:ln w="19050">
            <a:solidFill>
              <a:schemeClr val="tx1"/>
            </a:solidFill>
            <a:prstDash val="sysDot"/>
            <a:miter lim="800000"/>
            <a:headEnd/>
            <a:tailEnd/>
          </a:ln>
          <a:effectLst>
            <a:outerShdw blurRad="63500" dist="107763" dir="2700000" algn="ctr" rotWithShape="0">
              <a:schemeClr val="bg2">
                <a:alpha val="74998"/>
              </a:schemeClr>
            </a:outerShdw>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th-TH" altLang="ja-JP" sz="1200">
                <a:effectLst>
                  <a:outerShdw blurRad="38100" dist="38100" dir="2700000" algn="tl">
                    <a:srgbClr val="000000"/>
                  </a:outerShdw>
                </a:effectLst>
                <a:latin typeface="Times New Roman" panose="02020603050405020304" pitchFamily="18" charset="0"/>
                <a:cs typeface="Angsana New" pitchFamily="18" charset="-34"/>
              </a:rPr>
              <a:t>Write the necessary numerical value</a:t>
            </a:r>
            <a:endParaRPr lang="en-US" altLang="ja-JP" sz="1200">
              <a:effectLst>
                <a:outerShdw blurRad="38100" dist="38100" dir="2700000" algn="tl">
                  <a:srgbClr val="000000"/>
                </a:outerShdw>
              </a:effectLst>
              <a:latin typeface="Times New Roman" panose="02020603050405020304" pitchFamily="18" charset="0"/>
              <a:cs typeface="Angsana New" pitchFamily="18" charset="-34"/>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3267" name="Text Box 3"/>
          <p:cNvSpPr txBox="1">
            <a:spLocks noChangeArrowheads="1"/>
          </p:cNvSpPr>
          <p:nvPr/>
        </p:nvSpPr>
        <p:spPr bwMode="auto">
          <a:xfrm>
            <a:off x="139700" y="800100"/>
            <a:ext cx="4356100" cy="379413"/>
          </a:xfrm>
          <a:prstGeom prst="rect">
            <a:avLst/>
          </a:prstGeom>
          <a:solidFill>
            <a:srgbClr val="008000"/>
          </a:solidFill>
          <a:ln w="12700">
            <a:solidFill>
              <a:schemeClr val="tx1"/>
            </a:solidFill>
            <a:miter lim="800000"/>
            <a:headEnd/>
            <a:tailEnd/>
          </a:ln>
          <a:effectLst>
            <a:outerShdw blurRad="63500" dist="107763" dir="2700000" algn="ctr" rotWithShape="0">
              <a:schemeClr val="bg2">
                <a:alpha val="74998"/>
              </a:schemeClr>
            </a:outerShdw>
          </a:effectLst>
        </p:spPr>
        <p:txBody>
          <a:bodyPr>
            <a:spAutoFit/>
          </a:bodyPr>
          <a:lstStyle/>
          <a:p>
            <a:pPr>
              <a:spcBef>
                <a:spcPct val="50000"/>
              </a:spcBef>
              <a:defRPr/>
            </a:pPr>
            <a:r>
              <a:rPr lang="th-TH" altLang="ja-JP" sz="1800">
                <a:effectLst>
                  <a:outerShdw blurRad="38100" dist="38100" dir="2700000" algn="tl">
                    <a:srgbClr val="000000"/>
                  </a:outerShdw>
                </a:effectLst>
                <a:latin typeface="Times New Roman" pitchFamily="18" charset="0"/>
                <a:cs typeface="Angsana New" pitchFamily="18" charset="-34"/>
              </a:rPr>
              <a:t>Pie graph : showing the ratio of details</a:t>
            </a:r>
            <a:endParaRPr lang="en-US" altLang="ja-JP" sz="1800">
              <a:effectLst>
                <a:outerShdw blurRad="38100" dist="38100" dir="2700000" algn="tl">
                  <a:srgbClr val="000000"/>
                </a:outerShdw>
              </a:effectLst>
              <a:latin typeface="Times New Roman" pitchFamily="18" charset="0"/>
              <a:cs typeface="Angsana New" pitchFamily="18" charset="-34"/>
            </a:endParaRPr>
          </a:p>
        </p:txBody>
      </p:sp>
      <p:sp>
        <p:nvSpPr>
          <p:cNvPr id="523269" name="AutoShape 5"/>
          <p:cNvSpPr>
            <a:spLocks noChangeArrowheads="1"/>
          </p:cNvSpPr>
          <p:nvPr/>
        </p:nvSpPr>
        <p:spPr bwMode="auto">
          <a:xfrm>
            <a:off x="304800" y="1371600"/>
            <a:ext cx="9372600" cy="5321300"/>
          </a:xfrm>
          <a:prstGeom prst="roundRect">
            <a:avLst>
              <a:gd name="adj" fmla="val 3847"/>
            </a:avLst>
          </a:prstGeom>
          <a:solidFill>
            <a:srgbClr val="000080">
              <a:alpha val="50000"/>
            </a:srgbClr>
          </a:solidFill>
          <a:ln w="9525">
            <a:solidFill>
              <a:schemeClr val="tx1"/>
            </a:solidFill>
            <a:round/>
            <a:headEnd/>
            <a:tailEnd/>
          </a:ln>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th-TH" altLang="ja-JP">
                <a:effectLst>
                  <a:outerShdw blurRad="38100" dist="38100" dir="2700000" algn="tl">
                    <a:srgbClr val="000000"/>
                  </a:outerShdw>
                </a:effectLst>
                <a:latin typeface="Times New Roman" panose="02020603050405020304" pitchFamily="18" charset="0"/>
                <a:cs typeface="Angsana New" pitchFamily="18" charset="-34"/>
              </a:rPr>
              <a:t>e</a:t>
            </a:r>
            <a:r>
              <a:rPr lang="th-TH" altLang="ja-JP">
                <a:latin typeface="Times New Roman" panose="02020603050405020304" pitchFamily="18" charset="0"/>
              </a:rPr>
              <a:t> </a:t>
            </a:r>
            <a:endParaRPr lang="en-US" altLang="ms-MY">
              <a:latin typeface="Times New Roman" panose="02020603050405020304" pitchFamily="18" charset="0"/>
            </a:endParaRPr>
          </a:p>
        </p:txBody>
      </p:sp>
      <p:sp>
        <p:nvSpPr>
          <p:cNvPr id="523270" name="Text Box 6"/>
          <p:cNvSpPr txBox="1">
            <a:spLocks noChangeArrowheads="1"/>
          </p:cNvSpPr>
          <p:nvPr/>
        </p:nvSpPr>
        <p:spPr bwMode="auto">
          <a:xfrm>
            <a:off x="1433513" y="3143250"/>
            <a:ext cx="1373187" cy="517525"/>
          </a:xfrm>
          <a:prstGeom prst="rect">
            <a:avLst/>
          </a:prstGeom>
          <a:noFill/>
          <a:ln w="9525">
            <a:noFill/>
            <a:miter lim="800000"/>
            <a:headEnd/>
            <a:tailEnd/>
          </a:ln>
          <a:effectLst/>
        </p:spPr>
        <p:txBody>
          <a:bodyPr>
            <a:spAutoFit/>
          </a:bodyPr>
          <a:lstStyle/>
          <a:p>
            <a:pPr>
              <a:defRPr/>
            </a:pPr>
            <a:r>
              <a:rPr lang="en-US" altLang="ja-JP" sz="1400">
                <a:solidFill>
                  <a:schemeClr val="folHlink"/>
                </a:solidFill>
                <a:effectLst>
                  <a:outerShdw blurRad="38100" dist="38100" dir="2700000" algn="tl">
                    <a:srgbClr val="000000"/>
                  </a:outerShdw>
                </a:effectLst>
                <a:latin typeface="Times New Roman" pitchFamily="18" charset="0"/>
                <a:cs typeface="Angsana New" pitchFamily="18" charset="-34"/>
              </a:rPr>
              <a:t>Apr 1995</a:t>
            </a:r>
          </a:p>
          <a:p>
            <a:pPr>
              <a:defRPr/>
            </a:pPr>
            <a:r>
              <a:rPr lang="en-US" altLang="ja-JP" sz="1400">
                <a:solidFill>
                  <a:schemeClr val="folHlink"/>
                </a:solidFill>
                <a:effectLst>
                  <a:outerShdw blurRad="38100" dist="38100" dir="2700000" algn="tl">
                    <a:srgbClr val="000000"/>
                  </a:outerShdw>
                </a:effectLst>
                <a:latin typeface="Times New Roman" pitchFamily="18" charset="0"/>
                <a:cs typeface="Angsana New" pitchFamily="18" charset="-34"/>
              </a:rPr>
              <a:t> </a:t>
            </a:r>
            <a:r>
              <a:rPr lang="ja-JP" altLang="en-US" sz="1400">
                <a:solidFill>
                  <a:schemeClr val="folHlink"/>
                </a:solidFill>
                <a:effectLst>
                  <a:outerShdw blurRad="38100" dist="38100" dir="2700000" algn="tl">
                    <a:srgbClr val="000000"/>
                  </a:outerShdw>
                </a:effectLst>
                <a:latin typeface="Times New Roman" pitchFamily="18" charset="0"/>
                <a:cs typeface="Angsana New" pitchFamily="18" charset="-34"/>
              </a:rPr>
              <a:t>ｎ＝</a:t>
            </a:r>
            <a:r>
              <a:rPr lang="en-US" altLang="ja-JP" sz="1400">
                <a:solidFill>
                  <a:schemeClr val="folHlink"/>
                </a:solidFill>
                <a:effectLst>
                  <a:outerShdw blurRad="38100" dist="38100" dir="2700000" algn="tl">
                    <a:srgbClr val="000000"/>
                  </a:outerShdw>
                </a:effectLst>
                <a:latin typeface="Times New Roman" pitchFamily="18" charset="0"/>
                <a:cs typeface="Angsana New" pitchFamily="18" charset="-34"/>
              </a:rPr>
              <a:t>185</a:t>
            </a:r>
          </a:p>
        </p:txBody>
      </p:sp>
      <p:sp>
        <p:nvSpPr>
          <p:cNvPr id="523271" name="Text Box 7"/>
          <p:cNvSpPr txBox="1">
            <a:spLocks noChangeArrowheads="1"/>
          </p:cNvSpPr>
          <p:nvPr/>
        </p:nvSpPr>
        <p:spPr bwMode="auto">
          <a:xfrm>
            <a:off x="1393825" y="4318000"/>
            <a:ext cx="1374775" cy="517525"/>
          </a:xfrm>
          <a:prstGeom prst="rect">
            <a:avLst/>
          </a:prstGeom>
          <a:noFill/>
          <a:ln w="9525">
            <a:noFill/>
            <a:miter lim="800000"/>
            <a:headEnd/>
            <a:tailEnd/>
          </a:ln>
          <a:effectLst/>
        </p:spPr>
        <p:txBody>
          <a:bodyPr>
            <a:spAutoFit/>
          </a:bodyPr>
          <a:lstStyle/>
          <a:p>
            <a:pPr>
              <a:defRPr/>
            </a:pPr>
            <a:r>
              <a:rPr lang="en-US" altLang="ja-JP" sz="1400">
                <a:solidFill>
                  <a:schemeClr val="folHlink"/>
                </a:solidFill>
                <a:effectLst>
                  <a:outerShdw blurRad="38100" dist="38100" dir="2700000" algn="tl">
                    <a:srgbClr val="000000"/>
                  </a:outerShdw>
                </a:effectLst>
                <a:latin typeface="Times New Roman" pitchFamily="18" charset="0"/>
              </a:rPr>
              <a:t>Jan 2000</a:t>
            </a:r>
          </a:p>
          <a:p>
            <a:pPr>
              <a:defRPr/>
            </a:pPr>
            <a:r>
              <a:rPr lang="en-US" altLang="ja-JP" sz="1400">
                <a:solidFill>
                  <a:schemeClr val="folHlink"/>
                </a:solidFill>
                <a:effectLst>
                  <a:outerShdw blurRad="38100" dist="38100" dir="2700000" algn="tl">
                    <a:srgbClr val="000000"/>
                  </a:outerShdw>
                </a:effectLst>
                <a:latin typeface="Times New Roman" pitchFamily="18" charset="0"/>
              </a:rPr>
              <a:t> </a:t>
            </a:r>
            <a:r>
              <a:rPr lang="ja-JP" altLang="en-US" sz="1400">
                <a:solidFill>
                  <a:schemeClr val="folHlink"/>
                </a:solidFill>
                <a:effectLst>
                  <a:outerShdw blurRad="38100" dist="38100" dir="2700000" algn="tl">
                    <a:srgbClr val="000000"/>
                  </a:outerShdw>
                </a:effectLst>
                <a:latin typeface="Times New Roman" pitchFamily="18" charset="0"/>
              </a:rPr>
              <a:t>ｎ＝</a:t>
            </a:r>
            <a:r>
              <a:rPr lang="en-US" altLang="ja-JP" sz="1400">
                <a:solidFill>
                  <a:schemeClr val="folHlink"/>
                </a:solidFill>
                <a:effectLst>
                  <a:outerShdw blurRad="38100" dist="38100" dir="2700000" algn="tl">
                    <a:srgbClr val="000000"/>
                  </a:outerShdw>
                </a:effectLst>
                <a:latin typeface="Times New Roman" pitchFamily="18" charset="0"/>
              </a:rPr>
              <a:t>168</a:t>
            </a:r>
          </a:p>
        </p:txBody>
      </p:sp>
      <p:sp>
        <p:nvSpPr>
          <p:cNvPr id="523272" name="Text Box 8"/>
          <p:cNvSpPr txBox="1">
            <a:spLocks noChangeArrowheads="1"/>
          </p:cNvSpPr>
          <p:nvPr/>
        </p:nvSpPr>
        <p:spPr bwMode="auto">
          <a:xfrm>
            <a:off x="4054475" y="1954213"/>
            <a:ext cx="1998663" cy="274637"/>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spcBef>
                <a:spcPct val="50000"/>
              </a:spcBef>
            </a:pPr>
            <a:r>
              <a:rPr lang="th-TH" altLang="ja-JP" sz="1200">
                <a:effectLst>
                  <a:outerShdw blurRad="38100" dist="38100" dir="2700000" algn="tl">
                    <a:srgbClr val="000000"/>
                  </a:outerShdw>
                </a:effectLst>
                <a:latin typeface="Times New Roman" panose="02020603050405020304" pitchFamily="18" charset="0"/>
                <a:cs typeface="Angsana New" pitchFamily="18" charset="-34"/>
              </a:rPr>
              <a:t>Write a unit in this position </a:t>
            </a:r>
            <a:endParaRPr lang="en-US" altLang="ja-JP" sz="1200">
              <a:effectLst>
                <a:outerShdw blurRad="38100" dist="38100" dir="2700000" algn="tl">
                  <a:srgbClr val="000000"/>
                </a:outerShdw>
              </a:effectLst>
              <a:latin typeface="Times New Roman" panose="02020603050405020304" pitchFamily="18" charset="0"/>
              <a:cs typeface="Angsana New" pitchFamily="18" charset="-34"/>
            </a:endParaRPr>
          </a:p>
        </p:txBody>
      </p:sp>
      <p:sp>
        <p:nvSpPr>
          <p:cNvPr id="523273" name="Text Box 9"/>
          <p:cNvSpPr txBox="1">
            <a:spLocks noChangeArrowheads="1"/>
          </p:cNvSpPr>
          <p:nvPr/>
        </p:nvSpPr>
        <p:spPr bwMode="auto">
          <a:xfrm>
            <a:off x="3297238" y="5195888"/>
            <a:ext cx="3168650" cy="274637"/>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spcBef>
                <a:spcPct val="50000"/>
              </a:spcBef>
            </a:pPr>
            <a:r>
              <a:rPr lang="th-TH" altLang="ja-JP" sz="1200">
                <a:solidFill>
                  <a:schemeClr val="folHlink"/>
                </a:solidFill>
                <a:effectLst>
                  <a:outerShdw blurRad="38100" dist="38100" dir="2700000" algn="tl">
                    <a:srgbClr val="000000"/>
                  </a:outerShdw>
                </a:effectLst>
                <a:latin typeface="Times New Roman" panose="02020603050405020304" pitchFamily="18" charset="0"/>
                <a:cs typeface="Angsana New" pitchFamily="18" charset="-34"/>
              </a:rPr>
              <a:t>Graph 1.4   The method to select the presenter</a:t>
            </a:r>
            <a:endParaRPr lang="en-US" altLang="ja-JP" sz="1200">
              <a:solidFill>
                <a:schemeClr val="folHlink"/>
              </a:solidFill>
              <a:effectLst>
                <a:outerShdw blurRad="38100" dist="38100" dir="2700000" algn="tl">
                  <a:srgbClr val="000000"/>
                </a:outerShdw>
              </a:effectLst>
              <a:latin typeface="Times New Roman" panose="02020603050405020304" pitchFamily="18" charset="0"/>
              <a:cs typeface="Angsana New" pitchFamily="18" charset="-34"/>
            </a:endParaRPr>
          </a:p>
        </p:txBody>
      </p:sp>
      <p:sp>
        <p:nvSpPr>
          <p:cNvPr id="523275" name="Rectangle 11"/>
          <p:cNvSpPr>
            <a:spLocks noChangeArrowheads="1"/>
          </p:cNvSpPr>
          <p:nvPr/>
        </p:nvSpPr>
        <p:spPr bwMode="auto">
          <a:xfrm>
            <a:off x="7439025" y="4216400"/>
            <a:ext cx="152400" cy="681038"/>
          </a:xfrm>
          <a:prstGeom prst="rect">
            <a:avLst/>
          </a:prstGeom>
          <a:solidFill>
            <a:srgbClr val="FF9900"/>
          </a:solidFill>
          <a:ln w="9525">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23276" name="Rectangle 12"/>
          <p:cNvSpPr>
            <a:spLocks noChangeArrowheads="1"/>
          </p:cNvSpPr>
          <p:nvPr/>
        </p:nvSpPr>
        <p:spPr bwMode="auto">
          <a:xfrm>
            <a:off x="5424488" y="4216400"/>
            <a:ext cx="1381125" cy="681038"/>
          </a:xfrm>
          <a:prstGeom prst="rect">
            <a:avLst/>
          </a:prstGeom>
          <a:solidFill>
            <a:srgbClr val="993300"/>
          </a:solidFill>
          <a:ln w="38100">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23277" name="Rectangle 13"/>
          <p:cNvSpPr>
            <a:spLocks noChangeArrowheads="1"/>
          </p:cNvSpPr>
          <p:nvPr/>
        </p:nvSpPr>
        <p:spPr bwMode="auto">
          <a:xfrm>
            <a:off x="2390775" y="4216400"/>
            <a:ext cx="1993900" cy="681038"/>
          </a:xfrm>
          <a:prstGeom prst="rect">
            <a:avLst/>
          </a:prstGeom>
          <a:solidFill>
            <a:srgbClr val="006600"/>
          </a:solidFill>
          <a:ln w="9525">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23278" name="Text Box 14"/>
          <p:cNvSpPr txBox="1">
            <a:spLocks noChangeArrowheads="1"/>
          </p:cNvSpPr>
          <p:nvPr/>
        </p:nvSpPr>
        <p:spPr bwMode="auto">
          <a:xfrm>
            <a:off x="7200900" y="2352675"/>
            <a:ext cx="1136650" cy="366713"/>
          </a:xfrm>
          <a:prstGeom prst="rect">
            <a:avLst/>
          </a:prstGeom>
          <a:noFill/>
          <a:ln w="9525">
            <a:noFill/>
            <a:miter lim="800000"/>
            <a:headEnd/>
            <a:tailEnd/>
          </a:ln>
          <a:effectLst/>
        </p:spPr>
        <p:txBody>
          <a:bodyPr>
            <a:spAutoFit/>
          </a:bodyPr>
          <a:lstStyle/>
          <a:p>
            <a:pPr>
              <a:spcBef>
                <a:spcPct val="50000"/>
              </a:spcBef>
              <a:defRPr/>
            </a:pPr>
            <a:r>
              <a:rPr lang="en-US" altLang="ja-JP" sz="1800">
                <a:effectLst>
                  <a:outerShdw blurRad="38100" dist="38100" dir="2700000" algn="tl">
                    <a:srgbClr val="000000"/>
                  </a:outerShdw>
                </a:effectLst>
                <a:latin typeface="Times New Roman" pitchFamily="18" charset="0"/>
              </a:rPr>
              <a:t>100(%)</a:t>
            </a:r>
            <a:endParaRPr lang="en-US" altLang="ja-JP" sz="1800" b="0">
              <a:effectLst>
                <a:outerShdw blurRad="38100" dist="38100" dir="2700000" algn="tl">
                  <a:srgbClr val="000000"/>
                </a:outerShdw>
              </a:effectLst>
              <a:latin typeface="Times New Roman" pitchFamily="18" charset="0"/>
            </a:endParaRPr>
          </a:p>
        </p:txBody>
      </p:sp>
      <p:sp>
        <p:nvSpPr>
          <p:cNvPr id="523279" name="Rectangle 15"/>
          <p:cNvSpPr>
            <a:spLocks noChangeArrowheads="1"/>
          </p:cNvSpPr>
          <p:nvPr/>
        </p:nvSpPr>
        <p:spPr bwMode="auto">
          <a:xfrm>
            <a:off x="2382838" y="4225925"/>
            <a:ext cx="5200650" cy="677863"/>
          </a:xfrm>
          <a:prstGeom prst="rect">
            <a:avLst/>
          </a:prstGeom>
          <a:noFill/>
          <a:ln w="28575">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23280" name="Line 16"/>
          <p:cNvSpPr>
            <a:spLocks noChangeShapeType="1"/>
          </p:cNvSpPr>
          <p:nvPr/>
        </p:nvSpPr>
        <p:spPr bwMode="auto">
          <a:xfrm>
            <a:off x="4384675" y="4225925"/>
            <a:ext cx="0" cy="677863"/>
          </a:xfrm>
          <a:prstGeom prst="line">
            <a:avLst/>
          </a:prstGeom>
          <a:noFill/>
          <a:ln w="381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3281" name="Line 17"/>
          <p:cNvSpPr>
            <a:spLocks noChangeShapeType="1"/>
          </p:cNvSpPr>
          <p:nvPr/>
        </p:nvSpPr>
        <p:spPr bwMode="auto">
          <a:xfrm>
            <a:off x="5435600" y="4225925"/>
            <a:ext cx="0" cy="677863"/>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3282" name="Line 18"/>
          <p:cNvSpPr>
            <a:spLocks noChangeShapeType="1"/>
          </p:cNvSpPr>
          <p:nvPr/>
        </p:nvSpPr>
        <p:spPr bwMode="auto">
          <a:xfrm>
            <a:off x="6810375" y="4225925"/>
            <a:ext cx="0" cy="677863"/>
          </a:xfrm>
          <a:prstGeom prst="line">
            <a:avLst/>
          </a:prstGeom>
          <a:noFill/>
          <a:ln w="381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3283" name="Line 19"/>
          <p:cNvSpPr>
            <a:spLocks noChangeShapeType="1"/>
          </p:cNvSpPr>
          <p:nvPr/>
        </p:nvSpPr>
        <p:spPr bwMode="auto">
          <a:xfrm>
            <a:off x="7437438" y="4225925"/>
            <a:ext cx="0" cy="677863"/>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3284" name="Text Box 20"/>
          <p:cNvSpPr txBox="1">
            <a:spLocks noChangeArrowheads="1"/>
          </p:cNvSpPr>
          <p:nvPr/>
        </p:nvSpPr>
        <p:spPr bwMode="auto">
          <a:xfrm>
            <a:off x="7545388" y="3141663"/>
            <a:ext cx="923925" cy="457200"/>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th-TH" altLang="ja-JP" sz="1200">
                <a:effectLst>
                  <a:outerShdw blurRad="38100" dist="38100" dir="2700000" algn="tl">
                    <a:srgbClr val="000000"/>
                  </a:outerShdw>
                </a:effectLst>
                <a:latin typeface="Times New Roman" panose="02020603050405020304" pitchFamily="18" charset="0"/>
                <a:cs typeface="Angsana New" pitchFamily="18" charset="-34"/>
              </a:rPr>
              <a:t>Others</a:t>
            </a:r>
          </a:p>
          <a:p>
            <a:pPr eaLnBrk="1" hangingPunct="1"/>
            <a:r>
              <a:rPr lang="th-TH" altLang="ja-JP" sz="1200">
                <a:effectLst>
                  <a:outerShdw blurRad="38100" dist="38100" dir="2700000" algn="tl">
                    <a:srgbClr val="000000"/>
                  </a:outerShdw>
                </a:effectLst>
                <a:latin typeface="Times New Roman" panose="02020603050405020304" pitchFamily="18" charset="0"/>
                <a:cs typeface="Angsana New" pitchFamily="18" charset="-34"/>
              </a:rPr>
              <a:t>(</a:t>
            </a:r>
            <a:r>
              <a:rPr lang="en-US" altLang="ja-JP" sz="1200">
                <a:effectLst>
                  <a:outerShdw blurRad="38100" dist="38100" dir="2700000" algn="tl">
                    <a:srgbClr val="000000"/>
                  </a:outerShdw>
                </a:effectLst>
                <a:latin typeface="Times New Roman" panose="02020603050405020304" pitchFamily="18" charset="0"/>
                <a:cs typeface="Angsana New" pitchFamily="18" charset="-34"/>
              </a:rPr>
              <a:t>5%)</a:t>
            </a:r>
          </a:p>
        </p:txBody>
      </p:sp>
      <p:sp>
        <p:nvSpPr>
          <p:cNvPr id="44061" name="Text Box 21"/>
          <p:cNvSpPr txBox="1">
            <a:spLocks noChangeArrowheads="1"/>
          </p:cNvSpPr>
          <p:nvPr/>
        </p:nvSpPr>
        <p:spPr bwMode="auto">
          <a:xfrm>
            <a:off x="7545388" y="4365625"/>
            <a:ext cx="938212"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ja-JP" altLang="en-US" sz="1200" b="0">
                <a:latin typeface="Times New Roman" panose="02020603050405020304" pitchFamily="18" charset="0"/>
              </a:rPr>
              <a:t>（</a:t>
            </a:r>
            <a:r>
              <a:rPr lang="en-US" altLang="ja-JP" sz="1200" b="0">
                <a:latin typeface="Times New Roman" panose="02020603050405020304" pitchFamily="18" charset="0"/>
              </a:rPr>
              <a:t>4%</a:t>
            </a:r>
            <a:r>
              <a:rPr lang="ja-JP" altLang="en-US" sz="1200" b="0">
                <a:latin typeface="Times New Roman" panose="02020603050405020304" pitchFamily="18" charset="0"/>
              </a:rPr>
              <a:t>）</a:t>
            </a:r>
            <a:endParaRPr lang="en-US" altLang="ja-JP" sz="1200" b="0">
              <a:latin typeface="Times New Roman" panose="02020603050405020304" pitchFamily="18" charset="0"/>
            </a:endParaRPr>
          </a:p>
        </p:txBody>
      </p:sp>
      <p:sp>
        <p:nvSpPr>
          <p:cNvPr id="523286" name="Rectangle 22"/>
          <p:cNvSpPr>
            <a:spLocks noChangeArrowheads="1"/>
          </p:cNvSpPr>
          <p:nvPr/>
        </p:nvSpPr>
        <p:spPr bwMode="auto">
          <a:xfrm>
            <a:off x="7389813" y="3092450"/>
            <a:ext cx="201612" cy="669925"/>
          </a:xfrm>
          <a:prstGeom prst="rect">
            <a:avLst/>
          </a:prstGeom>
          <a:solidFill>
            <a:srgbClr val="FF9900"/>
          </a:solidFill>
          <a:ln w="9525">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23287" name="Rectangle 23"/>
          <p:cNvSpPr>
            <a:spLocks noChangeArrowheads="1"/>
          </p:cNvSpPr>
          <p:nvPr/>
        </p:nvSpPr>
        <p:spPr bwMode="auto">
          <a:xfrm>
            <a:off x="5619750" y="3098800"/>
            <a:ext cx="1004888" cy="663575"/>
          </a:xfrm>
          <a:prstGeom prst="rect">
            <a:avLst/>
          </a:prstGeom>
          <a:solidFill>
            <a:srgbClr val="993300"/>
          </a:solidFill>
          <a:ln w="38100">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23288" name="Rectangle 24"/>
          <p:cNvSpPr>
            <a:spLocks noChangeArrowheads="1"/>
          </p:cNvSpPr>
          <p:nvPr/>
        </p:nvSpPr>
        <p:spPr bwMode="auto">
          <a:xfrm>
            <a:off x="2390775" y="3084513"/>
            <a:ext cx="1900238" cy="677862"/>
          </a:xfrm>
          <a:prstGeom prst="rect">
            <a:avLst/>
          </a:prstGeom>
          <a:solidFill>
            <a:srgbClr val="006600"/>
          </a:solidFill>
          <a:ln w="9525">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23289" name="Rectangle 25"/>
          <p:cNvSpPr>
            <a:spLocks noChangeArrowheads="1"/>
          </p:cNvSpPr>
          <p:nvPr/>
        </p:nvSpPr>
        <p:spPr bwMode="auto">
          <a:xfrm>
            <a:off x="2382838" y="3095625"/>
            <a:ext cx="5200650" cy="677863"/>
          </a:xfrm>
          <a:prstGeom prst="rect">
            <a:avLst/>
          </a:prstGeom>
          <a:noFill/>
          <a:ln w="28575">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23290" name="Line 26"/>
          <p:cNvSpPr>
            <a:spLocks noChangeShapeType="1"/>
          </p:cNvSpPr>
          <p:nvPr/>
        </p:nvSpPr>
        <p:spPr bwMode="auto">
          <a:xfrm>
            <a:off x="2382838" y="2754313"/>
            <a:ext cx="5219700" cy="0"/>
          </a:xfrm>
          <a:prstGeom prst="line">
            <a:avLst/>
          </a:prstGeom>
          <a:noFill/>
          <a:ln w="381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3291" name="Line 27"/>
          <p:cNvSpPr>
            <a:spLocks noChangeShapeType="1"/>
          </p:cNvSpPr>
          <p:nvPr/>
        </p:nvSpPr>
        <p:spPr bwMode="auto">
          <a:xfrm>
            <a:off x="2382838" y="2733675"/>
            <a:ext cx="0" cy="153988"/>
          </a:xfrm>
          <a:prstGeom prst="line">
            <a:avLst/>
          </a:prstGeom>
          <a:noFill/>
          <a:ln w="317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3292" name="Line 28"/>
          <p:cNvSpPr>
            <a:spLocks noChangeShapeType="1"/>
          </p:cNvSpPr>
          <p:nvPr/>
        </p:nvSpPr>
        <p:spPr bwMode="auto">
          <a:xfrm>
            <a:off x="7596188" y="2741613"/>
            <a:ext cx="0" cy="155575"/>
          </a:xfrm>
          <a:prstGeom prst="line">
            <a:avLst/>
          </a:prstGeom>
          <a:noFill/>
          <a:ln w="317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3293" name="Line 29"/>
          <p:cNvSpPr>
            <a:spLocks noChangeShapeType="1"/>
          </p:cNvSpPr>
          <p:nvPr/>
        </p:nvSpPr>
        <p:spPr bwMode="auto">
          <a:xfrm>
            <a:off x="6543675" y="2754313"/>
            <a:ext cx="0" cy="157162"/>
          </a:xfrm>
          <a:prstGeom prst="line">
            <a:avLst/>
          </a:prstGeom>
          <a:noFill/>
          <a:ln w="317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3294" name="Line 30"/>
          <p:cNvSpPr>
            <a:spLocks noChangeShapeType="1"/>
          </p:cNvSpPr>
          <p:nvPr/>
        </p:nvSpPr>
        <p:spPr bwMode="auto">
          <a:xfrm>
            <a:off x="3422650" y="2754313"/>
            <a:ext cx="0" cy="157162"/>
          </a:xfrm>
          <a:prstGeom prst="line">
            <a:avLst/>
          </a:prstGeom>
          <a:noFill/>
          <a:ln w="317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3295" name="Line 31"/>
          <p:cNvSpPr>
            <a:spLocks noChangeShapeType="1"/>
          </p:cNvSpPr>
          <p:nvPr/>
        </p:nvSpPr>
        <p:spPr bwMode="auto">
          <a:xfrm>
            <a:off x="5502275" y="2754313"/>
            <a:ext cx="0" cy="157162"/>
          </a:xfrm>
          <a:prstGeom prst="line">
            <a:avLst/>
          </a:prstGeom>
          <a:noFill/>
          <a:ln w="317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3296" name="Line 32"/>
          <p:cNvSpPr>
            <a:spLocks noChangeShapeType="1"/>
          </p:cNvSpPr>
          <p:nvPr/>
        </p:nvSpPr>
        <p:spPr bwMode="auto">
          <a:xfrm>
            <a:off x="4464050" y="2754313"/>
            <a:ext cx="0" cy="157162"/>
          </a:xfrm>
          <a:prstGeom prst="line">
            <a:avLst/>
          </a:prstGeom>
          <a:noFill/>
          <a:ln w="317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3297" name="Line 33"/>
          <p:cNvSpPr>
            <a:spLocks noChangeShapeType="1"/>
          </p:cNvSpPr>
          <p:nvPr/>
        </p:nvSpPr>
        <p:spPr bwMode="auto">
          <a:xfrm>
            <a:off x="4297363" y="3095625"/>
            <a:ext cx="0" cy="677863"/>
          </a:xfrm>
          <a:prstGeom prst="line">
            <a:avLst/>
          </a:prstGeom>
          <a:noFill/>
          <a:ln w="381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3298" name="Text Box 34"/>
          <p:cNvSpPr txBox="1">
            <a:spLocks noChangeArrowheads="1"/>
          </p:cNvSpPr>
          <p:nvPr/>
        </p:nvSpPr>
        <p:spPr bwMode="auto">
          <a:xfrm>
            <a:off x="2247900" y="2362200"/>
            <a:ext cx="527050" cy="366713"/>
          </a:xfrm>
          <a:prstGeom prst="rect">
            <a:avLst/>
          </a:prstGeom>
          <a:noFill/>
          <a:ln w="9525">
            <a:noFill/>
            <a:miter lim="800000"/>
            <a:headEnd/>
            <a:tailEnd/>
          </a:ln>
          <a:effectLst/>
        </p:spPr>
        <p:txBody>
          <a:bodyPr>
            <a:spAutoFit/>
          </a:bodyPr>
          <a:lstStyle/>
          <a:p>
            <a:pPr>
              <a:spcBef>
                <a:spcPct val="50000"/>
              </a:spcBef>
              <a:defRPr/>
            </a:pPr>
            <a:r>
              <a:rPr lang="en-US" altLang="ja-JP" sz="1800">
                <a:effectLst>
                  <a:outerShdw blurRad="38100" dist="38100" dir="2700000" algn="tl">
                    <a:srgbClr val="000000"/>
                  </a:outerShdw>
                </a:effectLst>
                <a:latin typeface="Times New Roman" pitchFamily="18" charset="0"/>
              </a:rPr>
              <a:t>0</a:t>
            </a:r>
            <a:endParaRPr lang="en-US" altLang="ja-JP" sz="1800" b="0">
              <a:effectLst>
                <a:outerShdw blurRad="38100" dist="38100" dir="2700000" algn="tl">
                  <a:srgbClr val="000000"/>
                </a:outerShdw>
              </a:effectLst>
              <a:latin typeface="Times New Roman" pitchFamily="18" charset="0"/>
            </a:endParaRPr>
          </a:p>
        </p:txBody>
      </p:sp>
      <p:sp>
        <p:nvSpPr>
          <p:cNvPr id="523299" name="Text Box 35"/>
          <p:cNvSpPr txBox="1">
            <a:spLocks noChangeArrowheads="1"/>
          </p:cNvSpPr>
          <p:nvPr/>
        </p:nvSpPr>
        <p:spPr bwMode="auto">
          <a:xfrm>
            <a:off x="3238500" y="2362200"/>
            <a:ext cx="530225" cy="366713"/>
          </a:xfrm>
          <a:prstGeom prst="rect">
            <a:avLst/>
          </a:prstGeom>
          <a:noFill/>
          <a:ln w="9525">
            <a:noFill/>
            <a:miter lim="800000"/>
            <a:headEnd/>
            <a:tailEnd/>
          </a:ln>
          <a:effectLst/>
        </p:spPr>
        <p:txBody>
          <a:bodyPr>
            <a:spAutoFit/>
          </a:bodyPr>
          <a:lstStyle/>
          <a:p>
            <a:pPr>
              <a:spcBef>
                <a:spcPct val="50000"/>
              </a:spcBef>
              <a:defRPr/>
            </a:pPr>
            <a:r>
              <a:rPr lang="en-US" altLang="ja-JP" sz="1800">
                <a:effectLst>
                  <a:outerShdw blurRad="38100" dist="38100" dir="2700000" algn="tl">
                    <a:srgbClr val="000000"/>
                  </a:outerShdw>
                </a:effectLst>
                <a:latin typeface="Times New Roman" pitchFamily="18" charset="0"/>
              </a:rPr>
              <a:t>20</a:t>
            </a:r>
            <a:endParaRPr lang="en-US" altLang="ja-JP" sz="1800" b="0">
              <a:effectLst>
                <a:outerShdw blurRad="38100" dist="38100" dir="2700000" algn="tl">
                  <a:srgbClr val="000000"/>
                </a:outerShdw>
              </a:effectLst>
              <a:latin typeface="Times New Roman" pitchFamily="18" charset="0"/>
            </a:endParaRPr>
          </a:p>
        </p:txBody>
      </p:sp>
      <p:sp>
        <p:nvSpPr>
          <p:cNvPr id="523300" name="Text Box 36"/>
          <p:cNvSpPr txBox="1">
            <a:spLocks noChangeArrowheads="1"/>
          </p:cNvSpPr>
          <p:nvPr/>
        </p:nvSpPr>
        <p:spPr bwMode="auto">
          <a:xfrm>
            <a:off x="4279900" y="2354263"/>
            <a:ext cx="530225" cy="366712"/>
          </a:xfrm>
          <a:prstGeom prst="rect">
            <a:avLst/>
          </a:prstGeom>
          <a:noFill/>
          <a:ln w="9525">
            <a:noFill/>
            <a:miter lim="800000"/>
            <a:headEnd/>
            <a:tailEnd/>
          </a:ln>
          <a:effectLst/>
        </p:spPr>
        <p:txBody>
          <a:bodyPr>
            <a:spAutoFit/>
          </a:bodyPr>
          <a:lstStyle/>
          <a:p>
            <a:pPr>
              <a:spcBef>
                <a:spcPct val="50000"/>
              </a:spcBef>
              <a:defRPr/>
            </a:pPr>
            <a:r>
              <a:rPr lang="en-US" altLang="ja-JP" sz="1800">
                <a:effectLst>
                  <a:outerShdw blurRad="38100" dist="38100" dir="2700000" algn="tl">
                    <a:srgbClr val="000000"/>
                  </a:outerShdw>
                </a:effectLst>
                <a:latin typeface="Times New Roman" pitchFamily="18" charset="0"/>
              </a:rPr>
              <a:t>40</a:t>
            </a:r>
            <a:endParaRPr lang="en-US" altLang="ja-JP" sz="1800" b="0">
              <a:effectLst>
                <a:outerShdw blurRad="38100" dist="38100" dir="2700000" algn="tl">
                  <a:srgbClr val="000000"/>
                </a:outerShdw>
              </a:effectLst>
              <a:latin typeface="Times New Roman" pitchFamily="18" charset="0"/>
            </a:endParaRPr>
          </a:p>
        </p:txBody>
      </p:sp>
      <p:sp>
        <p:nvSpPr>
          <p:cNvPr id="523301" name="Text Box 37"/>
          <p:cNvSpPr txBox="1">
            <a:spLocks noChangeArrowheads="1"/>
          </p:cNvSpPr>
          <p:nvPr/>
        </p:nvSpPr>
        <p:spPr bwMode="auto">
          <a:xfrm>
            <a:off x="5295900" y="2360613"/>
            <a:ext cx="530225" cy="366712"/>
          </a:xfrm>
          <a:prstGeom prst="rect">
            <a:avLst/>
          </a:prstGeom>
          <a:noFill/>
          <a:ln w="9525">
            <a:noFill/>
            <a:miter lim="800000"/>
            <a:headEnd/>
            <a:tailEnd/>
          </a:ln>
          <a:effectLst/>
        </p:spPr>
        <p:txBody>
          <a:bodyPr>
            <a:spAutoFit/>
          </a:bodyPr>
          <a:lstStyle/>
          <a:p>
            <a:pPr>
              <a:spcBef>
                <a:spcPct val="50000"/>
              </a:spcBef>
              <a:defRPr/>
            </a:pPr>
            <a:r>
              <a:rPr lang="en-US" altLang="ja-JP" sz="1800">
                <a:effectLst>
                  <a:outerShdw blurRad="38100" dist="38100" dir="2700000" algn="tl">
                    <a:srgbClr val="000000"/>
                  </a:outerShdw>
                </a:effectLst>
                <a:latin typeface="Times New Roman" pitchFamily="18" charset="0"/>
              </a:rPr>
              <a:t>60</a:t>
            </a:r>
            <a:endParaRPr lang="en-US" altLang="ja-JP" sz="1800" b="0">
              <a:effectLst>
                <a:outerShdw blurRad="38100" dist="38100" dir="2700000" algn="tl">
                  <a:srgbClr val="000000"/>
                </a:outerShdw>
              </a:effectLst>
              <a:latin typeface="Times New Roman" pitchFamily="18" charset="0"/>
            </a:endParaRPr>
          </a:p>
        </p:txBody>
      </p:sp>
      <p:sp>
        <p:nvSpPr>
          <p:cNvPr id="523302" name="Text Box 38"/>
          <p:cNvSpPr txBox="1">
            <a:spLocks noChangeArrowheads="1"/>
          </p:cNvSpPr>
          <p:nvPr/>
        </p:nvSpPr>
        <p:spPr bwMode="auto">
          <a:xfrm>
            <a:off x="6351588" y="2360613"/>
            <a:ext cx="530225" cy="366712"/>
          </a:xfrm>
          <a:prstGeom prst="rect">
            <a:avLst/>
          </a:prstGeom>
          <a:noFill/>
          <a:ln w="9525">
            <a:noFill/>
            <a:miter lim="800000"/>
            <a:headEnd/>
            <a:tailEnd/>
          </a:ln>
          <a:effectLst/>
        </p:spPr>
        <p:txBody>
          <a:bodyPr>
            <a:spAutoFit/>
          </a:bodyPr>
          <a:lstStyle/>
          <a:p>
            <a:pPr>
              <a:spcBef>
                <a:spcPct val="50000"/>
              </a:spcBef>
              <a:defRPr/>
            </a:pPr>
            <a:r>
              <a:rPr lang="en-US" altLang="ja-JP" sz="1800">
                <a:effectLst>
                  <a:outerShdw blurRad="38100" dist="38100" dir="2700000" algn="tl">
                    <a:srgbClr val="000000"/>
                  </a:outerShdw>
                </a:effectLst>
                <a:latin typeface="Times New Roman" pitchFamily="18" charset="0"/>
              </a:rPr>
              <a:t>80</a:t>
            </a:r>
            <a:endParaRPr lang="en-US" altLang="ja-JP" sz="1800" b="0">
              <a:effectLst>
                <a:outerShdw blurRad="38100" dist="38100" dir="2700000" algn="tl">
                  <a:srgbClr val="000000"/>
                </a:outerShdw>
              </a:effectLst>
              <a:latin typeface="Times New Roman" pitchFamily="18" charset="0"/>
            </a:endParaRPr>
          </a:p>
        </p:txBody>
      </p:sp>
      <p:sp>
        <p:nvSpPr>
          <p:cNvPr id="523303" name="Line 39"/>
          <p:cNvSpPr>
            <a:spLocks noChangeShapeType="1"/>
          </p:cNvSpPr>
          <p:nvPr/>
        </p:nvSpPr>
        <p:spPr bwMode="auto">
          <a:xfrm>
            <a:off x="5616575" y="3095625"/>
            <a:ext cx="0" cy="677863"/>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3304" name="Line 40"/>
          <p:cNvSpPr>
            <a:spLocks noChangeShapeType="1"/>
          </p:cNvSpPr>
          <p:nvPr/>
        </p:nvSpPr>
        <p:spPr bwMode="auto">
          <a:xfrm>
            <a:off x="6630988" y="3084513"/>
            <a:ext cx="0" cy="677862"/>
          </a:xfrm>
          <a:prstGeom prst="line">
            <a:avLst/>
          </a:prstGeom>
          <a:noFill/>
          <a:ln w="381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3305" name="Line 41"/>
          <p:cNvSpPr>
            <a:spLocks noChangeShapeType="1"/>
          </p:cNvSpPr>
          <p:nvPr/>
        </p:nvSpPr>
        <p:spPr bwMode="auto">
          <a:xfrm>
            <a:off x="7399338" y="3095625"/>
            <a:ext cx="0" cy="677863"/>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3306" name="Text Box 42"/>
          <p:cNvSpPr txBox="1">
            <a:spLocks noChangeArrowheads="1"/>
          </p:cNvSpPr>
          <p:nvPr/>
        </p:nvSpPr>
        <p:spPr bwMode="auto">
          <a:xfrm>
            <a:off x="2438400" y="3141663"/>
            <a:ext cx="1651000" cy="457200"/>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th-TH" altLang="ja-JP" sz="1200" b="0">
                <a:effectLst>
                  <a:outerShdw blurRad="38100" dist="38100" dir="2700000" algn="tl">
                    <a:srgbClr val="000000"/>
                  </a:outerShdw>
                </a:effectLst>
                <a:latin typeface="Times New Roman" panose="02020603050405020304" pitchFamily="18" charset="0"/>
                <a:cs typeface="Angsana New" pitchFamily="18" charset="-34"/>
              </a:rPr>
              <a:t>Consult and decide with all members (36%)</a:t>
            </a:r>
            <a:endParaRPr lang="en-US" altLang="ja-JP" sz="1200" b="0">
              <a:effectLst>
                <a:outerShdw blurRad="38100" dist="38100" dir="2700000" algn="tl">
                  <a:srgbClr val="000000"/>
                </a:outerShdw>
              </a:effectLst>
              <a:latin typeface="Times New Roman" panose="02020603050405020304" pitchFamily="18" charset="0"/>
              <a:cs typeface="Angsana New" pitchFamily="18" charset="-34"/>
            </a:endParaRPr>
          </a:p>
        </p:txBody>
      </p:sp>
      <p:sp>
        <p:nvSpPr>
          <p:cNvPr id="523307" name="Text Box 43"/>
          <p:cNvSpPr txBox="1">
            <a:spLocks noChangeArrowheads="1"/>
          </p:cNvSpPr>
          <p:nvPr/>
        </p:nvSpPr>
        <p:spPr bwMode="auto">
          <a:xfrm>
            <a:off x="4330700" y="3173413"/>
            <a:ext cx="1320800" cy="457200"/>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th-TH" altLang="ja-JP" sz="1200" b="0">
                <a:effectLst>
                  <a:outerShdw blurRad="38100" dist="38100" dir="2700000" algn="tl">
                    <a:srgbClr val="000000"/>
                  </a:outerShdw>
                </a:effectLst>
                <a:latin typeface="Times New Roman" panose="02020603050405020304" pitchFamily="18" charset="0"/>
                <a:cs typeface="Angsana New" pitchFamily="18" charset="-34"/>
              </a:rPr>
              <a:t>Decide by leader</a:t>
            </a:r>
            <a:r>
              <a:rPr lang="en-US" altLang="ja-JP" sz="1200" b="0">
                <a:effectLst>
                  <a:outerShdw blurRad="38100" dist="38100" dir="2700000" algn="tl">
                    <a:srgbClr val="000000"/>
                  </a:outerShdw>
                </a:effectLst>
                <a:latin typeface="Times New Roman" panose="02020603050405020304" pitchFamily="18" charset="0"/>
                <a:cs typeface="Angsana New" pitchFamily="18" charset="-34"/>
              </a:rPr>
              <a:t>(</a:t>
            </a:r>
            <a:r>
              <a:rPr lang="th-TH" altLang="ja-JP" sz="1200" b="0">
                <a:effectLst>
                  <a:outerShdw blurRad="38100" dist="38100" dir="2700000" algn="tl">
                    <a:srgbClr val="000000"/>
                  </a:outerShdw>
                </a:effectLst>
                <a:latin typeface="Times New Roman" panose="02020603050405020304" pitchFamily="18" charset="0"/>
                <a:cs typeface="Angsana New" pitchFamily="18" charset="-34"/>
              </a:rPr>
              <a:t>28</a:t>
            </a:r>
            <a:r>
              <a:rPr lang="en-US" altLang="ja-JP" sz="1200" b="0">
                <a:effectLst>
                  <a:outerShdw blurRad="38100" dist="38100" dir="2700000" algn="tl">
                    <a:srgbClr val="000000"/>
                  </a:outerShdw>
                </a:effectLst>
                <a:latin typeface="Times New Roman" panose="02020603050405020304" pitchFamily="18" charset="0"/>
                <a:cs typeface="Angsana New" pitchFamily="18" charset="-34"/>
              </a:rPr>
              <a:t>%)</a:t>
            </a:r>
          </a:p>
        </p:txBody>
      </p:sp>
      <p:sp>
        <p:nvSpPr>
          <p:cNvPr id="523308" name="Text Box 44"/>
          <p:cNvSpPr txBox="1">
            <a:spLocks noChangeArrowheads="1"/>
          </p:cNvSpPr>
          <p:nvPr/>
        </p:nvSpPr>
        <p:spPr bwMode="auto">
          <a:xfrm>
            <a:off x="5715000" y="3186113"/>
            <a:ext cx="1041400" cy="639762"/>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th-TH" altLang="ja-JP" sz="1200" b="0">
                <a:effectLst>
                  <a:outerShdw blurRad="38100" dist="38100" dir="2700000" algn="tl">
                    <a:srgbClr val="000000"/>
                  </a:outerShdw>
                </a:effectLst>
                <a:latin typeface="Times New Roman" panose="02020603050405020304" pitchFamily="18" charset="0"/>
                <a:cs typeface="Angsana New" pitchFamily="18" charset="-34"/>
              </a:rPr>
              <a:t>Rotation system</a:t>
            </a:r>
          </a:p>
          <a:p>
            <a:pPr eaLnBrk="1" hangingPunct="1"/>
            <a:r>
              <a:rPr lang="th-TH" altLang="ja-JP" sz="1200" b="0">
                <a:effectLst>
                  <a:outerShdw blurRad="38100" dist="38100" dir="2700000" algn="tl">
                    <a:srgbClr val="000000"/>
                  </a:outerShdw>
                </a:effectLst>
                <a:latin typeface="Times New Roman" panose="02020603050405020304" pitchFamily="18" charset="0"/>
                <a:cs typeface="Angsana New" pitchFamily="18" charset="-34"/>
              </a:rPr>
              <a:t>(17%)</a:t>
            </a:r>
            <a:endParaRPr lang="en-US" altLang="ja-JP" sz="1200" b="0">
              <a:effectLst>
                <a:outerShdw blurRad="38100" dist="38100" dir="2700000" algn="tl">
                  <a:srgbClr val="000000"/>
                </a:outerShdw>
              </a:effectLst>
              <a:latin typeface="Times New Roman" panose="02020603050405020304" pitchFamily="18" charset="0"/>
              <a:cs typeface="Angsana New" pitchFamily="18" charset="-34"/>
            </a:endParaRPr>
          </a:p>
        </p:txBody>
      </p:sp>
      <p:sp>
        <p:nvSpPr>
          <p:cNvPr id="523309" name="Text Box 45"/>
          <p:cNvSpPr txBox="1">
            <a:spLocks noChangeArrowheads="1"/>
          </p:cNvSpPr>
          <p:nvPr/>
        </p:nvSpPr>
        <p:spPr bwMode="auto">
          <a:xfrm>
            <a:off x="6569075" y="3143250"/>
            <a:ext cx="1000125" cy="457200"/>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th-TH" altLang="ja-JP" sz="1200" b="0">
                <a:effectLst>
                  <a:outerShdw blurRad="38100" dist="38100" dir="2700000" algn="tl">
                    <a:srgbClr val="000000"/>
                  </a:outerShdw>
                </a:effectLst>
                <a:latin typeface="Times New Roman" panose="02020603050405020304" pitchFamily="18" charset="0"/>
                <a:cs typeface="Angsana New" pitchFamily="18" charset="-34"/>
              </a:rPr>
              <a:t>Decide by superior (14%)</a:t>
            </a:r>
            <a:endParaRPr lang="en-US" altLang="ja-JP" sz="1200" b="0">
              <a:effectLst>
                <a:outerShdw blurRad="38100" dist="38100" dir="2700000" algn="tl">
                  <a:srgbClr val="000000"/>
                </a:outerShdw>
              </a:effectLst>
              <a:latin typeface="Times New Roman" panose="02020603050405020304" pitchFamily="18" charset="0"/>
              <a:cs typeface="Angsana New" pitchFamily="18" charset="-34"/>
            </a:endParaRPr>
          </a:p>
        </p:txBody>
      </p:sp>
      <p:sp>
        <p:nvSpPr>
          <p:cNvPr id="523310" name="Text Box 46"/>
          <p:cNvSpPr txBox="1">
            <a:spLocks noChangeArrowheads="1"/>
          </p:cNvSpPr>
          <p:nvPr/>
        </p:nvSpPr>
        <p:spPr bwMode="auto">
          <a:xfrm>
            <a:off x="2667000" y="4392613"/>
            <a:ext cx="1155700" cy="336550"/>
          </a:xfrm>
          <a:prstGeom prst="rect">
            <a:avLst/>
          </a:prstGeom>
          <a:noFill/>
          <a:ln w="9525">
            <a:noFill/>
            <a:miter lim="800000"/>
            <a:headEnd/>
            <a:tailEnd/>
          </a:ln>
          <a:effectLst/>
        </p:spPr>
        <p:txBody>
          <a:bodyPr>
            <a:spAutoFit/>
          </a:bodyPr>
          <a:lstStyle/>
          <a:p>
            <a:pPr>
              <a:spcBef>
                <a:spcPct val="50000"/>
              </a:spcBef>
              <a:defRPr/>
            </a:pPr>
            <a:r>
              <a:rPr lang="ja-JP" altLang="en-US" sz="1600">
                <a:effectLst>
                  <a:outerShdw blurRad="38100" dist="38100" dir="2700000" algn="tl">
                    <a:srgbClr val="000000"/>
                  </a:outerShdw>
                </a:effectLst>
                <a:latin typeface="Times New Roman" pitchFamily="18" charset="0"/>
              </a:rPr>
              <a:t>（</a:t>
            </a:r>
            <a:r>
              <a:rPr lang="en-US" altLang="ja-JP" sz="1600">
                <a:effectLst>
                  <a:outerShdw blurRad="38100" dist="38100" dir="2700000" algn="tl">
                    <a:srgbClr val="000000"/>
                  </a:outerShdw>
                </a:effectLst>
                <a:latin typeface="Times New Roman" pitchFamily="18" charset="0"/>
              </a:rPr>
              <a:t>38%</a:t>
            </a:r>
            <a:r>
              <a:rPr lang="ja-JP" altLang="en-US" sz="1600">
                <a:effectLst>
                  <a:outerShdw blurRad="38100" dist="38100" dir="2700000" algn="tl">
                    <a:srgbClr val="000000"/>
                  </a:outerShdw>
                </a:effectLst>
                <a:latin typeface="Times New Roman" pitchFamily="18" charset="0"/>
              </a:rPr>
              <a:t>）</a:t>
            </a:r>
            <a:endParaRPr lang="en-US" altLang="ja-JP" sz="1600">
              <a:effectLst>
                <a:outerShdw blurRad="38100" dist="38100" dir="2700000" algn="tl">
                  <a:srgbClr val="000000"/>
                </a:outerShdw>
              </a:effectLst>
              <a:latin typeface="Times New Roman" pitchFamily="18" charset="0"/>
            </a:endParaRPr>
          </a:p>
        </p:txBody>
      </p:sp>
      <p:sp>
        <p:nvSpPr>
          <p:cNvPr id="523311" name="Text Box 47"/>
          <p:cNvSpPr txBox="1">
            <a:spLocks noChangeArrowheads="1"/>
          </p:cNvSpPr>
          <p:nvPr/>
        </p:nvSpPr>
        <p:spPr bwMode="auto">
          <a:xfrm>
            <a:off x="4406900" y="4386263"/>
            <a:ext cx="1155700" cy="336550"/>
          </a:xfrm>
          <a:prstGeom prst="rect">
            <a:avLst/>
          </a:prstGeom>
          <a:noFill/>
          <a:ln w="9525">
            <a:noFill/>
            <a:miter lim="800000"/>
            <a:headEnd/>
            <a:tailEnd/>
          </a:ln>
          <a:effectLst/>
        </p:spPr>
        <p:txBody>
          <a:bodyPr>
            <a:spAutoFit/>
          </a:bodyPr>
          <a:lstStyle/>
          <a:p>
            <a:pPr>
              <a:spcBef>
                <a:spcPct val="50000"/>
              </a:spcBef>
              <a:defRPr/>
            </a:pPr>
            <a:r>
              <a:rPr lang="ja-JP" altLang="en-US" sz="1600">
                <a:effectLst>
                  <a:outerShdw blurRad="38100" dist="38100" dir="2700000" algn="tl">
                    <a:srgbClr val="000000"/>
                  </a:outerShdw>
                </a:effectLst>
                <a:latin typeface="Times New Roman" pitchFamily="18" charset="0"/>
              </a:rPr>
              <a:t>（</a:t>
            </a:r>
            <a:r>
              <a:rPr lang="en-US" altLang="ja-JP" sz="1600">
                <a:effectLst>
                  <a:outerShdw blurRad="38100" dist="38100" dir="2700000" algn="tl">
                    <a:srgbClr val="000000"/>
                  </a:outerShdw>
                </a:effectLst>
                <a:latin typeface="Times New Roman" pitchFamily="18" charset="0"/>
              </a:rPr>
              <a:t>22%</a:t>
            </a:r>
            <a:r>
              <a:rPr lang="ja-JP" altLang="en-US" sz="1600">
                <a:effectLst>
                  <a:outerShdw blurRad="38100" dist="38100" dir="2700000" algn="tl">
                    <a:srgbClr val="000000"/>
                  </a:outerShdw>
                </a:effectLst>
                <a:latin typeface="Times New Roman" pitchFamily="18" charset="0"/>
              </a:rPr>
              <a:t>）</a:t>
            </a:r>
            <a:endParaRPr lang="en-US" altLang="ja-JP" sz="1600">
              <a:effectLst>
                <a:outerShdw blurRad="38100" dist="38100" dir="2700000" algn="tl">
                  <a:srgbClr val="000000"/>
                </a:outerShdw>
              </a:effectLst>
              <a:latin typeface="Times New Roman" pitchFamily="18" charset="0"/>
            </a:endParaRPr>
          </a:p>
        </p:txBody>
      </p:sp>
      <p:sp>
        <p:nvSpPr>
          <p:cNvPr id="523312" name="Text Box 48"/>
          <p:cNvSpPr txBox="1">
            <a:spLocks noChangeArrowheads="1"/>
          </p:cNvSpPr>
          <p:nvPr/>
        </p:nvSpPr>
        <p:spPr bwMode="auto">
          <a:xfrm>
            <a:off x="5702300" y="4386263"/>
            <a:ext cx="1155700" cy="336550"/>
          </a:xfrm>
          <a:prstGeom prst="rect">
            <a:avLst/>
          </a:prstGeom>
          <a:noFill/>
          <a:ln w="9525">
            <a:noFill/>
            <a:miter lim="800000"/>
            <a:headEnd/>
            <a:tailEnd/>
          </a:ln>
          <a:effectLst/>
        </p:spPr>
        <p:txBody>
          <a:bodyPr>
            <a:spAutoFit/>
          </a:bodyPr>
          <a:lstStyle/>
          <a:p>
            <a:pPr>
              <a:spcBef>
                <a:spcPct val="50000"/>
              </a:spcBef>
              <a:defRPr/>
            </a:pPr>
            <a:r>
              <a:rPr lang="ja-JP" altLang="en-US" sz="1600">
                <a:effectLst>
                  <a:outerShdw blurRad="38100" dist="38100" dir="2700000" algn="tl">
                    <a:srgbClr val="000000"/>
                  </a:outerShdw>
                </a:effectLst>
                <a:latin typeface="Times New Roman" pitchFamily="18" charset="0"/>
              </a:rPr>
              <a:t>（</a:t>
            </a:r>
            <a:r>
              <a:rPr lang="en-US" altLang="ja-JP" sz="1600">
                <a:effectLst>
                  <a:outerShdw blurRad="38100" dist="38100" dir="2700000" algn="tl">
                    <a:srgbClr val="000000"/>
                  </a:outerShdw>
                </a:effectLst>
                <a:latin typeface="Times New Roman" pitchFamily="18" charset="0"/>
              </a:rPr>
              <a:t>24%</a:t>
            </a:r>
            <a:r>
              <a:rPr lang="ja-JP" altLang="en-US" sz="1600">
                <a:effectLst>
                  <a:outerShdw blurRad="38100" dist="38100" dir="2700000" algn="tl">
                    <a:srgbClr val="000000"/>
                  </a:outerShdw>
                </a:effectLst>
                <a:latin typeface="Times New Roman" pitchFamily="18" charset="0"/>
              </a:rPr>
              <a:t>）</a:t>
            </a:r>
            <a:endParaRPr lang="en-US" altLang="ja-JP" sz="1600">
              <a:effectLst>
                <a:outerShdw blurRad="38100" dist="38100" dir="2700000" algn="tl">
                  <a:srgbClr val="000000"/>
                </a:outerShdw>
              </a:effectLst>
              <a:latin typeface="Times New Roman" pitchFamily="18" charset="0"/>
            </a:endParaRPr>
          </a:p>
        </p:txBody>
      </p:sp>
      <p:sp>
        <p:nvSpPr>
          <p:cNvPr id="523313" name="Text Box 49"/>
          <p:cNvSpPr txBox="1">
            <a:spLocks noChangeArrowheads="1"/>
          </p:cNvSpPr>
          <p:nvPr/>
        </p:nvSpPr>
        <p:spPr bwMode="auto">
          <a:xfrm>
            <a:off x="6824663" y="4365625"/>
            <a:ext cx="1154112" cy="274638"/>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ja-JP" altLang="en-US" sz="1200">
                <a:effectLst>
                  <a:outerShdw blurRad="38100" dist="38100" dir="2700000" algn="tl">
                    <a:srgbClr val="000000"/>
                  </a:outerShdw>
                </a:effectLst>
                <a:latin typeface="Times New Roman" panose="02020603050405020304" pitchFamily="18" charset="0"/>
              </a:rPr>
              <a:t>（</a:t>
            </a:r>
            <a:r>
              <a:rPr lang="en-US" altLang="ja-JP" sz="1200">
                <a:effectLst>
                  <a:outerShdw blurRad="38100" dist="38100" dir="2700000" algn="tl">
                    <a:srgbClr val="000000"/>
                  </a:outerShdw>
                </a:effectLst>
                <a:latin typeface="Times New Roman" panose="02020603050405020304" pitchFamily="18" charset="0"/>
              </a:rPr>
              <a:t>12%</a:t>
            </a:r>
            <a:r>
              <a:rPr lang="ja-JP" altLang="en-US" sz="1200">
                <a:effectLst>
                  <a:outerShdw blurRad="38100" dist="38100" dir="2700000" algn="tl">
                    <a:srgbClr val="000000"/>
                  </a:outerShdw>
                </a:effectLst>
                <a:latin typeface="Times New Roman" panose="02020603050405020304" pitchFamily="18" charset="0"/>
              </a:rPr>
              <a:t>）</a:t>
            </a:r>
            <a:endParaRPr lang="en-US" altLang="ja-JP" sz="1200">
              <a:effectLst>
                <a:outerShdw blurRad="38100" dist="38100" dir="2700000" algn="tl">
                  <a:srgbClr val="000000"/>
                </a:outerShdw>
              </a:effectLst>
              <a:latin typeface="Times New Roman" panose="02020603050405020304" pitchFamily="18" charset="0"/>
            </a:endParaRPr>
          </a:p>
        </p:txBody>
      </p:sp>
      <p:sp>
        <p:nvSpPr>
          <p:cNvPr id="523314" name="Line 50"/>
          <p:cNvSpPr>
            <a:spLocks noChangeShapeType="1"/>
          </p:cNvSpPr>
          <p:nvPr/>
        </p:nvSpPr>
        <p:spPr bwMode="auto">
          <a:xfrm>
            <a:off x="2384425" y="3770313"/>
            <a:ext cx="0" cy="452437"/>
          </a:xfrm>
          <a:prstGeom prst="line">
            <a:avLst/>
          </a:prstGeom>
          <a:noFill/>
          <a:ln w="38100" cap="rnd">
            <a:solidFill>
              <a:schemeClr val="tx1"/>
            </a:solidFill>
            <a:prstDash val="sysDot"/>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3315" name="Line 51"/>
          <p:cNvSpPr>
            <a:spLocks noChangeShapeType="1"/>
          </p:cNvSpPr>
          <p:nvPr/>
        </p:nvSpPr>
        <p:spPr bwMode="auto">
          <a:xfrm>
            <a:off x="4297363" y="3756025"/>
            <a:ext cx="87312" cy="466725"/>
          </a:xfrm>
          <a:prstGeom prst="line">
            <a:avLst/>
          </a:prstGeom>
          <a:noFill/>
          <a:ln w="38100" cap="rnd">
            <a:solidFill>
              <a:schemeClr val="tx1"/>
            </a:solidFill>
            <a:prstDash val="sysDot"/>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3316" name="Line 52"/>
          <p:cNvSpPr>
            <a:spLocks noChangeShapeType="1"/>
          </p:cNvSpPr>
          <p:nvPr/>
        </p:nvSpPr>
        <p:spPr bwMode="auto">
          <a:xfrm flipH="1">
            <a:off x="5440363" y="3749675"/>
            <a:ext cx="173037" cy="487363"/>
          </a:xfrm>
          <a:prstGeom prst="line">
            <a:avLst/>
          </a:prstGeom>
          <a:noFill/>
          <a:ln w="38100" cap="rnd">
            <a:solidFill>
              <a:schemeClr val="tx1"/>
            </a:solidFill>
            <a:prstDash val="sysDot"/>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3317" name="Line 53"/>
          <p:cNvSpPr>
            <a:spLocks noChangeShapeType="1"/>
          </p:cNvSpPr>
          <p:nvPr/>
        </p:nvSpPr>
        <p:spPr bwMode="auto">
          <a:xfrm>
            <a:off x="6632575" y="3756025"/>
            <a:ext cx="177800" cy="481013"/>
          </a:xfrm>
          <a:prstGeom prst="line">
            <a:avLst/>
          </a:prstGeom>
          <a:noFill/>
          <a:ln w="38100" cap="rnd">
            <a:solidFill>
              <a:schemeClr val="tx1"/>
            </a:solidFill>
            <a:prstDash val="sysDot"/>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3318" name="Line 54"/>
          <p:cNvSpPr>
            <a:spLocks noChangeShapeType="1"/>
          </p:cNvSpPr>
          <p:nvPr/>
        </p:nvSpPr>
        <p:spPr bwMode="auto">
          <a:xfrm>
            <a:off x="7389813" y="3756025"/>
            <a:ext cx="42862" cy="466725"/>
          </a:xfrm>
          <a:prstGeom prst="line">
            <a:avLst/>
          </a:prstGeom>
          <a:noFill/>
          <a:ln w="38100" cap="rnd">
            <a:solidFill>
              <a:schemeClr val="tx1"/>
            </a:solidFill>
            <a:prstDash val="sysDot"/>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3319" name="Line 55"/>
          <p:cNvSpPr>
            <a:spLocks noChangeShapeType="1"/>
          </p:cNvSpPr>
          <p:nvPr/>
        </p:nvSpPr>
        <p:spPr bwMode="auto">
          <a:xfrm>
            <a:off x="7585075" y="3756025"/>
            <a:ext cx="0" cy="454025"/>
          </a:xfrm>
          <a:prstGeom prst="line">
            <a:avLst/>
          </a:prstGeom>
          <a:noFill/>
          <a:ln w="38100" cap="rnd">
            <a:solidFill>
              <a:schemeClr val="tx1"/>
            </a:solidFill>
            <a:prstDash val="sysDot"/>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3320" name="Line 56"/>
          <p:cNvSpPr>
            <a:spLocks noChangeShapeType="1"/>
          </p:cNvSpPr>
          <p:nvPr/>
        </p:nvSpPr>
        <p:spPr bwMode="auto">
          <a:xfrm flipH="1" flipV="1">
            <a:off x="8208963" y="5646738"/>
            <a:ext cx="706437" cy="601662"/>
          </a:xfrm>
          <a:prstGeom prst="line">
            <a:avLst/>
          </a:prstGeom>
          <a:noFill/>
          <a:ln w="3175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3321" name="Line 57"/>
          <p:cNvSpPr>
            <a:spLocks noChangeShapeType="1"/>
          </p:cNvSpPr>
          <p:nvPr/>
        </p:nvSpPr>
        <p:spPr bwMode="auto">
          <a:xfrm flipH="1" flipV="1">
            <a:off x="5638800" y="5562600"/>
            <a:ext cx="609600" cy="457200"/>
          </a:xfrm>
          <a:prstGeom prst="line">
            <a:avLst/>
          </a:prstGeom>
          <a:noFill/>
          <a:ln w="3175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3322" name="Line 58"/>
          <p:cNvSpPr>
            <a:spLocks noChangeShapeType="1"/>
          </p:cNvSpPr>
          <p:nvPr/>
        </p:nvSpPr>
        <p:spPr bwMode="auto">
          <a:xfrm flipH="1" flipV="1">
            <a:off x="3513138" y="3821113"/>
            <a:ext cx="0" cy="1979612"/>
          </a:xfrm>
          <a:prstGeom prst="line">
            <a:avLst/>
          </a:prstGeom>
          <a:noFill/>
          <a:ln w="3175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3323" name="Line 59"/>
          <p:cNvSpPr>
            <a:spLocks noChangeShapeType="1"/>
          </p:cNvSpPr>
          <p:nvPr/>
        </p:nvSpPr>
        <p:spPr bwMode="auto">
          <a:xfrm flipV="1">
            <a:off x="663575" y="3429000"/>
            <a:ext cx="784225" cy="279400"/>
          </a:xfrm>
          <a:prstGeom prst="line">
            <a:avLst/>
          </a:prstGeom>
          <a:noFill/>
          <a:ln w="3175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3324" name="Line 60"/>
          <p:cNvSpPr>
            <a:spLocks noChangeShapeType="1"/>
          </p:cNvSpPr>
          <p:nvPr/>
        </p:nvSpPr>
        <p:spPr bwMode="auto">
          <a:xfrm>
            <a:off x="600075" y="4273550"/>
            <a:ext cx="847725" cy="374650"/>
          </a:xfrm>
          <a:prstGeom prst="line">
            <a:avLst/>
          </a:prstGeom>
          <a:noFill/>
          <a:ln w="3175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3325" name="Line 61"/>
          <p:cNvSpPr>
            <a:spLocks noChangeShapeType="1"/>
          </p:cNvSpPr>
          <p:nvPr/>
        </p:nvSpPr>
        <p:spPr bwMode="auto">
          <a:xfrm>
            <a:off x="1295400" y="2286000"/>
            <a:ext cx="1295400" cy="838200"/>
          </a:xfrm>
          <a:prstGeom prst="line">
            <a:avLst/>
          </a:prstGeom>
          <a:noFill/>
          <a:ln w="3175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3326" name="Line 62"/>
          <p:cNvSpPr>
            <a:spLocks noChangeShapeType="1"/>
          </p:cNvSpPr>
          <p:nvPr/>
        </p:nvSpPr>
        <p:spPr bwMode="auto">
          <a:xfrm flipH="1">
            <a:off x="7620000" y="4000500"/>
            <a:ext cx="609600" cy="0"/>
          </a:xfrm>
          <a:prstGeom prst="line">
            <a:avLst/>
          </a:prstGeom>
          <a:noFill/>
          <a:ln w="3175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3327" name="Line 63"/>
          <p:cNvSpPr>
            <a:spLocks noChangeShapeType="1"/>
          </p:cNvSpPr>
          <p:nvPr/>
        </p:nvSpPr>
        <p:spPr bwMode="auto">
          <a:xfrm flipH="1">
            <a:off x="2492375" y="1828800"/>
            <a:ext cx="631825" cy="677863"/>
          </a:xfrm>
          <a:prstGeom prst="line">
            <a:avLst/>
          </a:prstGeom>
          <a:noFill/>
          <a:ln w="3175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3328" name="Rectangle 64"/>
          <p:cNvSpPr>
            <a:spLocks noChangeArrowheads="1"/>
          </p:cNvSpPr>
          <p:nvPr/>
        </p:nvSpPr>
        <p:spPr bwMode="auto">
          <a:xfrm>
            <a:off x="5529263" y="1447800"/>
            <a:ext cx="1828800" cy="384175"/>
          </a:xfrm>
          <a:prstGeom prst="rect">
            <a:avLst/>
          </a:prstGeom>
          <a:solidFill>
            <a:srgbClr val="800080"/>
          </a:solidFill>
          <a:ln w="9525">
            <a:solidFill>
              <a:schemeClr val="tx1"/>
            </a:solidFill>
            <a:prstDash val="sysDot"/>
            <a:miter lim="800000"/>
            <a:headEnd/>
            <a:tailEnd/>
          </a:ln>
          <a:effectLst>
            <a:outerShdw blurRad="63500" dist="107763" dir="2700000" algn="ctr" rotWithShape="0">
              <a:schemeClr val="bg2">
                <a:alpha val="74998"/>
              </a:schemeClr>
            </a:outerShdw>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th-TH" altLang="ja-JP" sz="1400">
                <a:effectLst>
                  <a:outerShdw blurRad="38100" dist="38100" dir="2700000" algn="tl">
                    <a:srgbClr val="000000"/>
                  </a:outerShdw>
                </a:effectLst>
                <a:latin typeface="Times New Roman" panose="02020603050405020304" pitchFamily="18" charset="0"/>
                <a:cs typeface="Angsana New" pitchFamily="18" charset="-34"/>
              </a:rPr>
              <a:t>Write scale line inside</a:t>
            </a:r>
            <a:endParaRPr lang="en-US" altLang="ja-JP" sz="1400">
              <a:effectLst>
                <a:outerShdw blurRad="38100" dist="38100" dir="2700000" algn="tl">
                  <a:srgbClr val="000000"/>
                </a:outerShdw>
              </a:effectLst>
              <a:latin typeface="Times New Roman" panose="02020603050405020304" pitchFamily="18" charset="0"/>
              <a:cs typeface="Angsana New" pitchFamily="18" charset="-34"/>
            </a:endParaRPr>
          </a:p>
        </p:txBody>
      </p:sp>
      <p:sp>
        <p:nvSpPr>
          <p:cNvPr id="523333" name="Rectangle 69"/>
          <p:cNvSpPr>
            <a:spLocks noChangeArrowheads="1"/>
          </p:cNvSpPr>
          <p:nvPr/>
        </p:nvSpPr>
        <p:spPr bwMode="auto">
          <a:xfrm>
            <a:off x="8077200" y="3695700"/>
            <a:ext cx="1520825" cy="619125"/>
          </a:xfrm>
          <a:prstGeom prst="rect">
            <a:avLst/>
          </a:prstGeom>
          <a:solidFill>
            <a:srgbClr val="800080"/>
          </a:solidFill>
          <a:ln w="9525">
            <a:solidFill>
              <a:schemeClr val="tx1"/>
            </a:solidFill>
            <a:prstDash val="sysDot"/>
            <a:miter lim="800000"/>
            <a:headEnd/>
            <a:tailEnd/>
          </a:ln>
          <a:effectLst>
            <a:outerShdw blurRad="63500" dist="107763" dir="2700000" algn="ctr" rotWithShape="0">
              <a:schemeClr val="bg2">
                <a:alpha val="74998"/>
              </a:schemeClr>
            </a:outerShdw>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th-TH" altLang="ja-JP" sz="1200">
                <a:effectLst>
                  <a:outerShdw blurRad="38100" dist="38100" dir="2700000" algn="tl">
                    <a:srgbClr val="000000"/>
                  </a:outerShdw>
                </a:effectLst>
                <a:latin typeface="Times New Roman" panose="02020603050405020304" pitchFamily="18" charset="0"/>
                <a:cs typeface="Angsana New" pitchFamily="18" charset="-34"/>
              </a:rPr>
              <a:t>Connect with </a:t>
            </a:r>
          </a:p>
          <a:p>
            <a:pPr algn="ctr" eaLnBrk="1" hangingPunct="1"/>
            <a:r>
              <a:rPr lang="th-TH" altLang="ja-JP" sz="1200">
                <a:effectLst>
                  <a:outerShdw blurRad="38100" dist="38100" dir="2700000" algn="tl">
                    <a:srgbClr val="000000"/>
                  </a:outerShdw>
                </a:effectLst>
                <a:latin typeface="Times New Roman" panose="02020603050405020304" pitchFamily="18" charset="0"/>
                <a:cs typeface="Angsana New" pitchFamily="18" charset="-34"/>
              </a:rPr>
              <a:t>dotted line or thin line.</a:t>
            </a:r>
            <a:endParaRPr lang="en-US" altLang="ja-JP" sz="1200">
              <a:effectLst>
                <a:outerShdw blurRad="38100" dist="38100" dir="2700000" algn="tl">
                  <a:srgbClr val="000000"/>
                </a:outerShdw>
              </a:effectLst>
              <a:latin typeface="Times New Roman" panose="02020603050405020304" pitchFamily="18" charset="0"/>
              <a:cs typeface="Angsana New" pitchFamily="18" charset="-34"/>
            </a:endParaRPr>
          </a:p>
        </p:txBody>
      </p:sp>
      <p:sp>
        <p:nvSpPr>
          <p:cNvPr id="523336" name="Rectangle 72"/>
          <p:cNvSpPr>
            <a:spLocks noChangeArrowheads="1"/>
          </p:cNvSpPr>
          <p:nvPr/>
        </p:nvSpPr>
        <p:spPr bwMode="auto">
          <a:xfrm>
            <a:off x="344488" y="3708400"/>
            <a:ext cx="1962150" cy="565150"/>
          </a:xfrm>
          <a:prstGeom prst="rect">
            <a:avLst/>
          </a:prstGeom>
          <a:solidFill>
            <a:srgbClr val="800080"/>
          </a:solidFill>
          <a:ln w="9525">
            <a:solidFill>
              <a:schemeClr val="tx1"/>
            </a:solidFill>
            <a:prstDash val="sysDot"/>
            <a:miter lim="800000"/>
            <a:headEnd/>
            <a:tailEnd/>
          </a:ln>
          <a:effectLst>
            <a:outerShdw blurRad="63500" dist="107763" dir="2700000" algn="ctr" rotWithShape="0">
              <a:schemeClr val="bg2">
                <a:alpha val="74998"/>
              </a:schemeClr>
            </a:outerShdw>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th-TH" altLang="ja-JP" sz="1400">
                <a:effectLst>
                  <a:outerShdw blurRad="38100" dist="38100" dir="2700000" algn="tl">
                    <a:srgbClr val="000000"/>
                  </a:outerShdw>
                </a:effectLst>
                <a:latin typeface="Times New Roman" panose="02020603050405020304" pitchFamily="18" charset="0"/>
                <a:cs typeface="Angsana New" pitchFamily="18" charset="-34"/>
              </a:rPr>
              <a:t>Write total and </a:t>
            </a:r>
          </a:p>
          <a:p>
            <a:pPr algn="ctr" eaLnBrk="1" hangingPunct="1"/>
            <a:r>
              <a:rPr lang="th-TH" altLang="ja-JP" sz="1400">
                <a:effectLst>
                  <a:outerShdw blurRad="38100" dist="38100" dir="2700000" algn="tl">
                    <a:srgbClr val="000000"/>
                  </a:outerShdw>
                </a:effectLst>
                <a:latin typeface="Times New Roman" panose="02020603050405020304" pitchFamily="18" charset="0"/>
                <a:cs typeface="Angsana New" pitchFamily="18" charset="-34"/>
              </a:rPr>
              <a:t>examination time of data.</a:t>
            </a:r>
            <a:endParaRPr lang="en-US" altLang="ja-JP" sz="1400">
              <a:effectLst>
                <a:outerShdw blurRad="38100" dist="38100" dir="2700000" algn="tl">
                  <a:srgbClr val="000000"/>
                </a:outerShdw>
              </a:effectLst>
              <a:latin typeface="Times New Roman" panose="02020603050405020304" pitchFamily="18" charset="0"/>
              <a:cs typeface="Angsana New" pitchFamily="18" charset="-34"/>
            </a:endParaRPr>
          </a:p>
        </p:txBody>
      </p:sp>
      <p:sp>
        <p:nvSpPr>
          <p:cNvPr id="523337" name="Rectangle 73"/>
          <p:cNvSpPr>
            <a:spLocks noChangeArrowheads="1"/>
          </p:cNvSpPr>
          <p:nvPr/>
        </p:nvSpPr>
        <p:spPr bwMode="auto">
          <a:xfrm>
            <a:off x="344488" y="5876925"/>
            <a:ext cx="4679950" cy="792163"/>
          </a:xfrm>
          <a:prstGeom prst="rect">
            <a:avLst/>
          </a:prstGeom>
          <a:solidFill>
            <a:srgbClr val="800080"/>
          </a:solidFill>
          <a:ln w="9525">
            <a:solidFill>
              <a:schemeClr val="tx1"/>
            </a:solidFill>
            <a:prstDash val="sysDot"/>
            <a:miter lim="800000"/>
            <a:headEnd/>
            <a:tailEnd/>
          </a:ln>
          <a:effectLst>
            <a:outerShdw blurRad="63500" dist="107763" dir="2700000" algn="ctr" rotWithShape="0">
              <a:schemeClr val="bg2">
                <a:alpha val="74998"/>
              </a:schemeClr>
            </a:outerShdw>
          </a:effectLst>
        </p:spPr>
        <p:txBody>
          <a:bodyPr wrap="none" anchor="ctr"/>
          <a:lstStyle/>
          <a:p>
            <a:pPr>
              <a:defRPr/>
            </a:pPr>
            <a:r>
              <a:rPr lang="en-US" altLang="ja-JP" sz="1200">
                <a:effectLst>
                  <a:outerShdw blurRad="38100" dist="38100" dir="2700000" algn="tl">
                    <a:srgbClr val="000000"/>
                  </a:outerShdw>
                </a:effectLst>
                <a:latin typeface="Times New Roman" pitchFamily="18" charset="0"/>
                <a:ea typeface="イワタ中丸ゴシック体(GT)" charset="-128"/>
              </a:rPr>
              <a:t>Numerical values are arranged in a left to right direction starting </a:t>
            </a:r>
          </a:p>
          <a:p>
            <a:pPr>
              <a:defRPr/>
            </a:pPr>
            <a:r>
              <a:rPr lang="en-US" altLang="ja-JP" sz="1200">
                <a:effectLst>
                  <a:outerShdw blurRad="38100" dist="38100" dir="2700000" algn="tl">
                    <a:srgbClr val="000000"/>
                  </a:outerShdw>
                </a:effectLst>
                <a:latin typeface="Times New Roman" pitchFamily="18" charset="0"/>
                <a:ea typeface="イワタ中丸ゴシック体(GT)" charset="-128"/>
              </a:rPr>
              <a:t>with large values. However if you have already decided upon </a:t>
            </a:r>
          </a:p>
          <a:p>
            <a:pPr>
              <a:defRPr/>
            </a:pPr>
            <a:r>
              <a:rPr lang="en-US" altLang="ja-JP" sz="1200">
                <a:effectLst>
                  <a:outerShdw blurRad="38100" dist="38100" dir="2700000" algn="tl">
                    <a:srgbClr val="000000"/>
                  </a:outerShdw>
                </a:effectLst>
                <a:latin typeface="Times New Roman" pitchFamily="18" charset="0"/>
                <a:ea typeface="イワタ中丸ゴシック体(GT)" charset="-128"/>
              </a:rPr>
              <a:t>a significance in order it is not possible to revise this again.</a:t>
            </a:r>
          </a:p>
        </p:txBody>
      </p:sp>
      <p:sp>
        <p:nvSpPr>
          <p:cNvPr id="523339" name="Line 75"/>
          <p:cNvSpPr>
            <a:spLocks noChangeShapeType="1"/>
          </p:cNvSpPr>
          <p:nvPr/>
        </p:nvSpPr>
        <p:spPr bwMode="auto">
          <a:xfrm flipH="1">
            <a:off x="8332788" y="2984500"/>
            <a:ext cx="811212" cy="252413"/>
          </a:xfrm>
          <a:prstGeom prst="line">
            <a:avLst/>
          </a:prstGeom>
          <a:noFill/>
          <a:ln w="3175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3340" name="Line 76"/>
          <p:cNvSpPr>
            <a:spLocks noChangeShapeType="1"/>
          </p:cNvSpPr>
          <p:nvPr/>
        </p:nvSpPr>
        <p:spPr bwMode="auto">
          <a:xfrm flipH="1">
            <a:off x="7924800" y="1828800"/>
            <a:ext cx="457200" cy="457200"/>
          </a:xfrm>
          <a:prstGeom prst="line">
            <a:avLst/>
          </a:prstGeom>
          <a:noFill/>
          <a:ln w="3175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3341" name="Line 77"/>
          <p:cNvSpPr>
            <a:spLocks noChangeShapeType="1"/>
          </p:cNvSpPr>
          <p:nvPr/>
        </p:nvSpPr>
        <p:spPr bwMode="auto">
          <a:xfrm flipH="1">
            <a:off x="5554663" y="1828800"/>
            <a:ext cx="998537" cy="1028700"/>
          </a:xfrm>
          <a:prstGeom prst="line">
            <a:avLst/>
          </a:prstGeom>
          <a:noFill/>
          <a:ln w="3175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3342" name="Line 78"/>
          <p:cNvSpPr>
            <a:spLocks noChangeShapeType="1"/>
          </p:cNvSpPr>
          <p:nvPr/>
        </p:nvSpPr>
        <p:spPr bwMode="auto">
          <a:xfrm flipV="1">
            <a:off x="2116138" y="4724400"/>
            <a:ext cx="703262" cy="708025"/>
          </a:xfrm>
          <a:prstGeom prst="line">
            <a:avLst/>
          </a:prstGeom>
          <a:noFill/>
          <a:ln w="3175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3352" name="Rectangle 88"/>
          <p:cNvSpPr>
            <a:spLocks noChangeArrowheads="1"/>
          </p:cNvSpPr>
          <p:nvPr/>
        </p:nvSpPr>
        <p:spPr bwMode="auto">
          <a:xfrm>
            <a:off x="560388" y="5300663"/>
            <a:ext cx="2663825" cy="498475"/>
          </a:xfrm>
          <a:prstGeom prst="rect">
            <a:avLst/>
          </a:prstGeom>
          <a:solidFill>
            <a:srgbClr val="800080"/>
          </a:solidFill>
          <a:ln w="19050">
            <a:solidFill>
              <a:schemeClr val="tx1"/>
            </a:solidFill>
            <a:prstDash val="sysDot"/>
            <a:miter lim="800000"/>
            <a:headEnd/>
            <a:tailEnd/>
          </a:ln>
          <a:effectLst>
            <a:outerShdw blurRad="63500" dist="107763" dir="2700000" algn="ctr" rotWithShape="0">
              <a:schemeClr val="bg2">
                <a:alpha val="74998"/>
              </a:schemeClr>
            </a:outerShdw>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th-TH" altLang="ja-JP" sz="1400">
                <a:latin typeface="Times New Roman" panose="02020603050405020304" pitchFamily="18" charset="0"/>
                <a:cs typeface="Angsana New" pitchFamily="18" charset="-34"/>
              </a:rPr>
              <a:t>Indicate the numerical</a:t>
            </a:r>
          </a:p>
          <a:p>
            <a:pPr algn="ctr" eaLnBrk="1" hangingPunct="1"/>
            <a:r>
              <a:rPr lang="th-TH" altLang="ja-JP" sz="1400">
                <a:latin typeface="Times New Roman" panose="02020603050405020304" pitchFamily="18" charset="0"/>
                <a:cs typeface="Angsana New" pitchFamily="18" charset="-34"/>
              </a:rPr>
              <a:t> ratio as necessary</a:t>
            </a:r>
            <a:endParaRPr lang="en-US" altLang="ja-JP" sz="1400">
              <a:latin typeface="Times New Roman" panose="02020603050405020304" pitchFamily="18" charset="0"/>
              <a:cs typeface="Angsana New" pitchFamily="18" charset="-34"/>
            </a:endParaRPr>
          </a:p>
        </p:txBody>
      </p:sp>
      <p:sp>
        <p:nvSpPr>
          <p:cNvPr id="523354" name="AutoShape 90"/>
          <p:cNvSpPr>
            <a:spLocks noChangeArrowheads="1"/>
          </p:cNvSpPr>
          <p:nvPr/>
        </p:nvSpPr>
        <p:spPr bwMode="auto">
          <a:xfrm>
            <a:off x="1423988" y="74613"/>
            <a:ext cx="6477000" cy="533400"/>
          </a:xfrm>
          <a:prstGeom prst="roundRect">
            <a:avLst>
              <a:gd name="adj" fmla="val 16667"/>
            </a:avLst>
          </a:prstGeom>
          <a:solidFill>
            <a:srgbClr val="008000"/>
          </a:solidFill>
          <a:ln w="9525">
            <a:solidFill>
              <a:schemeClr val="tx1"/>
            </a:solidFill>
            <a:round/>
            <a:headEnd/>
            <a:tailEnd/>
          </a:ln>
          <a:effectLst>
            <a:outerShdw blurRad="63500" dist="107763" dir="2700000" algn="ctr" rotWithShape="0">
              <a:schemeClr val="bg2">
                <a:alpha val="74998"/>
              </a:schemeClr>
            </a:outerShdw>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en-US" altLang="ja-JP">
                <a:effectLst>
                  <a:outerShdw blurRad="38100" dist="38100" dir="2700000" algn="tl">
                    <a:srgbClr val="000000"/>
                  </a:outerShdw>
                </a:effectLst>
                <a:latin typeface="Times New Roman" panose="02020603050405020304" pitchFamily="18" charset="0"/>
                <a:ea typeface="イワタ中丸ゴシック体(GT)" charset="-128"/>
              </a:rPr>
              <a:t>Creating method of 7 QC tools -1 </a:t>
            </a:r>
          </a:p>
        </p:txBody>
      </p:sp>
      <p:sp>
        <p:nvSpPr>
          <p:cNvPr id="523355" name="Text Box 91"/>
          <p:cNvSpPr txBox="1">
            <a:spLocks noChangeArrowheads="1"/>
          </p:cNvSpPr>
          <p:nvPr/>
        </p:nvSpPr>
        <p:spPr bwMode="auto">
          <a:xfrm>
            <a:off x="6897688" y="5084763"/>
            <a:ext cx="2447925" cy="476250"/>
          </a:xfrm>
          <a:prstGeom prst="rect">
            <a:avLst/>
          </a:prstGeom>
          <a:solidFill>
            <a:schemeClr val="bg1"/>
          </a:solidFill>
          <a:ln w="19050">
            <a:solidFill>
              <a:schemeClr val="tx1"/>
            </a:solidFill>
            <a:miter lim="800000"/>
            <a:headEnd/>
            <a:tailEnd/>
          </a:ln>
          <a:effectLst/>
        </p:spPr>
        <p:txBody>
          <a:bodyPr>
            <a:spAutoFit/>
          </a:bodyPr>
          <a:lstStyle/>
          <a:p>
            <a:pPr>
              <a:defRPr/>
            </a:pPr>
            <a:r>
              <a:rPr lang="th-TH" altLang="ja-JP" sz="1200">
                <a:effectLst>
                  <a:outerShdw blurRad="38100" dist="38100" dir="2700000" algn="tl">
                    <a:srgbClr val="000000"/>
                  </a:outerShdw>
                </a:effectLst>
                <a:latin typeface="Times New Roman" pitchFamily="18" charset="0"/>
                <a:cs typeface="Angsana New" pitchFamily="18" charset="-34"/>
              </a:rPr>
              <a:t>Creation date : ...year.. month10th .</a:t>
            </a:r>
          </a:p>
          <a:p>
            <a:pPr>
              <a:defRPr/>
            </a:pPr>
            <a:r>
              <a:rPr lang="th-TH" altLang="ja-JP" sz="1200">
                <a:effectLst>
                  <a:outerShdw blurRad="38100" dist="38100" dir="2700000" algn="tl">
                    <a:srgbClr val="000000"/>
                  </a:outerShdw>
                </a:effectLst>
                <a:latin typeface="Times New Roman" pitchFamily="18" charset="0"/>
                <a:cs typeface="Angsana New" pitchFamily="18" charset="-34"/>
              </a:rPr>
              <a:t>Creator : nakazawa</a:t>
            </a:r>
            <a:endParaRPr lang="en-US" altLang="ja-JP" sz="1200">
              <a:effectLst>
                <a:outerShdw blurRad="38100" dist="38100" dir="2700000" algn="tl">
                  <a:srgbClr val="000000"/>
                </a:outerShdw>
              </a:effectLst>
              <a:latin typeface="Times New Roman" pitchFamily="18" charset="0"/>
              <a:cs typeface="Angsana New" pitchFamily="18" charset="-34"/>
            </a:endParaRPr>
          </a:p>
        </p:txBody>
      </p:sp>
      <p:sp>
        <p:nvSpPr>
          <p:cNvPr id="523356" name="Text Box 92"/>
          <p:cNvSpPr txBox="1">
            <a:spLocks noChangeArrowheads="1"/>
          </p:cNvSpPr>
          <p:nvPr/>
        </p:nvSpPr>
        <p:spPr bwMode="auto">
          <a:xfrm>
            <a:off x="7832725" y="6165850"/>
            <a:ext cx="1781175" cy="479425"/>
          </a:xfrm>
          <a:prstGeom prst="rect">
            <a:avLst/>
          </a:prstGeom>
          <a:solidFill>
            <a:srgbClr val="800080"/>
          </a:solidFill>
          <a:ln w="22225" cap="rnd">
            <a:solidFill>
              <a:schemeClr val="tx1"/>
            </a:solidFill>
            <a:prstDash val="sysDot"/>
            <a:miter lim="800000"/>
            <a:headEnd/>
            <a:tailEnd/>
          </a:ln>
          <a:effectLst>
            <a:outerShdw blurRad="63500" dist="107763" dir="2700000" algn="ctr" rotWithShape="0">
              <a:schemeClr val="bg2">
                <a:alpha val="74998"/>
              </a:schemeClr>
            </a:outerShdw>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spcBef>
                <a:spcPct val="50000"/>
              </a:spcBef>
            </a:pPr>
            <a:r>
              <a:rPr lang="th-TH" altLang="ja-JP" sz="1200">
                <a:effectLst>
                  <a:outerShdw blurRad="38100" dist="38100" dir="2700000" algn="tl">
                    <a:srgbClr val="000000"/>
                  </a:outerShdw>
                </a:effectLst>
                <a:latin typeface="Times New Roman" panose="02020603050405020304" pitchFamily="18" charset="0"/>
                <a:cs typeface="Angsana New" pitchFamily="18" charset="-34"/>
              </a:rPr>
              <a:t>Indicate a necessary items</a:t>
            </a:r>
            <a:endParaRPr lang="en-US" altLang="ja-JP" sz="1200">
              <a:effectLst>
                <a:outerShdw blurRad="38100" dist="38100" dir="2700000" algn="tl">
                  <a:srgbClr val="000000"/>
                </a:outerShdw>
              </a:effectLst>
              <a:latin typeface="Times New Roman" panose="02020603050405020304" pitchFamily="18" charset="0"/>
              <a:cs typeface="Angsana New" pitchFamily="18" charset="-34"/>
            </a:endParaRPr>
          </a:p>
        </p:txBody>
      </p:sp>
      <p:sp>
        <p:nvSpPr>
          <p:cNvPr id="523357" name="Text Box 93"/>
          <p:cNvSpPr txBox="1">
            <a:spLocks noChangeArrowheads="1"/>
          </p:cNvSpPr>
          <p:nvPr/>
        </p:nvSpPr>
        <p:spPr bwMode="auto">
          <a:xfrm>
            <a:off x="2805113" y="1471613"/>
            <a:ext cx="1366837" cy="539750"/>
          </a:xfrm>
          <a:prstGeom prst="rect">
            <a:avLst/>
          </a:prstGeom>
          <a:solidFill>
            <a:srgbClr val="800080"/>
          </a:solidFill>
          <a:ln w="22225" cap="rnd">
            <a:solidFill>
              <a:schemeClr val="tx1"/>
            </a:solidFill>
            <a:prstDash val="sysDot"/>
            <a:miter lim="800000"/>
            <a:headEnd/>
            <a:tailEnd/>
          </a:ln>
          <a:effectLst>
            <a:outerShdw blurRad="63500" dist="107763" dir="2700000" algn="ctr" rotWithShape="0">
              <a:schemeClr val="bg2">
                <a:alpha val="74998"/>
              </a:schemeClr>
            </a:outerShdw>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en-US" altLang="ja-JP" sz="1400">
                <a:effectLst>
                  <a:outerShdw blurRad="38100" dist="38100" dir="2700000" algn="tl">
                    <a:srgbClr val="000000"/>
                  </a:outerShdw>
                </a:effectLst>
                <a:latin typeface="Times New Roman" panose="02020603050405020304" pitchFamily="18" charset="0"/>
              </a:rPr>
              <a:t>Do not forget to write “0”</a:t>
            </a:r>
          </a:p>
        </p:txBody>
      </p:sp>
      <p:sp>
        <p:nvSpPr>
          <p:cNvPr id="523358" name="Text Box 94"/>
          <p:cNvSpPr txBox="1">
            <a:spLocks noChangeArrowheads="1"/>
          </p:cNvSpPr>
          <p:nvPr/>
        </p:nvSpPr>
        <p:spPr bwMode="auto">
          <a:xfrm>
            <a:off x="5313363" y="6021388"/>
            <a:ext cx="2166937" cy="479425"/>
          </a:xfrm>
          <a:prstGeom prst="rect">
            <a:avLst/>
          </a:prstGeom>
          <a:solidFill>
            <a:srgbClr val="800080"/>
          </a:solidFill>
          <a:ln w="22225" cap="rnd">
            <a:solidFill>
              <a:schemeClr val="tx1"/>
            </a:solidFill>
            <a:prstDash val="sysDot"/>
            <a:miter lim="800000"/>
            <a:headEnd/>
            <a:tailEnd/>
          </a:ln>
          <a:effectLst>
            <a:outerShdw blurRad="63500" dist="107763" dir="2700000" algn="ctr" rotWithShape="0">
              <a:schemeClr val="bg2">
                <a:alpha val="74998"/>
              </a:schemeClr>
            </a:outerShdw>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th-TH" altLang="ja-JP" sz="1200">
                <a:effectLst>
                  <a:outerShdw blurRad="38100" dist="38100" dir="2700000" algn="tl">
                    <a:srgbClr val="000000"/>
                  </a:outerShdw>
                </a:effectLst>
                <a:latin typeface="Times New Roman" panose="02020603050405020304" pitchFamily="18" charset="0"/>
                <a:cs typeface="Angsana New" pitchFamily="18" charset="-34"/>
              </a:rPr>
              <a:t>Write graph name, number in the middlbelow a graph.</a:t>
            </a:r>
            <a:endParaRPr lang="en-US" altLang="ja-JP" sz="1200">
              <a:effectLst>
                <a:outerShdw blurRad="38100" dist="38100" dir="2700000" algn="tl">
                  <a:srgbClr val="000000"/>
                </a:outerShdw>
              </a:effectLst>
              <a:latin typeface="Times New Roman" panose="02020603050405020304" pitchFamily="18" charset="0"/>
              <a:cs typeface="Angsana New" pitchFamily="18" charset="-34"/>
            </a:endParaRPr>
          </a:p>
        </p:txBody>
      </p:sp>
      <p:sp>
        <p:nvSpPr>
          <p:cNvPr id="523359" name="Rectangle 95"/>
          <p:cNvSpPr>
            <a:spLocks noChangeArrowheads="1"/>
          </p:cNvSpPr>
          <p:nvPr/>
        </p:nvSpPr>
        <p:spPr bwMode="auto">
          <a:xfrm>
            <a:off x="8048625" y="2565400"/>
            <a:ext cx="1584325" cy="503238"/>
          </a:xfrm>
          <a:prstGeom prst="rect">
            <a:avLst/>
          </a:prstGeom>
          <a:solidFill>
            <a:srgbClr val="800080"/>
          </a:solidFill>
          <a:ln w="19050">
            <a:solidFill>
              <a:schemeClr val="tx1"/>
            </a:solidFill>
            <a:prstDash val="sysDot"/>
            <a:miter lim="800000"/>
            <a:headEnd/>
            <a:tailEnd/>
          </a:ln>
          <a:effectLst>
            <a:outerShdw blurRad="63500" dist="107763" dir="2700000" algn="ctr" rotWithShape="0">
              <a:schemeClr val="bg2">
                <a:alpha val="74998"/>
              </a:schemeClr>
            </a:outerShdw>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th-TH" altLang="ja-JP" sz="1200">
                <a:effectLst>
                  <a:outerShdw blurRad="38100" dist="38100" dir="2700000" algn="tl">
                    <a:srgbClr val="000000"/>
                  </a:outerShdw>
                </a:effectLst>
                <a:latin typeface="Times New Roman" panose="02020603050405020304" pitchFamily="18" charset="0"/>
                <a:cs typeface="Angsana New" pitchFamily="18" charset="-34"/>
              </a:rPr>
              <a:t>Write ‘others’ </a:t>
            </a:r>
          </a:p>
          <a:p>
            <a:pPr algn="ctr" eaLnBrk="1" hangingPunct="1"/>
            <a:r>
              <a:rPr lang="th-TH" altLang="ja-JP" sz="1200">
                <a:effectLst>
                  <a:outerShdw blurRad="38100" dist="38100" dir="2700000" algn="tl">
                    <a:srgbClr val="000000"/>
                  </a:outerShdw>
                </a:effectLst>
                <a:latin typeface="Times New Roman" panose="02020603050405020304" pitchFamily="18" charset="0"/>
                <a:cs typeface="Angsana New" pitchFamily="18" charset="-34"/>
              </a:rPr>
              <a:t>at the end.</a:t>
            </a:r>
            <a:endParaRPr lang="en-US" altLang="ja-JP" sz="1200">
              <a:effectLst>
                <a:outerShdw blurRad="38100" dist="38100" dir="2700000" algn="tl">
                  <a:srgbClr val="000000"/>
                </a:outerShdw>
              </a:effectLst>
              <a:latin typeface="Times New Roman" panose="02020603050405020304" pitchFamily="18" charset="0"/>
              <a:cs typeface="Angsana New" pitchFamily="18" charset="-34"/>
            </a:endParaRPr>
          </a:p>
        </p:txBody>
      </p:sp>
      <p:sp>
        <p:nvSpPr>
          <p:cNvPr id="523360" name="Text Box 96"/>
          <p:cNvSpPr txBox="1">
            <a:spLocks noChangeArrowheads="1"/>
          </p:cNvSpPr>
          <p:nvPr/>
        </p:nvSpPr>
        <p:spPr bwMode="auto">
          <a:xfrm>
            <a:off x="8266113" y="1484313"/>
            <a:ext cx="1296987" cy="752475"/>
          </a:xfrm>
          <a:prstGeom prst="rect">
            <a:avLst/>
          </a:prstGeom>
          <a:solidFill>
            <a:srgbClr val="800080"/>
          </a:solidFill>
          <a:ln w="22225" cap="rnd">
            <a:solidFill>
              <a:schemeClr val="tx1"/>
            </a:solidFill>
            <a:prstDash val="sysDot"/>
            <a:miter lim="800000"/>
            <a:headEnd/>
            <a:tailEnd/>
          </a:ln>
          <a:effectLst>
            <a:outerShdw blurRad="63500" dist="107763" dir="2700000" algn="ctr" rotWithShape="0">
              <a:schemeClr val="bg2">
                <a:alpha val="74998"/>
              </a:schemeClr>
            </a:outerShdw>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th-TH" altLang="ja-JP" sz="1400">
                <a:effectLst>
                  <a:outerShdw blurRad="38100" dist="38100" dir="2700000" algn="tl">
                    <a:srgbClr val="000000"/>
                  </a:outerShdw>
                </a:effectLst>
                <a:latin typeface="Times New Roman" panose="02020603050405020304" pitchFamily="18" charset="0"/>
                <a:cs typeface="Angsana New" pitchFamily="18" charset="-34"/>
              </a:rPr>
              <a:t>Write a unit in this position </a:t>
            </a:r>
            <a:endParaRPr lang="en-US" altLang="ja-JP" sz="1400">
              <a:effectLst>
                <a:outerShdw blurRad="38100" dist="38100" dir="2700000" algn="tl">
                  <a:srgbClr val="000000"/>
                </a:outerShdw>
              </a:effectLst>
              <a:latin typeface="Times New Roman" panose="02020603050405020304" pitchFamily="18" charset="0"/>
              <a:cs typeface="Angsana New" pitchFamily="18" charset="-34"/>
            </a:endParaRPr>
          </a:p>
        </p:txBody>
      </p:sp>
      <p:sp>
        <p:nvSpPr>
          <p:cNvPr id="523361" name="Rectangle 97"/>
          <p:cNvSpPr>
            <a:spLocks noChangeArrowheads="1"/>
          </p:cNvSpPr>
          <p:nvPr/>
        </p:nvSpPr>
        <p:spPr bwMode="auto">
          <a:xfrm>
            <a:off x="488950" y="1484313"/>
            <a:ext cx="1773238" cy="788987"/>
          </a:xfrm>
          <a:prstGeom prst="rect">
            <a:avLst/>
          </a:prstGeom>
          <a:solidFill>
            <a:srgbClr val="800080"/>
          </a:solidFill>
          <a:ln w="19050">
            <a:solidFill>
              <a:schemeClr val="tx1"/>
            </a:solidFill>
            <a:prstDash val="sysDot"/>
            <a:miter lim="800000"/>
            <a:headEnd/>
            <a:tailEnd/>
          </a:ln>
          <a:effectLst>
            <a:outerShdw blurRad="63500" dist="107763" dir="2700000" algn="ctr" rotWithShape="0">
              <a:schemeClr val="bg2">
                <a:alpha val="74998"/>
              </a:schemeClr>
            </a:outerShdw>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th-TH" altLang="ja-JP" sz="1200">
                <a:effectLst>
                  <a:outerShdw blurRad="38100" dist="38100" dir="2700000" algn="tl">
                    <a:srgbClr val="000000"/>
                  </a:outerShdw>
                </a:effectLst>
                <a:latin typeface="Times New Roman" panose="02020603050405020304" pitchFamily="18" charset="0"/>
                <a:cs typeface="Angsana New" pitchFamily="18" charset="-34"/>
              </a:rPr>
              <a:t>Distiguishing by color for </a:t>
            </a:r>
          </a:p>
          <a:p>
            <a:pPr eaLnBrk="1" hangingPunct="1"/>
            <a:r>
              <a:rPr lang="th-TH" altLang="ja-JP" sz="1200">
                <a:effectLst>
                  <a:outerShdw blurRad="38100" dist="38100" dir="2700000" algn="tl">
                    <a:srgbClr val="000000"/>
                  </a:outerShdw>
                </a:effectLst>
                <a:latin typeface="Times New Roman" panose="02020603050405020304" pitchFamily="18" charset="0"/>
                <a:cs typeface="Angsana New" pitchFamily="18" charset="-34"/>
              </a:rPr>
              <a:t>ease of understanding.</a:t>
            </a:r>
            <a:endParaRPr lang="en-US" altLang="ja-JP" sz="1200">
              <a:effectLst>
                <a:outerShdw blurRad="38100" dist="38100" dir="2700000" algn="tl">
                  <a:srgbClr val="000000"/>
                </a:outerShdw>
              </a:effectLst>
              <a:latin typeface="Times New Roman" panose="02020603050405020304" pitchFamily="18" charset="0"/>
              <a:cs typeface="Angsana New" pitchFamily="18" charset="-34"/>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5315" name="Text Box 3"/>
          <p:cNvSpPr txBox="1">
            <a:spLocks noChangeArrowheads="1"/>
          </p:cNvSpPr>
          <p:nvPr/>
        </p:nvSpPr>
        <p:spPr bwMode="auto">
          <a:xfrm>
            <a:off x="139700" y="800100"/>
            <a:ext cx="5318125" cy="379413"/>
          </a:xfrm>
          <a:prstGeom prst="rect">
            <a:avLst/>
          </a:prstGeom>
          <a:solidFill>
            <a:srgbClr val="008000"/>
          </a:solidFill>
          <a:ln w="12700">
            <a:solidFill>
              <a:schemeClr val="tx1"/>
            </a:solidFill>
            <a:miter lim="800000"/>
            <a:headEnd/>
            <a:tailEnd/>
          </a:ln>
          <a:effectLst>
            <a:outerShdw blurRad="63500" dist="107763" dir="2700000" algn="ctr" rotWithShape="0">
              <a:schemeClr val="bg2">
                <a:alpha val="74998"/>
              </a:schemeClr>
            </a:outerShdw>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th-TH" altLang="ja-JP" sz="1800">
                <a:effectLst>
                  <a:outerShdw blurRad="38100" dist="38100" dir="2700000" algn="tl">
                    <a:srgbClr val="000000"/>
                  </a:outerShdw>
                </a:effectLst>
                <a:latin typeface="Times New Roman" panose="02020603050405020304" pitchFamily="18" charset="0"/>
                <a:ea typeface="イワタ中丸ゴシック体(GT)" charset="-128"/>
                <a:cs typeface="Angsana New" pitchFamily="18" charset="-34"/>
              </a:rPr>
              <a:t>Radar Chart : Showing the balance </a:t>
            </a:r>
            <a:r>
              <a:rPr lang="en-US" altLang="ja-JP" sz="1800">
                <a:effectLst>
                  <a:outerShdw blurRad="38100" dist="38100" dir="2700000" algn="tl">
                    <a:srgbClr val="000000"/>
                  </a:outerShdw>
                </a:effectLst>
                <a:latin typeface="Times New Roman" panose="02020603050405020304" pitchFamily="18" charset="0"/>
                <a:ea typeface="イワタ中丸ゴシック体(GT)" charset="-128"/>
                <a:cs typeface="Angsana New" pitchFamily="18" charset="-34"/>
              </a:rPr>
              <a:t>of items</a:t>
            </a:r>
          </a:p>
        </p:txBody>
      </p:sp>
      <p:sp>
        <p:nvSpPr>
          <p:cNvPr id="525317" name="AutoShape 5"/>
          <p:cNvSpPr>
            <a:spLocks noChangeArrowheads="1"/>
          </p:cNvSpPr>
          <p:nvPr/>
        </p:nvSpPr>
        <p:spPr bwMode="auto">
          <a:xfrm>
            <a:off x="273050" y="1412875"/>
            <a:ext cx="9504363" cy="5257800"/>
          </a:xfrm>
          <a:prstGeom prst="roundRect">
            <a:avLst>
              <a:gd name="adj" fmla="val 3417"/>
            </a:avLst>
          </a:prstGeom>
          <a:solidFill>
            <a:srgbClr val="000080">
              <a:alpha val="50000"/>
            </a:srgbClr>
          </a:solidFill>
          <a:ln w="9525">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25318" name="Line 6"/>
          <p:cNvSpPr>
            <a:spLocks noChangeShapeType="1"/>
          </p:cNvSpPr>
          <p:nvPr/>
        </p:nvSpPr>
        <p:spPr bwMode="auto">
          <a:xfrm flipH="1">
            <a:off x="7359650" y="2098675"/>
            <a:ext cx="762000" cy="1524000"/>
          </a:xfrm>
          <a:prstGeom prst="line">
            <a:avLst/>
          </a:prstGeom>
          <a:noFill/>
          <a:ln w="3175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5319" name="Text Box 7"/>
          <p:cNvSpPr txBox="1">
            <a:spLocks noChangeArrowheads="1"/>
          </p:cNvSpPr>
          <p:nvPr/>
        </p:nvSpPr>
        <p:spPr bwMode="auto">
          <a:xfrm>
            <a:off x="2576513" y="6237288"/>
            <a:ext cx="5529262" cy="274637"/>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en-US" altLang="ja-JP" sz="1200">
                <a:effectLst>
                  <a:outerShdw blurRad="38100" dist="38100" dir="2700000" algn="tl">
                    <a:srgbClr val="000000"/>
                  </a:outerShdw>
                </a:effectLst>
                <a:latin typeface="Times New Roman" panose="02020603050405020304" pitchFamily="18" charset="0"/>
                <a:ea typeface="イワタ中丸ゴシック体(GT)" charset="-128"/>
              </a:rPr>
              <a:t>Graph 1.5  QC circle activity for self-diagnosis radar chart </a:t>
            </a:r>
          </a:p>
        </p:txBody>
      </p:sp>
      <p:sp>
        <p:nvSpPr>
          <p:cNvPr id="525320" name="Text Box 8"/>
          <p:cNvSpPr txBox="1">
            <a:spLocks noChangeArrowheads="1"/>
          </p:cNvSpPr>
          <p:nvPr/>
        </p:nvSpPr>
        <p:spPr bwMode="auto">
          <a:xfrm>
            <a:off x="4051300" y="1584325"/>
            <a:ext cx="1687513" cy="274638"/>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th-TH" altLang="ja-JP" sz="1200">
                <a:solidFill>
                  <a:schemeClr val="folHlink"/>
                </a:solidFill>
                <a:effectLst>
                  <a:outerShdw blurRad="38100" dist="38100" dir="2700000" algn="tl">
                    <a:srgbClr val="000000"/>
                  </a:outerShdw>
                </a:effectLst>
                <a:latin typeface="Times New Roman" panose="02020603050405020304" pitchFamily="18" charset="0"/>
                <a:cs typeface="Angsana New" pitchFamily="18" charset="-34"/>
              </a:rPr>
              <a:t>Theme solving cases</a:t>
            </a:r>
            <a:endParaRPr lang="en-US" altLang="ja-JP" sz="1200">
              <a:solidFill>
                <a:schemeClr val="folHlink"/>
              </a:solidFill>
              <a:effectLst>
                <a:outerShdw blurRad="38100" dist="38100" dir="2700000" algn="tl">
                  <a:srgbClr val="000000"/>
                </a:outerShdw>
              </a:effectLst>
              <a:latin typeface="Times New Roman" panose="02020603050405020304" pitchFamily="18" charset="0"/>
              <a:cs typeface="Angsana New" pitchFamily="18" charset="-34"/>
            </a:endParaRPr>
          </a:p>
        </p:txBody>
      </p:sp>
      <p:sp>
        <p:nvSpPr>
          <p:cNvPr id="525321" name="Text Box 9"/>
          <p:cNvSpPr txBox="1">
            <a:spLocks noChangeArrowheads="1"/>
          </p:cNvSpPr>
          <p:nvPr/>
        </p:nvSpPr>
        <p:spPr bwMode="auto">
          <a:xfrm>
            <a:off x="6216650" y="2149475"/>
            <a:ext cx="1624013" cy="457200"/>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en-US" altLang="ja-JP" sz="1200">
                <a:solidFill>
                  <a:schemeClr val="folHlink"/>
                </a:solidFill>
                <a:effectLst>
                  <a:outerShdw blurRad="38100" dist="38100" dir="2700000" algn="tl">
                    <a:srgbClr val="000000"/>
                  </a:outerShdw>
                </a:effectLst>
                <a:latin typeface="Times New Roman" panose="02020603050405020304" pitchFamily="18" charset="0"/>
                <a:ea typeface="イワタ中丸ゴシック体(GT)" charset="-128"/>
              </a:rPr>
              <a:t>The number of  presentation</a:t>
            </a:r>
          </a:p>
        </p:txBody>
      </p:sp>
      <p:sp>
        <p:nvSpPr>
          <p:cNvPr id="525322" name="Text Box 10"/>
          <p:cNvSpPr txBox="1">
            <a:spLocks noChangeArrowheads="1"/>
          </p:cNvSpPr>
          <p:nvPr/>
        </p:nvSpPr>
        <p:spPr bwMode="auto">
          <a:xfrm>
            <a:off x="7040563" y="3716338"/>
            <a:ext cx="1466850" cy="457200"/>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200">
                <a:solidFill>
                  <a:schemeClr val="folHlink"/>
                </a:solidFill>
                <a:effectLst>
                  <a:outerShdw blurRad="38100" dist="38100" dir="2700000" algn="tl">
                    <a:srgbClr val="000000"/>
                  </a:outerShdw>
                </a:effectLst>
                <a:latin typeface="Times New Roman" panose="02020603050405020304" pitchFamily="18" charset="0"/>
                <a:ea typeface="イワタ中丸ゴシック体(GT)" charset="-128"/>
              </a:rPr>
              <a:t>Participation of presentation</a:t>
            </a:r>
          </a:p>
        </p:txBody>
      </p:sp>
      <p:sp>
        <p:nvSpPr>
          <p:cNvPr id="525323" name="Text Box 11"/>
          <p:cNvSpPr txBox="1">
            <a:spLocks noChangeArrowheads="1"/>
          </p:cNvSpPr>
          <p:nvPr/>
        </p:nvSpPr>
        <p:spPr bwMode="auto">
          <a:xfrm>
            <a:off x="6176963" y="5084763"/>
            <a:ext cx="1584325" cy="457200"/>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en-US" altLang="ja-JP" sz="1200">
                <a:solidFill>
                  <a:schemeClr val="folHlink"/>
                </a:solidFill>
                <a:effectLst>
                  <a:outerShdw blurRad="38100" dist="38100" dir="2700000" algn="tl">
                    <a:srgbClr val="000000"/>
                  </a:outerShdw>
                </a:effectLst>
                <a:latin typeface="Times New Roman" panose="02020603050405020304" pitchFamily="18" charset="0"/>
                <a:ea typeface="イワタ中丸ゴシック体(GT)" charset="-128"/>
              </a:rPr>
              <a:t>Participation rate of meeting</a:t>
            </a:r>
          </a:p>
        </p:txBody>
      </p:sp>
      <p:sp>
        <p:nvSpPr>
          <p:cNvPr id="525324" name="Text Box 12"/>
          <p:cNvSpPr txBox="1">
            <a:spLocks noChangeArrowheads="1"/>
          </p:cNvSpPr>
          <p:nvPr/>
        </p:nvSpPr>
        <p:spPr bwMode="auto">
          <a:xfrm>
            <a:off x="4311650" y="5724525"/>
            <a:ext cx="1733550" cy="274638"/>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en-US" altLang="ja-JP" sz="1200">
                <a:solidFill>
                  <a:schemeClr val="folHlink"/>
                </a:solidFill>
                <a:effectLst>
                  <a:outerShdw blurRad="38100" dist="38100" dir="2700000" algn="tl">
                    <a:srgbClr val="000000"/>
                  </a:outerShdw>
                </a:effectLst>
                <a:latin typeface="Times New Roman" panose="02020603050405020304" pitchFamily="18" charset="0"/>
                <a:ea typeface="イワタ中丸ゴシック体(GT)" charset="-128"/>
              </a:rPr>
              <a:t>Meeting remark rate</a:t>
            </a:r>
          </a:p>
        </p:txBody>
      </p:sp>
      <p:sp>
        <p:nvSpPr>
          <p:cNvPr id="525325" name="Text Box 13"/>
          <p:cNvSpPr txBox="1">
            <a:spLocks noChangeArrowheads="1"/>
          </p:cNvSpPr>
          <p:nvPr/>
        </p:nvSpPr>
        <p:spPr bwMode="auto">
          <a:xfrm>
            <a:off x="2505075" y="5157788"/>
            <a:ext cx="1125538" cy="639762"/>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200">
                <a:solidFill>
                  <a:schemeClr val="folHlink"/>
                </a:solidFill>
                <a:effectLst>
                  <a:outerShdw blurRad="38100" dist="38100" dir="2700000" algn="tl">
                    <a:srgbClr val="000000"/>
                  </a:outerShdw>
                </a:effectLst>
                <a:latin typeface="Times New Roman" panose="02020603050405020304" pitchFamily="18" charset="0"/>
                <a:ea typeface="イワタ中丸ゴシック体(GT)" charset="-128"/>
              </a:rPr>
              <a:t>Understanding  QC tools rate</a:t>
            </a:r>
          </a:p>
        </p:txBody>
      </p:sp>
      <p:sp>
        <p:nvSpPr>
          <p:cNvPr id="525326" name="Text Box 14"/>
          <p:cNvSpPr txBox="1">
            <a:spLocks noChangeArrowheads="1"/>
          </p:cNvSpPr>
          <p:nvPr/>
        </p:nvSpPr>
        <p:spPr bwMode="auto">
          <a:xfrm>
            <a:off x="1966913" y="3622675"/>
            <a:ext cx="1125537" cy="639763"/>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200">
                <a:solidFill>
                  <a:schemeClr val="folHlink"/>
                </a:solidFill>
                <a:effectLst>
                  <a:outerShdw blurRad="38100" dist="38100" dir="2700000" algn="tl">
                    <a:srgbClr val="000000"/>
                  </a:outerShdw>
                </a:effectLst>
                <a:latin typeface="Times New Roman" panose="02020603050405020304" pitchFamily="18" charset="0"/>
                <a:ea typeface="イワタ中丸ゴシック体(GT)" charset="-128"/>
              </a:rPr>
              <a:t>Participation rate of  study meeting</a:t>
            </a:r>
          </a:p>
        </p:txBody>
      </p:sp>
      <p:sp>
        <p:nvSpPr>
          <p:cNvPr id="525327" name="Text Box 15"/>
          <p:cNvSpPr txBox="1">
            <a:spLocks noChangeArrowheads="1"/>
          </p:cNvSpPr>
          <p:nvPr/>
        </p:nvSpPr>
        <p:spPr bwMode="auto">
          <a:xfrm>
            <a:off x="2730500" y="2022475"/>
            <a:ext cx="1123950" cy="639763"/>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200">
                <a:solidFill>
                  <a:schemeClr val="folHlink"/>
                </a:solidFill>
                <a:effectLst>
                  <a:outerShdw blurRad="38100" dist="38100" dir="2700000" algn="tl">
                    <a:srgbClr val="000000"/>
                  </a:outerShdw>
                </a:effectLst>
                <a:latin typeface="Times New Roman" panose="02020603050405020304" pitchFamily="18" charset="0"/>
                <a:ea typeface="イワタ中丸ゴシック体(GT)" charset="-128"/>
              </a:rPr>
              <a:t>Participation rate of seminar</a:t>
            </a:r>
          </a:p>
        </p:txBody>
      </p:sp>
      <p:sp>
        <p:nvSpPr>
          <p:cNvPr id="525328" name="Rectangle 16"/>
          <p:cNvSpPr>
            <a:spLocks noChangeArrowheads="1"/>
          </p:cNvSpPr>
          <p:nvPr/>
        </p:nvSpPr>
        <p:spPr bwMode="auto">
          <a:xfrm>
            <a:off x="6176963" y="1519238"/>
            <a:ext cx="3240087" cy="369887"/>
          </a:xfrm>
          <a:prstGeom prst="rect">
            <a:avLst/>
          </a:prstGeom>
          <a:solidFill>
            <a:srgbClr val="800080"/>
          </a:solidFill>
          <a:ln w="9525">
            <a:solidFill>
              <a:schemeClr val="tx1"/>
            </a:solidFill>
            <a:prstDash val="sysDot"/>
            <a:miter lim="800000"/>
            <a:headEnd/>
            <a:tailEnd/>
          </a:ln>
          <a:effectLst>
            <a:outerShdw blurRad="63500" dist="107763" dir="2700000" algn="ctr" rotWithShape="0">
              <a:schemeClr val="bg2">
                <a:alpha val="74998"/>
              </a:schemeClr>
            </a:outerShdw>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th-TH" altLang="ja-JP" sz="1200">
                <a:effectLst>
                  <a:outerShdw blurRad="38100" dist="38100" dir="2700000" algn="tl">
                    <a:srgbClr val="000000"/>
                  </a:outerShdw>
                </a:effectLst>
                <a:latin typeface="Times New Roman" panose="02020603050405020304" pitchFamily="18" charset="0"/>
                <a:cs typeface="Angsana New" pitchFamily="18" charset="-34"/>
              </a:rPr>
              <a:t>Write the most important item in this position.</a:t>
            </a:r>
            <a:endParaRPr lang="en-US" altLang="ja-JP" sz="1200">
              <a:effectLst>
                <a:outerShdw blurRad="38100" dist="38100" dir="2700000" algn="tl">
                  <a:srgbClr val="000000"/>
                </a:outerShdw>
              </a:effectLst>
              <a:latin typeface="Times New Roman" panose="02020603050405020304" pitchFamily="18" charset="0"/>
              <a:cs typeface="Angsana New" pitchFamily="18" charset="-34"/>
            </a:endParaRPr>
          </a:p>
        </p:txBody>
      </p:sp>
      <p:sp>
        <p:nvSpPr>
          <p:cNvPr id="525329" name="Rectangle 17"/>
          <p:cNvSpPr>
            <a:spLocks noChangeArrowheads="1"/>
          </p:cNvSpPr>
          <p:nvPr/>
        </p:nvSpPr>
        <p:spPr bwMode="auto">
          <a:xfrm>
            <a:off x="349250" y="2632075"/>
            <a:ext cx="1795463" cy="804863"/>
          </a:xfrm>
          <a:prstGeom prst="rect">
            <a:avLst/>
          </a:prstGeom>
          <a:solidFill>
            <a:srgbClr val="800080"/>
          </a:solidFill>
          <a:ln w="9525">
            <a:solidFill>
              <a:schemeClr val="tx1"/>
            </a:solidFill>
            <a:prstDash val="sysDot"/>
            <a:miter lim="800000"/>
            <a:headEnd/>
            <a:tailEnd/>
          </a:ln>
          <a:effectLst>
            <a:outerShdw blurRad="63500" dist="107763" dir="2700000" algn="ctr" rotWithShape="0">
              <a:schemeClr val="bg2">
                <a:alpha val="74998"/>
              </a:schemeClr>
            </a:outerShdw>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th-TH" altLang="ja-JP" sz="1200">
                <a:effectLst>
                  <a:outerShdw blurRad="38100" dist="38100" dir="2700000" algn="tl">
                    <a:srgbClr val="000000"/>
                  </a:outerShdw>
                </a:effectLst>
                <a:latin typeface="Times New Roman" panose="02020603050405020304" pitchFamily="18" charset="0"/>
                <a:cs typeface="Angsana New" pitchFamily="18" charset="-34"/>
              </a:rPr>
              <a:t>If having more than 2 lines,</a:t>
            </a:r>
          </a:p>
          <a:p>
            <a:pPr algn="ctr" eaLnBrk="1" hangingPunct="1"/>
            <a:r>
              <a:rPr lang="th-TH" altLang="ja-JP" sz="1200">
                <a:effectLst>
                  <a:outerShdw blurRad="38100" dist="38100" dir="2700000" algn="tl">
                    <a:srgbClr val="000000"/>
                  </a:outerShdw>
                </a:effectLst>
                <a:latin typeface="Times New Roman" panose="02020603050405020304" pitchFamily="18" charset="0"/>
                <a:cs typeface="Angsana New" pitchFamily="18" charset="-34"/>
              </a:rPr>
              <a:t> use different line.</a:t>
            </a:r>
            <a:endParaRPr lang="en-US" altLang="ja-JP" sz="1200">
              <a:effectLst>
                <a:outerShdw blurRad="38100" dist="38100" dir="2700000" algn="tl">
                  <a:srgbClr val="000000"/>
                </a:outerShdw>
              </a:effectLst>
              <a:latin typeface="Times New Roman" panose="02020603050405020304" pitchFamily="18" charset="0"/>
              <a:cs typeface="Angsana New" pitchFamily="18" charset="-34"/>
            </a:endParaRPr>
          </a:p>
        </p:txBody>
      </p:sp>
      <p:sp>
        <p:nvSpPr>
          <p:cNvPr id="525330" name="Rectangle 18"/>
          <p:cNvSpPr>
            <a:spLocks noChangeArrowheads="1"/>
          </p:cNvSpPr>
          <p:nvPr/>
        </p:nvSpPr>
        <p:spPr bwMode="auto">
          <a:xfrm>
            <a:off x="373063" y="4495800"/>
            <a:ext cx="1733550" cy="574675"/>
          </a:xfrm>
          <a:prstGeom prst="rect">
            <a:avLst/>
          </a:prstGeom>
          <a:solidFill>
            <a:srgbClr val="800080"/>
          </a:solidFill>
          <a:ln w="9525">
            <a:solidFill>
              <a:schemeClr val="tx1"/>
            </a:solidFill>
            <a:prstDash val="sysDot"/>
            <a:miter lim="800000"/>
            <a:headEnd/>
            <a:tailEnd/>
          </a:ln>
          <a:effectLst>
            <a:outerShdw blurRad="63500" dist="107763" dir="2700000" algn="ctr" rotWithShape="0">
              <a:schemeClr val="bg2">
                <a:alpha val="74998"/>
              </a:schemeClr>
            </a:outerShdw>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th-TH" altLang="ja-JP" sz="1200">
                <a:effectLst>
                  <a:outerShdw blurRad="38100" dist="38100" dir="2700000" algn="tl">
                    <a:srgbClr val="000000"/>
                  </a:outerShdw>
                </a:effectLst>
                <a:latin typeface="Times New Roman" panose="02020603050405020304" pitchFamily="18" charset="0"/>
                <a:cs typeface="Angsana New" pitchFamily="18" charset="-34"/>
              </a:rPr>
              <a:t>Divide equally </a:t>
            </a:r>
          </a:p>
          <a:p>
            <a:pPr algn="ctr" eaLnBrk="1" hangingPunct="1"/>
            <a:r>
              <a:rPr lang="th-TH" altLang="ja-JP" sz="1200">
                <a:effectLst>
                  <a:outerShdw blurRad="38100" dist="38100" dir="2700000" algn="tl">
                    <a:srgbClr val="000000"/>
                  </a:outerShdw>
                </a:effectLst>
                <a:latin typeface="Times New Roman" panose="02020603050405020304" pitchFamily="18" charset="0"/>
                <a:cs typeface="Angsana New" pitchFamily="18" charset="-34"/>
              </a:rPr>
              <a:t>between each item</a:t>
            </a:r>
            <a:endParaRPr lang="en-US" altLang="ja-JP" sz="1200">
              <a:effectLst>
                <a:outerShdw blurRad="38100" dist="38100" dir="2700000" algn="tl">
                  <a:srgbClr val="000000"/>
                </a:outerShdw>
              </a:effectLst>
              <a:latin typeface="Times New Roman" panose="02020603050405020304" pitchFamily="18" charset="0"/>
              <a:cs typeface="Angsana New" pitchFamily="18" charset="-34"/>
            </a:endParaRPr>
          </a:p>
        </p:txBody>
      </p:sp>
      <p:sp>
        <p:nvSpPr>
          <p:cNvPr id="525332" name="AutoShape 20"/>
          <p:cNvSpPr>
            <a:spLocks noChangeArrowheads="1"/>
          </p:cNvSpPr>
          <p:nvPr/>
        </p:nvSpPr>
        <p:spPr bwMode="auto">
          <a:xfrm>
            <a:off x="7192963" y="2670175"/>
            <a:ext cx="2327275" cy="312738"/>
          </a:xfrm>
          <a:prstGeom prst="wedgeRoundRectCallout">
            <a:avLst>
              <a:gd name="adj1" fmla="val -98569"/>
              <a:gd name="adj2" fmla="val 197718"/>
              <a:gd name="adj3" fmla="val 16667"/>
            </a:avLst>
          </a:prstGeom>
          <a:solidFill>
            <a:schemeClr val="bg1"/>
          </a:solidFill>
          <a:ln w="12700">
            <a:solidFill>
              <a:schemeClr val="tx1"/>
            </a:solidFill>
            <a:miter lim="800000"/>
            <a:headEnd/>
            <a:tailEnd/>
          </a:ln>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en-US" altLang="ja-JP" sz="1200">
                <a:effectLst>
                  <a:outerShdw blurRad="38100" dist="38100" dir="2700000" algn="tl">
                    <a:srgbClr val="000000"/>
                  </a:outerShdw>
                </a:effectLst>
                <a:latin typeface="Times New Roman" panose="02020603050405020304" pitchFamily="18" charset="0"/>
                <a:ea typeface="イワタ中丸ゴシック体(GT)" charset="-128"/>
              </a:rPr>
              <a:t>First time (…year…month)</a:t>
            </a:r>
          </a:p>
        </p:txBody>
      </p:sp>
      <p:sp>
        <p:nvSpPr>
          <p:cNvPr id="525333" name="AutoShape 21"/>
          <p:cNvSpPr>
            <a:spLocks noChangeArrowheads="1"/>
          </p:cNvSpPr>
          <p:nvPr/>
        </p:nvSpPr>
        <p:spPr bwMode="auto">
          <a:xfrm>
            <a:off x="7254875" y="4391025"/>
            <a:ext cx="2327275" cy="314325"/>
          </a:xfrm>
          <a:prstGeom prst="wedgeRoundRectCallout">
            <a:avLst>
              <a:gd name="adj1" fmla="val -84653"/>
              <a:gd name="adj2" fmla="val 12120"/>
              <a:gd name="adj3" fmla="val 16667"/>
            </a:avLst>
          </a:prstGeom>
          <a:solidFill>
            <a:schemeClr val="bg1"/>
          </a:solidFill>
          <a:ln w="12700">
            <a:solidFill>
              <a:schemeClr val="tx1"/>
            </a:solidFill>
            <a:miter lim="800000"/>
            <a:headEnd/>
            <a:tailEnd/>
          </a:ln>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en-US" altLang="ja-JP" sz="1200">
                <a:effectLst>
                  <a:outerShdw blurRad="38100" dist="38100" dir="2700000" algn="tl">
                    <a:srgbClr val="000000"/>
                  </a:outerShdw>
                </a:effectLst>
                <a:latin typeface="Times New Roman" panose="02020603050405020304" pitchFamily="18" charset="0"/>
                <a:ea typeface="イワタ中丸ゴシック体(GT)" charset="-128"/>
              </a:rPr>
              <a:t>Second time (….year....month)</a:t>
            </a:r>
          </a:p>
        </p:txBody>
      </p:sp>
      <p:sp>
        <p:nvSpPr>
          <p:cNvPr id="525334" name="Line 22"/>
          <p:cNvSpPr>
            <a:spLocks noChangeShapeType="1"/>
          </p:cNvSpPr>
          <p:nvPr/>
        </p:nvSpPr>
        <p:spPr bwMode="auto">
          <a:xfrm flipH="1">
            <a:off x="5770563" y="1600200"/>
            <a:ext cx="501650" cy="185738"/>
          </a:xfrm>
          <a:prstGeom prst="line">
            <a:avLst/>
          </a:prstGeom>
          <a:noFill/>
          <a:ln w="3175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5335" name="Line 23"/>
          <p:cNvSpPr>
            <a:spLocks noChangeShapeType="1"/>
          </p:cNvSpPr>
          <p:nvPr/>
        </p:nvSpPr>
        <p:spPr bwMode="auto">
          <a:xfrm flipH="1">
            <a:off x="7283450" y="2251075"/>
            <a:ext cx="990600" cy="152400"/>
          </a:xfrm>
          <a:prstGeom prst="line">
            <a:avLst/>
          </a:prstGeom>
          <a:noFill/>
          <a:ln w="3175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5336" name="Line 24"/>
          <p:cNvSpPr>
            <a:spLocks noChangeShapeType="1"/>
          </p:cNvSpPr>
          <p:nvPr/>
        </p:nvSpPr>
        <p:spPr bwMode="auto">
          <a:xfrm flipH="1" flipV="1">
            <a:off x="8504238" y="2994025"/>
            <a:ext cx="374650" cy="490538"/>
          </a:xfrm>
          <a:prstGeom prst="line">
            <a:avLst/>
          </a:prstGeom>
          <a:noFill/>
          <a:ln w="3175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5337" name="Line 25"/>
          <p:cNvSpPr>
            <a:spLocks noChangeShapeType="1"/>
          </p:cNvSpPr>
          <p:nvPr/>
        </p:nvSpPr>
        <p:spPr bwMode="auto">
          <a:xfrm flipH="1">
            <a:off x="8723313" y="3913188"/>
            <a:ext cx="233362" cy="442912"/>
          </a:xfrm>
          <a:prstGeom prst="line">
            <a:avLst/>
          </a:prstGeom>
          <a:noFill/>
          <a:ln w="3175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5338" name="Line 26"/>
          <p:cNvSpPr>
            <a:spLocks noChangeShapeType="1"/>
          </p:cNvSpPr>
          <p:nvPr/>
        </p:nvSpPr>
        <p:spPr bwMode="auto">
          <a:xfrm flipH="1">
            <a:off x="7864475" y="5146675"/>
            <a:ext cx="561975" cy="384175"/>
          </a:xfrm>
          <a:prstGeom prst="line">
            <a:avLst/>
          </a:prstGeom>
          <a:noFill/>
          <a:ln w="3175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5339" name="Line 27"/>
          <p:cNvSpPr>
            <a:spLocks noChangeShapeType="1"/>
          </p:cNvSpPr>
          <p:nvPr/>
        </p:nvSpPr>
        <p:spPr bwMode="auto">
          <a:xfrm>
            <a:off x="2025650" y="5680075"/>
            <a:ext cx="1027113" cy="525463"/>
          </a:xfrm>
          <a:prstGeom prst="line">
            <a:avLst/>
          </a:prstGeom>
          <a:noFill/>
          <a:ln w="3175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5340" name="Line 28"/>
          <p:cNvSpPr>
            <a:spLocks noChangeShapeType="1"/>
          </p:cNvSpPr>
          <p:nvPr/>
        </p:nvSpPr>
        <p:spPr bwMode="auto">
          <a:xfrm>
            <a:off x="4899025" y="2436813"/>
            <a:ext cx="1146175" cy="417512"/>
          </a:xfrm>
          <a:prstGeom prst="line">
            <a:avLst/>
          </a:prstGeom>
          <a:noFill/>
          <a:ln w="44450">
            <a:solidFill>
              <a:schemeClr val="folHlink"/>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5341" name="Oval 29"/>
          <p:cNvSpPr>
            <a:spLocks noChangeArrowheads="1"/>
          </p:cNvSpPr>
          <p:nvPr/>
        </p:nvSpPr>
        <p:spPr bwMode="auto">
          <a:xfrm>
            <a:off x="2833688" y="2124075"/>
            <a:ext cx="4137025" cy="3533775"/>
          </a:xfrm>
          <a:prstGeom prst="ellipse">
            <a:avLst/>
          </a:prstGeom>
          <a:noFill/>
          <a:ln w="44450">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25342" name="Line 30"/>
          <p:cNvSpPr>
            <a:spLocks noChangeShapeType="1"/>
          </p:cNvSpPr>
          <p:nvPr/>
        </p:nvSpPr>
        <p:spPr bwMode="auto">
          <a:xfrm flipH="1">
            <a:off x="4897438" y="2117725"/>
            <a:ext cx="3175" cy="3530600"/>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5343" name="Line 31"/>
          <p:cNvSpPr>
            <a:spLocks noChangeShapeType="1"/>
          </p:cNvSpPr>
          <p:nvPr/>
        </p:nvSpPr>
        <p:spPr bwMode="auto">
          <a:xfrm>
            <a:off x="2825750" y="3902075"/>
            <a:ext cx="4152900" cy="0"/>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5344" name="Line 32"/>
          <p:cNvSpPr>
            <a:spLocks noChangeShapeType="1"/>
          </p:cNvSpPr>
          <p:nvPr/>
        </p:nvSpPr>
        <p:spPr bwMode="auto">
          <a:xfrm flipH="1">
            <a:off x="3490913" y="2608263"/>
            <a:ext cx="2825750" cy="2570162"/>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5345" name="Line 33"/>
          <p:cNvSpPr>
            <a:spLocks noChangeShapeType="1"/>
          </p:cNvSpPr>
          <p:nvPr/>
        </p:nvSpPr>
        <p:spPr bwMode="auto">
          <a:xfrm>
            <a:off x="3451225" y="2644775"/>
            <a:ext cx="2879725" cy="2516188"/>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5346" name="Line 34"/>
          <p:cNvSpPr>
            <a:spLocks noChangeShapeType="1"/>
          </p:cNvSpPr>
          <p:nvPr/>
        </p:nvSpPr>
        <p:spPr bwMode="auto">
          <a:xfrm>
            <a:off x="4900613" y="2436813"/>
            <a:ext cx="0" cy="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5347" name="Oval 35"/>
          <p:cNvSpPr>
            <a:spLocks noChangeArrowheads="1"/>
          </p:cNvSpPr>
          <p:nvPr/>
        </p:nvSpPr>
        <p:spPr bwMode="auto">
          <a:xfrm>
            <a:off x="3289300" y="2436813"/>
            <a:ext cx="3259138" cy="2862262"/>
          </a:xfrm>
          <a:prstGeom prst="ellips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25348" name="Oval 36"/>
          <p:cNvSpPr>
            <a:spLocks noChangeArrowheads="1"/>
          </p:cNvSpPr>
          <p:nvPr/>
        </p:nvSpPr>
        <p:spPr bwMode="auto">
          <a:xfrm>
            <a:off x="3657600" y="2840038"/>
            <a:ext cx="2487613" cy="2132012"/>
          </a:xfrm>
          <a:prstGeom prst="ellips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25349" name="Oval 37"/>
          <p:cNvSpPr>
            <a:spLocks noChangeArrowheads="1"/>
          </p:cNvSpPr>
          <p:nvPr/>
        </p:nvSpPr>
        <p:spPr bwMode="auto">
          <a:xfrm>
            <a:off x="4086225" y="3205163"/>
            <a:ext cx="1647825" cy="1387475"/>
          </a:xfrm>
          <a:prstGeom prst="ellips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25350" name="Oval 38"/>
          <p:cNvSpPr>
            <a:spLocks noChangeArrowheads="1"/>
          </p:cNvSpPr>
          <p:nvPr/>
        </p:nvSpPr>
        <p:spPr bwMode="auto">
          <a:xfrm>
            <a:off x="4498975" y="3560763"/>
            <a:ext cx="796925" cy="674687"/>
          </a:xfrm>
          <a:prstGeom prst="ellips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25351" name="Text Box 39"/>
          <p:cNvSpPr txBox="1">
            <a:spLocks noChangeArrowheads="1"/>
          </p:cNvSpPr>
          <p:nvPr/>
        </p:nvSpPr>
        <p:spPr bwMode="auto">
          <a:xfrm>
            <a:off x="4870450" y="1854200"/>
            <a:ext cx="366713" cy="336550"/>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en-US" altLang="ja-JP" sz="1600">
                <a:solidFill>
                  <a:schemeClr val="folHlink"/>
                </a:solidFill>
                <a:effectLst>
                  <a:outerShdw blurRad="38100" dist="38100" dir="2700000" algn="tl">
                    <a:srgbClr val="000000"/>
                  </a:outerShdw>
                </a:effectLst>
                <a:latin typeface="Times New Roman" panose="02020603050405020304" pitchFamily="18" charset="0"/>
              </a:rPr>
              <a:t>5</a:t>
            </a:r>
          </a:p>
        </p:txBody>
      </p:sp>
      <p:sp>
        <p:nvSpPr>
          <p:cNvPr id="525352" name="Text Box 40"/>
          <p:cNvSpPr txBox="1">
            <a:spLocks noChangeArrowheads="1"/>
          </p:cNvSpPr>
          <p:nvPr/>
        </p:nvSpPr>
        <p:spPr bwMode="auto">
          <a:xfrm>
            <a:off x="4862513" y="2162175"/>
            <a:ext cx="403225" cy="336550"/>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en-US" altLang="ja-JP" sz="1600">
                <a:solidFill>
                  <a:schemeClr val="folHlink"/>
                </a:solidFill>
                <a:effectLst>
                  <a:outerShdw blurRad="38100" dist="38100" dir="2700000" algn="tl">
                    <a:srgbClr val="000000"/>
                  </a:outerShdw>
                </a:effectLst>
                <a:latin typeface="Times New Roman" panose="02020603050405020304" pitchFamily="18" charset="0"/>
              </a:rPr>
              <a:t>4</a:t>
            </a:r>
          </a:p>
        </p:txBody>
      </p:sp>
      <p:sp>
        <p:nvSpPr>
          <p:cNvPr id="525353" name="Text Box 41"/>
          <p:cNvSpPr txBox="1">
            <a:spLocks noChangeArrowheads="1"/>
          </p:cNvSpPr>
          <p:nvPr/>
        </p:nvSpPr>
        <p:spPr bwMode="auto">
          <a:xfrm>
            <a:off x="4865688" y="2940050"/>
            <a:ext cx="403225" cy="336550"/>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en-US" altLang="ja-JP" sz="1600">
                <a:solidFill>
                  <a:schemeClr val="folHlink"/>
                </a:solidFill>
                <a:effectLst>
                  <a:outerShdw blurRad="38100" dist="38100" dir="2700000" algn="tl">
                    <a:srgbClr val="000000"/>
                  </a:outerShdw>
                </a:effectLst>
                <a:latin typeface="Times New Roman" panose="02020603050405020304" pitchFamily="18" charset="0"/>
              </a:rPr>
              <a:t>2</a:t>
            </a:r>
          </a:p>
        </p:txBody>
      </p:sp>
      <p:sp>
        <p:nvSpPr>
          <p:cNvPr id="525354" name="Text Box 42"/>
          <p:cNvSpPr txBox="1">
            <a:spLocks noChangeArrowheads="1"/>
          </p:cNvSpPr>
          <p:nvPr/>
        </p:nvSpPr>
        <p:spPr bwMode="auto">
          <a:xfrm>
            <a:off x="4857750" y="3292475"/>
            <a:ext cx="403225" cy="336550"/>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en-US" altLang="ja-JP" sz="1600">
                <a:solidFill>
                  <a:schemeClr val="folHlink"/>
                </a:solidFill>
                <a:effectLst>
                  <a:outerShdw blurRad="38100" dist="38100" dir="2700000" algn="tl">
                    <a:srgbClr val="000000"/>
                  </a:outerShdw>
                </a:effectLst>
                <a:latin typeface="Times New Roman" panose="02020603050405020304" pitchFamily="18" charset="0"/>
              </a:rPr>
              <a:t>1</a:t>
            </a:r>
          </a:p>
        </p:txBody>
      </p:sp>
      <p:sp>
        <p:nvSpPr>
          <p:cNvPr id="525355" name="Line 43"/>
          <p:cNvSpPr>
            <a:spLocks noChangeShapeType="1"/>
          </p:cNvSpPr>
          <p:nvPr/>
        </p:nvSpPr>
        <p:spPr bwMode="auto">
          <a:xfrm>
            <a:off x="6035675" y="2840038"/>
            <a:ext cx="503238" cy="1062037"/>
          </a:xfrm>
          <a:prstGeom prst="line">
            <a:avLst/>
          </a:prstGeom>
          <a:noFill/>
          <a:ln w="44450">
            <a:solidFill>
              <a:schemeClr val="folHlink"/>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5356" name="Line 44"/>
          <p:cNvSpPr>
            <a:spLocks noChangeShapeType="1"/>
          </p:cNvSpPr>
          <p:nvPr/>
        </p:nvSpPr>
        <p:spPr bwMode="auto">
          <a:xfrm flipH="1">
            <a:off x="6332538" y="3902075"/>
            <a:ext cx="206375" cy="1250950"/>
          </a:xfrm>
          <a:prstGeom prst="line">
            <a:avLst/>
          </a:prstGeom>
          <a:noFill/>
          <a:ln w="44450">
            <a:solidFill>
              <a:schemeClr val="folHlink"/>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5357" name="Line 45"/>
          <p:cNvSpPr>
            <a:spLocks noChangeShapeType="1"/>
          </p:cNvSpPr>
          <p:nvPr/>
        </p:nvSpPr>
        <p:spPr bwMode="auto">
          <a:xfrm flipH="1">
            <a:off x="4889500" y="5156200"/>
            <a:ext cx="1431925" cy="501650"/>
          </a:xfrm>
          <a:prstGeom prst="line">
            <a:avLst/>
          </a:prstGeom>
          <a:noFill/>
          <a:ln w="44450">
            <a:solidFill>
              <a:schemeClr val="folHlink"/>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5358" name="Line 46"/>
          <p:cNvSpPr>
            <a:spLocks noChangeShapeType="1"/>
          </p:cNvSpPr>
          <p:nvPr/>
        </p:nvSpPr>
        <p:spPr bwMode="auto">
          <a:xfrm flipH="1" flipV="1">
            <a:off x="3784600" y="4895850"/>
            <a:ext cx="1106488" cy="750888"/>
          </a:xfrm>
          <a:prstGeom prst="line">
            <a:avLst/>
          </a:prstGeom>
          <a:noFill/>
          <a:ln w="44450">
            <a:solidFill>
              <a:schemeClr val="folHlink"/>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5359" name="Line 47"/>
          <p:cNvSpPr>
            <a:spLocks noChangeShapeType="1"/>
          </p:cNvSpPr>
          <p:nvPr/>
        </p:nvSpPr>
        <p:spPr bwMode="auto">
          <a:xfrm flipH="1" flipV="1">
            <a:off x="3275013" y="3905250"/>
            <a:ext cx="523875" cy="1006475"/>
          </a:xfrm>
          <a:prstGeom prst="line">
            <a:avLst/>
          </a:prstGeom>
          <a:noFill/>
          <a:ln w="44450">
            <a:solidFill>
              <a:schemeClr val="folHlink"/>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5360" name="Line 48"/>
          <p:cNvSpPr>
            <a:spLocks noChangeShapeType="1"/>
          </p:cNvSpPr>
          <p:nvPr/>
        </p:nvSpPr>
        <p:spPr bwMode="auto">
          <a:xfrm flipV="1">
            <a:off x="3281363" y="2887663"/>
            <a:ext cx="465137" cy="1014412"/>
          </a:xfrm>
          <a:prstGeom prst="line">
            <a:avLst/>
          </a:prstGeom>
          <a:noFill/>
          <a:ln w="44450">
            <a:solidFill>
              <a:schemeClr val="folHlink"/>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5361" name="Line 49"/>
          <p:cNvSpPr>
            <a:spLocks noChangeShapeType="1"/>
          </p:cNvSpPr>
          <p:nvPr/>
        </p:nvSpPr>
        <p:spPr bwMode="auto">
          <a:xfrm flipV="1">
            <a:off x="3743325" y="2439988"/>
            <a:ext cx="1163638" cy="458787"/>
          </a:xfrm>
          <a:prstGeom prst="line">
            <a:avLst/>
          </a:prstGeom>
          <a:noFill/>
          <a:ln w="44450">
            <a:solidFill>
              <a:schemeClr val="folHlink"/>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5362" name="Line 50"/>
          <p:cNvSpPr>
            <a:spLocks noChangeShapeType="1"/>
          </p:cNvSpPr>
          <p:nvPr/>
        </p:nvSpPr>
        <p:spPr bwMode="auto">
          <a:xfrm>
            <a:off x="4910138" y="2840038"/>
            <a:ext cx="850900" cy="285750"/>
          </a:xfrm>
          <a:prstGeom prst="line">
            <a:avLst/>
          </a:prstGeom>
          <a:noFill/>
          <a:ln w="44450">
            <a:solidFill>
              <a:schemeClr val="folHlink"/>
            </a:solidFill>
            <a:prstDash val="sysDot"/>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5363" name="Line 51"/>
          <p:cNvSpPr>
            <a:spLocks noChangeShapeType="1"/>
          </p:cNvSpPr>
          <p:nvPr/>
        </p:nvSpPr>
        <p:spPr bwMode="auto">
          <a:xfrm>
            <a:off x="5761038" y="3125788"/>
            <a:ext cx="777875" cy="776287"/>
          </a:xfrm>
          <a:prstGeom prst="line">
            <a:avLst/>
          </a:prstGeom>
          <a:noFill/>
          <a:ln w="44450">
            <a:solidFill>
              <a:schemeClr val="folHlink"/>
            </a:solidFill>
            <a:prstDash val="sysDot"/>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5364" name="Line 52"/>
          <p:cNvSpPr>
            <a:spLocks noChangeShapeType="1"/>
          </p:cNvSpPr>
          <p:nvPr/>
        </p:nvSpPr>
        <p:spPr bwMode="auto">
          <a:xfrm flipH="1">
            <a:off x="6043613" y="3902075"/>
            <a:ext cx="495300" cy="1004888"/>
          </a:xfrm>
          <a:prstGeom prst="line">
            <a:avLst/>
          </a:prstGeom>
          <a:noFill/>
          <a:ln w="44450">
            <a:solidFill>
              <a:schemeClr val="folHlink"/>
            </a:solidFill>
            <a:prstDash val="sysDot"/>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5365" name="Line 53"/>
          <p:cNvSpPr>
            <a:spLocks noChangeShapeType="1"/>
          </p:cNvSpPr>
          <p:nvPr/>
        </p:nvSpPr>
        <p:spPr bwMode="auto">
          <a:xfrm flipH="1">
            <a:off x="4900613" y="4906963"/>
            <a:ext cx="1143000" cy="69850"/>
          </a:xfrm>
          <a:prstGeom prst="line">
            <a:avLst/>
          </a:prstGeom>
          <a:noFill/>
          <a:ln w="44450">
            <a:solidFill>
              <a:schemeClr val="folHlink"/>
            </a:solidFill>
            <a:prstDash val="sysDot"/>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5366" name="Line 54"/>
          <p:cNvSpPr>
            <a:spLocks noChangeShapeType="1"/>
          </p:cNvSpPr>
          <p:nvPr/>
        </p:nvSpPr>
        <p:spPr bwMode="auto">
          <a:xfrm flipH="1" flipV="1">
            <a:off x="4041775" y="4686300"/>
            <a:ext cx="858838" cy="285750"/>
          </a:xfrm>
          <a:prstGeom prst="line">
            <a:avLst/>
          </a:prstGeom>
          <a:noFill/>
          <a:ln w="44450">
            <a:solidFill>
              <a:schemeClr val="folHlink"/>
            </a:solidFill>
            <a:prstDash val="sysDot"/>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5367" name="Line 55"/>
          <p:cNvSpPr>
            <a:spLocks noChangeShapeType="1"/>
          </p:cNvSpPr>
          <p:nvPr/>
        </p:nvSpPr>
        <p:spPr bwMode="auto">
          <a:xfrm flipH="1" flipV="1">
            <a:off x="3281363" y="3902075"/>
            <a:ext cx="760412" cy="784225"/>
          </a:xfrm>
          <a:prstGeom prst="line">
            <a:avLst/>
          </a:prstGeom>
          <a:noFill/>
          <a:ln w="44450">
            <a:solidFill>
              <a:schemeClr val="folHlink"/>
            </a:solidFill>
            <a:prstDash val="sysDot"/>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5368" name="Line 56"/>
          <p:cNvSpPr>
            <a:spLocks noChangeShapeType="1"/>
          </p:cNvSpPr>
          <p:nvPr/>
        </p:nvSpPr>
        <p:spPr bwMode="auto">
          <a:xfrm flipV="1">
            <a:off x="3281363" y="3148013"/>
            <a:ext cx="742950" cy="754062"/>
          </a:xfrm>
          <a:prstGeom prst="line">
            <a:avLst/>
          </a:prstGeom>
          <a:noFill/>
          <a:ln w="44450">
            <a:solidFill>
              <a:schemeClr val="folHlink"/>
            </a:solidFill>
            <a:prstDash val="sysDot"/>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5369" name="Line 57"/>
          <p:cNvSpPr>
            <a:spLocks noChangeShapeType="1"/>
          </p:cNvSpPr>
          <p:nvPr/>
        </p:nvSpPr>
        <p:spPr bwMode="auto">
          <a:xfrm flipV="1">
            <a:off x="4024313" y="2832100"/>
            <a:ext cx="876300" cy="315913"/>
          </a:xfrm>
          <a:prstGeom prst="line">
            <a:avLst/>
          </a:prstGeom>
          <a:noFill/>
          <a:ln w="44450">
            <a:solidFill>
              <a:schemeClr val="folHlink"/>
            </a:solidFill>
            <a:prstDash val="sysDot"/>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5370" name="Text Box 58"/>
          <p:cNvSpPr txBox="1">
            <a:spLocks noChangeArrowheads="1"/>
          </p:cNvSpPr>
          <p:nvPr/>
        </p:nvSpPr>
        <p:spPr bwMode="auto">
          <a:xfrm>
            <a:off x="4857750" y="2570163"/>
            <a:ext cx="403225" cy="336550"/>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en-US" altLang="ja-JP" sz="1600">
                <a:solidFill>
                  <a:schemeClr val="folHlink"/>
                </a:solidFill>
                <a:effectLst>
                  <a:outerShdw blurRad="38100" dist="38100" dir="2700000" algn="tl">
                    <a:srgbClr val="000000"/>
                  </a:outerShdw>
                </a:effectLst>
                <a:latin typeface="Times New Roman" panose="02020603050405020304" pitchFamily="18" charset="0"/>
              </a:rPr>
              <a:t>3</a:t>
            </a:r>
          </a:p>
        </p:txBody>
      </p:sp>
      <p:sp>
        <p:nvSpPr>
          <p:cNvPr id="525371" name="Line 59"/>
          <p:cNvSpPr>
            <a:spLocks noChangeShapeType="1"/>
          </p:cNvSpPr>
          <p:nvPr/>
        </p:nvSpPr>
        <p:spPr bwMode="auto">
          <a:xfrm flipV="1">
            <a:off x="2101850" y="3902075"/>
            <a:ext cx="906463" cy="863600"/>
          </a:xfrm>
          <a:prstGeom prst="line">
            <a:avLst/>
          </a:prstGeom>
          <a:noFill/>
          <a:ln w="3175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5372" name="Line 60"/>
          <p:cNvSpPr>
            <a:spLocks noChangeShapeType="1"/>
          </p:cNvSpPr>
          <p:nvPr/>
        </p:nvSpPr>
        <p:spPr bwMode="auto">
          <a:xfrm>
            <a:off x="2101850" y="4765675"/>
            <a:ext cx="1600200" cy="228600"/>
          </a:xfrm>
          <a:prstGeom prst="line">
            <a:avLst/>
          </a:prstGeom>
          <a:noFill/>
          <a:ln w="3175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5373" name="Line 61"/>
          <p:cNvSpPr>
            <a:spLocks noChangeShapeType="1"/>
          </p:cNvSpPr>
          <p:nvPr/>
        </p:nvSpPr>
        <p:spPr bwMode="auto">
          <a:xfrm>
            <a:off x="2144713" y="2997200"/>
            <a:ext cx="1452562" cy="160338"/>
          </a:xfrm>
          <a:prstGeom prst="line">
            <a:avLst/>
          </a:prstGeom>
          <a:noFill/>
          <a:ln w="3175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5374" name="Line 62"/>
          <p:cNvSpPr>
            <a:spLocks noChangeShapeType="1"/>
          </p:cNvSpPr>
          <p:nvPr/>
        </p:nvSpPr>
        <p:spPr bwMode="auto">
          <a:xfrm>
            <a:off x="2144713" y="2997200"/>
            <a:ext cx="1574800" cy="417513"/>
          </a:xfrm>
          <a:prstGeom prst="line">
            <a:avLst/>
          </a:prstGeom>
          <a:noFill/>
          <a:ln w="3175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5377" name="Rectangle 65"/>
          <p:cNvSpPr>
            <a:spLocks noChangeArrowheads="1"/>
          </p:cNvSpPr>
          <p:nvPr/>
        </p:nvSpPr>
        <p:spPr bwMode="auto">
          <a:xfrm>
            <a:off x="8018463" y="1946275"/>
            <a:ext cx="1223962" cy="609600"/>
          </a:xfrm>
          <a:prstGeom prst="rect">
            <a:avLst/>
          </a:prstGeom>
          <a:solidFill>
            <a:srgbClr val="800080"/>
          </a:solidFill>
          <a:ln w="9525">
            <a:solidFill>
              <a:schemeClr val="tx1"/>
            </a:solidFill>
            <a:prstDash val="sysDot"/>
            <a:miter lim="800000"/>
            <a:headEnd/>
            <a:tailEnd/>
          </a:ln>
          <a:effectLst>
            <a:outerShdw blurRad="63500" dist="107763" dir="2700000" algn="ctr" rotWithShape="0">
              <a:schemeClr val="bg2">
                <a:alpha val="74998"/>
              </a:schemeClr>
            </a:outerShdw>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th-TH" altLang="ja-JP" sz="1000">
                <a:effectLst>
                  <a:outerShdw blurRad="38100" dist="38100" dir="2700000" algn="tl">
                    <a:srgbClr val="000000"/>
                  </a:outerShdw>
                </a:effectLst>
                <a:latin typeface="Times New Roman" panose="02020603050405020304" pitchFamily="18" charset="0"/>
                <a:cs typeface="Angsana New" pitchFamily="18" charset="-34"/>
              </a:rPr>
              <a:t>Arrange similar items </a:t>
            </a:r>
          </a:p>
          <a:p>
            <a:pPr algn="ctr" eaLnBrk="1" hangingPunct="1"/>
            <a:r>
              <a:rPr lang="th-TH" altLang="ja-JP" sz="1000">
                <a:effectLst>
                  <a:outerShdw blurRad="38100" dist="38100" dir="2700000" algn="tl">
                    <a:srgbClr val="000000"/>
                  </a:outerShdw>
                </a:effectLst>
                <a:latin typeface="Times New Roman" panose="02020603050405020304" pitchFamily="18" charset="0"/>
                <a:cs typeface="Angsana New" pitchFamily="18" charset="-34"/>
              </a:rPr>
              <a:t>near each other.</a:t>
            </a:r>
            <a:endParaRPr lang="en-US" altLang="ja-JP" sz="1000">
              <a:effectLst>
                <a:outerShdw blurRad="38100" dist="38100" dir="2700000" algn="tl">
                  <a:srgbClr val="000000"/>
                </a:outerShdw>
              </a:effectLst>
              <a:latin typeface="Times New Roman" panose="02020603050405020304" pitchFamily="18" charset="0"/>
              <a:cs typeface="Angsana New" pitchFamily="18" charset="-34"/>
            </a:endParaRPr>
          </a:p>
        </p:txBody>
      </p:sp>
      <p:sp>
        <p:nvSpPr>
          <p:cNvPr id="525378" name="Rectangle 66"/>
          <p:cNvSpPr>
            <a:spLocks noChangeArrowheads="1"/>
          </p:cNvSpPr>
          <p:nvPr/>
        </p:nvSpPr>
        <p:spPr bwMode="auto">
          <a:xfrm>
            <a:off x="8264525" y="3394075"/>
            <a:ext cx="1368425" cy="519113"/>
          </a:xfrm>
          <a:prstGeom prst="rect">
            <a:avLst/>
          </a:prstGeom>
          <a:solidFill>
            <a:srgbClr val="800080"/>
          </a:solidFill>
          <a:ln w="9525">
            <a:solidFill>
              <a:schemeClr val="tx1"/>
            </a:solidFill>
            <a:prstDash val="sysDot"/>
            <a:miter lim="800000"/>
            <a:headEnd/>
            <a:tailEnd/>
          </a:ln>
          <a:effectLst>
            <a:outerShdw blurRad="63500" dist="107763" dir="2700000" algn="ctr" rotWithShape="0">
              <a:schemeClr val="bg2">
                <a:alpha val="74998"/>
              </a:schemeClr>
            </a:outerShdw>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th-TH" altLang="ja-JP" sz="1200">
                <a:effectLst>
                  <a:outerShdw blurRad="38100" dist="38100" dir="2700000" algn="tl">
                    <a:srgbClr val="000000"/>
                  </a:outerShdw>
                </a:effectLst>
                <a:latin typeface="Times New Roman" panose="02020603050405020304" pitchFamily="18" charset="0"/>
                <a:cs typeface="Angsana New" pitchFamily="18" charset="-34"/>
              </a:rPr>
              <a:t>Write examination </a:t>
            </a:r>
          </a:p>
          <a:p>
            <a:pPr algn="ctr" eaLnBrk="1" hangingPunct="1"/>
            <a:r>
              <a:rPr lang="th-TH" altLang="ja-JP" sz="1200">
                <a:effectLst>
                  <a:outerShdw blurRad="38100" dist="38100" dir="2700000" algn="tl">
                    <a:srgbClr val="000000"/>
                  </a:outerShdw>
                </a:effectLst>
                <a:latin typeface="Times New Roman" panose="02020603050405020304" pitchFamily="18" charset="0"/>
                <a:cs typeface="Angsana New" pitchFamily="18" charset="-34"/>
              </a:rPr>
              <a:t>period</a:t>
            </a:r>
            <a:endParaRPr lang="en-US" altLang="ja-JP" sz="1200">
              <a:effectLst>
                <a:outerShdw blurRad="38100" dist="38100" dir="2700000" algn="tl">
                  <a:srgbClr val="000000"/>
                </a:outerShdw>
              </a:effectLst>
              <a:latin typeface="Times New Roman" panose="02020603050405020304" pitchFamily="18" charset="0"/>
              <a:cs typeface="Angsana New" pitchFamily="18" charset="-34"/>
            </a:endParaRPr>
          </a:p>
        </p:txBody>
      </p:sp>
      <p:sp>
        <p:nvSpPr>
          <p:cNvPr id="525385" name="AutoShape 73"/>
          <p:cNvSpPr>
            <a:spLocks noChangeArrowheads="1"/>
          </p:cNvSpPr>
          <p:nvPr/>
        </p:nvSpPr>
        <p:spPr bwMode="auto">
          <a:xfrm>
            <a:off x="1423988" y="152400"/>
            <a:ext cx="6477000" cy="533400"/>
          </a:xfrm>
          <a:prstGeom prst="roundRect">
            <a:avLst>
              <a:gd name="adj" fmla="val 16667"/>
            </a:avLst>
          </a:prstGeom>
          <a:solidFill>
            <a:srgbClr val="008000"/>
          </a:solidFill>
          <a:ln w="9525">
            <a:solidFill>
              <a:schemeClr val="tx1"/>
            </a:solidFill>
            <a:round/>
            <a:headEnd/>
            <a:tailEnd/>
          </a:ln>
          <a:effectLst>
            <a:outerShdw blurRad="63500" dist="107763" dir="2700000" algn="ctr" rotWithShape="0">
              <a:schemeClr val="bg2">
                <a:alpha val="74998"/>
              </a:schemeClr>
            </a:outerShdw>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en-US" altLang="ja-JP">
                <a:effectLst>
                  <a:outerShdw blurRad="38100" dist="38100" dir="2700000" algn="tl">
                    <a:srgbClr val="000000"/>
                  </a:outerShdw>
                </a:effectLst>
                <a:latin typeface="Times New Roman" panose="02020603050405020304" pitchFamily="18" charset="0"/>
                <a:ea typeface="イワタ中丸ゴシック体(GT)" charset="-128"/>
              </a:rPr>
              <a:t>Creating method of 7 QC tools -1 </a:t>
            </a:r>
          </a:p>
        </p:txBody>
      </p:sp>
      <p:sp>
        <p:nvSpPr>
          <p:cNvPr id="525386" name="Text Box 74"/>
          <p:cNvSpPr txBox="1">
            <a:spLocks noChangeArrowheads="1"/>
          </p:cNvSpPr>
          <p:nvPr/>
        </p:nvSpPr>
        <p:spPr bwMode="auto">
          <a:xfrm>
            <a:off x="415925" y="5516563"/>
            <a:ext cx="2016125" cy="661987"/>
          </a:xfrm>
          <a:prstGeom prst="rect">
            <a:avLst/>
          </a:prstGeom>
          <a:solidFill>
            <a:srgbClr val="800080"/>
          </a:solidFill>
          <a:ln w="22225" cap="rnd">
            <a:solidFill>
              <a:schemeClr val="tx1"/>
            </a:solidFill>
            <a:prstDash val="sysDot"/>
            <a:miter lim="800000"/>
            <a:headEnd/>
            <a:tailEnd/>
          </a:ln>
          <a:effectLst>
            <a:outerShdw blurRad="63500" dist="107763" dir="2700000" algn="ctr" rotWithShape="0">
              <a:schemeClr val="bg2">
                <a:alpha val="74998"/>
              </a:schemeClr>
            </a:outerShdw>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th-TH" altLang="ja-JP" sz="1200">
                <a:effectLst>
                  <a:outerShdw blurRad="38100" dist="38100" dir="2700000" algn="tl">
                    <a:srgbClr val="000000"/>
                  </a:outerShdw>
                </a:effectLst>
                <a:latin typeface="Times New Roman" panose="02020603050405020304" pitchFamily="18" charset="0"/>
                <a:cs typeface="Angsana New" pitchFamily="18" charset="-34"/>
              </a:rPr>
              <a:t>Write graph name, number in the middle below a graph.</a:t>
            </a:r>
            <a:endParaRPr lang="en-US" altLang="ja-JP" sz="1200">
              <a:effectLst>
                <a:outerShdw blurRad="38100" dist="38100" dir="2700000" algn="tl">
                  <a:srgbClr val="000000"/>
                </a:outerShdw>
              </a:effectLst>
              <a:latin typeface="Times New Roman" panose="02020603050405020304" pitchFamily="18" charset="0"/>
              <a:cs typeface="Angsana New" pitchFamily="18" charset="-34"/>
            </a:endParaRPr>
          </a:p>
        </p:txBody>
      </p:sp>
      <p:sp>
        <p:nvSpPr>
          <p:cNvPr id="525387" name="Text Box 75"/>
          <p:cNvSpPr txBox="1">
            <a:spLocks noChangeArrowheads="1"/>
          </p:cNvSpPr>
          <p:nvPr/>
        </p:nvSpPr>
        <p:spPr bwMode="auto">
          <a:xfrm>
            <a:off x="6988175" y="5589588"/>
            <a:ext cx="2447925" cy="476250"/>
          </a:xfrm>
          <a:prstGeom prst="rect">
            <a:avLst/>
          </a:prstGeom>
          <a:solidFill>
            <a:schemeClr val="bg1"/>
          </a:solidFill>
          <a:ln w="19050">
            <a:solidFill>
              <a:schemeClr val="tx1"/>
            </a:solid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th-TH" altLang="ja-JP" sz="1200">
                <a:effectLst>
                  <a:outerShdw blurRad="38100" dist="38100" dir="2700000" algn="tl">
                    <a:srgbClr val="000000"/>
                  </a:outerShdw>
                </a:effectLst>
                <a:latin typeface="Times New Roman" panose="02020603050405020304" pitchFamily="18" charset="0"/>
                <a:cs typeface="Angsana New" pitchFamily="18" charset="-34"/>
              </a:rPr>
              <a:t>Creation date : ..year.. month.. day</a:t>
            </a:r>
          </a:p>
          <a:p>
            <a:pPr eaLnBrk="1" hangingPunct="1"/>
            <a:r>
              <a:rPr lang="th-TH" altLang="ja-JP" sz="1200">
                <a:effectLst>
                  <a:outerShdw blurRad="38100" dist="38100" dir="2700000" algn="tl">
                    <a:srgbClr val="000000"/>
                  </a:outerShdw>
                </a:effectLst>
                <a:latin typeface="Times New Roman" panose="02020603050405020304" pitchFamily="18" charset="0"/>
                <a:cs typeface="Angsana New" pitchFamily="18" charset="-34"/>
              </a:rPr>
              <a:t>Creator : kato</a:t>
            </a:r>
            <a:endParaRPr lang="en-US" altLang="ja-JP" sz="1200">
              <a:effectLst>
                <a:outerShdw blurRad="38100" dist="38100" dir="2700000" algn="tl">
                  <a:srgbClr val="000000"/>
                </a:outerShdw>
              </a:effectLst>
              <a:latin typeface="Times New Roman" panose="02020603050405020304" pitchFamily="18" charset="0"/>
              <a:cs typeface="Angsana New" pitchFamily="18" charset="-34"/>
            </a:endParaRPr>
          </a:p>
        </p:txBody>
      </p:sp>
      <p:sp>
        <p:nvSpPr>
          <p:cNvPr id="525388" name="Text Box 76"/>
          <p:cNvSpPr txBox="1">
            <a:spLocks noChangeArrowheads="1"/>
          </p:cNvSpPr>
          <p:nvPr/>
        </p:nvSpPr>
        <p:spPr bwMode="auto">
          <a:xfrm>
            <a:off x="7689850" y="4941888"/>
            <a:ext cx="1781175" cy="296862"/>
          </a:xfrm>
          <a:prstGeom prst="rect">
            <a:avLst/>
          </a:prstGeom>
          <a:solidFill>
            <a:srgbClr val="800080"/>
          </a:solidFill>
          <a:ln w="22225" cap="rnd">
            <a:solidFill>
              <a:schemeClr val="tx1"/>
            </a:solidFill>
            <a:prstDash val="sysDot"/>
            <a:miter lim="800000"/>
            <a:headEnd/>
            <a:tailEnd/>
          </a:ln>
          <a:effectLst>
            <a:outerShdw blurRad="63500" dist="107763" dir="2700000" algn="ctr" rotWithShape="0">
              <a:schemeClr val="bg2">
                <a:alpha val="74998"/>
              </a:schemeClr>
            </a:outerShdw>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spcBef>
                <a:spcPct val="50000"/>
              </a:spcBef>
            </a:pPr>
            <a:r>
              <a:rPr lang="th-TH" altLang="ja-JP" sz="1200">
                <a:effectLst>
                  <a:outerShdw blurRad="38100" dist="38100" dir="2700000" algn="tl">
                    <a:srgbClr val="000000"/>
                  </a:outerShdw>
                </a:effectLst>
                <a:latin typeface="Times New Roman" panose="02020603050405020304" pitchFamily="18" charset="0"/>
                <a:cs typeface="Angsana New" pitchFamily="18" charset="-34"/>
              </a:rPr>
              <a:t>complete if necessary </a:t>
            </a:r>
            <a:endParaRPr lang="en-US" altLang="ja-JP" sz="1200">
              <a:effectLst>
                <a:outerShdw blurRad="38100" dist="38100" dir="2700000" algn="tl">
                  <a:srgbClr val="000000"/>
                </a:outerShdw>
              </a:effectLst>
              <a:latin typeface="Times New Roman" panose="02020603050405020304" pitchFamily="18" charset="0"/>
              <a:cs typeface="Angsana New" pitchFamily="18" charset="-34"/>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8698" name="Rectangle 10"/>
          <p:cNvSpPr>
            <a:spLocks noChangeArrowheads="1"/>
          </p:cNvSpPr>
          <p:nvPr/>
        </p:nvSpPr>
        <p:spPr bwMode="auto">
          <a:xfrm>
            <a:off x="4495800" y="3349625"/>
            <a:ext cx="5311775" cy="3432175"/>
          </a:xfrm>
          <a:prstGeom prst="rect">
            <a:avLst/>
          </a:prstGeom>
          <a:solidFill>
            <a:schemeClr val="bg1"/>
          </a:solidFill>
          <a:ln w="15875">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498709" name="Line 21"/>
          <p:cNvSpPr>
            <a:spLocks noChangeShapeType="1"/>
          </p:cNvSpPr>
          <p:nvPr/>
        </p:nvSpPr>
        <p:spPr bwMode="auto">
          <a:xfrm>
            <a:off x="9047163" y="2725738"/>
            <a:ext cx="3175" cy="4056062"/>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743" name="Rectangle 55"/>
          <p:cNvSpPr>
            <a:spLocks noChangeArrowheads="1"/>
          </p:cNvSpPr>
          <p:nvPr/>
        </p:nvSpPr>
        <p:spPr bwMode="auto">
          <a:xfrm>
            <a:off x="2828925" y="1790700"/>
            <a:ext cx="6978650" cy="4991100"/>
          </a:xfrm>
          <a:prstGeom prst="rect">
            <a:avLst/>
          </a:prstGeom>
          <a:noFill/>
          <a:ln w="28575">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498744" name="Rectangle 56"/>
          <p:cNvSpPr>
            <a:spLocks noChangeArrowheads="1"/>
          </p:cNvSpPr>
          <p:nvPr/>
        </p:nvSpPr>
        <p:spPr bwMode="auto">
          <a:xfrm>
            <a:off x="2828925" y="3349625"/>
            <a:ext cx="1666875" cy="3432175"/>
          </a:xfrm>
          <a:prstGeom prst="rect">
            <a:avLst/>
          </a:prstGeom>
          <a:solidFill>
            <a:srgbClr val="FF99CC">
              <a:alpha val="50000"/>
            </a:srgbClr>
          </a:solidFill>
          <a:ln w="9525">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498755" name="Line 67"/>
          <p:cNvSpPr>
            <a:spLocks noChangeShapeType="1"/>
          </p:cNvSpPr>
          <p:nvPr/>
        </p:nvSpPr>
        <p:spPr bwMode="auto">
          <a:xfrm>
            <a:off x="4495800" y="2725738"/>
            <a:ext cx="4763" cy="4056062"/>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767" name="Text Box 79"/>
          <p:cNvSpPr txBox="1">
            <a:spLocks noChangeArrowheads="1"/>
          </p:cNvSpPr>
          <p:nvPr/>
        </p:nvSpPr>
        <p:spPr bwMode="auto">
          <a:xfrm>
            <a:off x="2828925" y="6470650"/>
            <a:ext cx="1666875" cy="274638"/>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spcBef>
                <a:spcPct val="50000"/>
              </a:spcBef>
            </a:pPr>
            <a:r>
              <a:rPr lang="en-US" altLang="ja-JP" sz="1200">
                <a:effectLst>
                  <a:outerShdw blurRad="38100" dist="38100" dir="2700000" algn="tl">
                    <a:srgbClr val="000000"/>
                  </a:outerShdw>
                </a:effectLst>
                <a:latin typeface="Times New Roman" panose="02020603050405020304" pitchFamily="18" charset="0"/>
                <a:ea typeface="イワタ中丸ゴシック体(GT)" charset="-128"/>
              </a:rPr>
              <a:t>No. of inspection </a:t>
            </a:r>
          </a:p>
        </p:txBody>
      </p:sp>
      <p:sp>
        <p:nvSpPr>
          <p:cNvPr id="498858" name="Text Box 170"/>
          <p:cNvSpPr txBox="1">
            <a:spLocks noChangeArrowheads="1"/>
          </p:cNvSpPr>
          <p:nvPr/>
        </p:nvSpPr>
        <p:spPr bwMode="auto">
          <a:xfrm>
            <a:off x="3889375" y="6365875"/>
            <a:ext cx="1517650" cy="411163"/>
          </a:xfrm>
          <a:prstGeom prst="rect">
            <a:avLst/>
          </a:prstGeom>
          <a:noFill/>
          <a:ln w="9525">
            <a:noFill/>
            <a:miter lim="800000"/>
            <a:headEnd/>
            <a:tailEnd/>
          </a:ln>
          <a:effectLst/>
        </p:spPr>
        <p:txBody>
          <a:bodyPr>
            <a:spAutoFit/>
          </a:bodyPr>
          <a:lstStyle/>
          <a:p>
            <a:pPr algn="r">
              <a:lnSpc>
                <a:spcPct val="150000"/>
              </a:lnSpc>
              <a:spcBef>
                <a:spcPct val="50000"/>
              </a:spcBef>
              <a:defRPr/>
            </a:pPr>
            <a:r>
              <a:rPr lang="ja-JP" altLang="en-US" sz="1400">
                <a:effectLst>
                  <a:outerShdw blurRad="38100" dist="38100" dir="2700000" algn="tl">
                    <a:srgbClr val="000000"/>
                  </a:outerShdw>
                </a:effectLst>
                <a:latin typeface="Times New Roman" pitchFamily="18" charset="0"/>
              </a:rPr>
              <a:t>２０３７</a:t>
            </a:r>
            <a:endParaRPr lang="en-US" altLang="ja-JP" sz="1400">
              <a:effectLst>
                <a:outerShdw blurRad="38100" dist="38100" dir="2700000" algn="tl">
                  <a:srgbClr val="000000"/>
                </a:outerShdw>
              </a:effectLst>
              <a:latin typeface="Times New Roman" pitchFamily="18" charset="0"/>
            </a:endParaRPr>
          </a:p>
        </p:txBody>
      </p:sp>
      <p:sp>
        <p:nvSpPr>
          <p:cNvPr id="498859" name="Text Box 171"/>
          <p:cNvSpPr txBox="1">
            <a:spLocks noChangeArrowheads="1"/>
          </p:cNvSpPr>
          <p:nvPr/>
        </p:nvSpPr>
        <p:spPr bwMode="auto">
          <a:xfrm>
            <a:off x="7785100" y="6526213"/>
            <a:ext cx="1668463" cy="238125"/>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lnSpc>
                <a:spcPct val="80000"/>
              </a:lnSpc>
              <a:spcBef>
                <a:spcPct val="50000"/>
              </a:spcBef>
            </a:pPr>
            <a:r>
              <a:rPr lang="th-TH" altLang="ja-JP" sz="1200">
                <a:effectLst>
                  <a:outerShdw blurRad="38100" dist="38100" dir="2700000" algn="tl">
                    <a:srgbClr val="000000"/>
                  </a:outerShdw>
                </a:effectLst>
                <a:latin typeface="Times New Roman" panose="02020603050405020304" pitchFamily="18" charset="0"/>
                <a:ea typeface="イワタ中丸ゴシック体(GT)" charset="-128"/>
                <a:cs typeface="Angsana New" pitchFamily="18" charset="-34"/>
              </a:rPr>
              <a:t>Defect rate</a:t>
            </a:r>
            <a:r>
              <a:rPr lang="en-US" altLang="ja-JP" sz="1200">
                <a:effectLst>
                  <a:outerShdw blurRad="38100" dist="38100" dir="2700000" algn="tl">
                    <a:srgbClr val="000000"/>
                  </a:outerShdw>
                </a:effectLst>
                <a:latin typeface="Times New Roman" panose="02020603050405020304" pitchFamily="18" charset="0"/>
                <a:ea typeface="イワタ中丸ゴシック体(GT)" charset="-128"/>
                <a:cs typeface="Angsana New" pitchFamily="18" charset="-34"/>
              </a:rPr>
              <a:t> </a:t>
            </a:r>
          </a:p>
        </p:txBody>
      </p:sp>
      <p:sp>
        <p:nvSpPr>
          <p:cNvPr id="498870" name="Text Box 182"/>
          <p:cNvSpPr txBox="1">
            <a:spLocks noChangeArrowheads="1"/>
          </p:cNvSpPr>
          <p:nvPr/>
        </p:nvSpPr>
        <p:spPr bwMode="auto">
          <a:xfrm>
            <a:off x="9099550" y="6477000"/>
            <a:ext cx="760413" cy="304800"/>
          </a:xfrm>
          <a:prstGeom prst="rect">
            <a:avLst/>
          </a:prstGeom>
          <a:noFill/>
          <a:ln w="9525">
            <a:noFill/>
            <a:miter lim="800000"/>
            <a:headEnd/>
            <a:tailEnd/>
          </a:ln>
          <a:effectLst/>
        </p:spPr>
        <p:txBody>
          <a:bodyPr>
            <a:spAutoFit/>
          </a:bodyPr>
          <a:lstStyle/>
          <a:p>
            <a:pPr algn="ctr">
              <a:spcBef>
                <a:spcPct val="50000"/>
              </a:spcBef>
              <a:defRPr/>
            </a:pPr>
            <a:r>
              <a:rPr lang="ja-JP" altLang="en-US" sz="1400">
                <a:effectLst>
                  <a:outerShdw blurRad="38100" dist="38100" dir="2700000" algn="tl">
                    <a:srgbClr val="000000"/>
                  </a:outerShdw>
                </a:effectLst>
                <a:latin typeface="Times New Roman" pitchFamily="18" charset="0"/>
              </a:rPr>
              <a:t>４．５％</a:t>
            </a:r>
            <a:endParaRPr lang="en-US" altLang="ja-JP" sz="1400">
              <a:effectLst>
                <a:outerShdw blurRad="38100" dist="38100" dir="2700000" algn="tl">
                  <a:srgbClr val="000000"/>
                </a:outerShdw>
              </a:effectLst>
              <a:latin typeface="Times New Roman" pitchFamily="18" charset="0"/>
            </a:endParaRPr>
          </a:p>
        </p:txBody>
      </p:sp>
      <p:sp>
        <p:nvSpPr>
          <p:cNvPr id="498694" name="Text Box 6"/>
          <p:cNvSpPr txBox="1">
            <a:spLocks noChangeArrowheads="1"/>
          </p:cNvSpPr>
          <p:nvPr/>
        </p:nvSpPr>
        <p:spPr bwMode="auto">
          <a:xfrm>
            <a:off x="128588" y="2205038"/>
            <a:ext cx="15128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ja-JP" altLang="en-US" sz="1600">
                <a:effectLst>
                  <a:outerShdw blurRad="38100" dist="38100" dir="2700000" algn="tl">
                    <a:srgbClr val="000000"/>
                  </a:outerShdw>
                </a:effectLst>
                <a:latin typeface="Times New Roman" panose="02020603050405020304" pitchFamily="18" charset="0"/>
              </a:rPr>
              <a:t>● </a:t>
            </a:r>
            <a:r>
              <a:rPr lang="en-US" altLang="ja-JP" sz="1600">
                <a:effectLst>
                  <a:outerShdw blurRad="38100" dist="38100" dir="2700000" algn="tl">
                    <a:srgbClr val="000000"/>
                  </a:outerShdw>
                </a:effectLst>
                <a:latin typeface="Times New Roman" panose="02020603050405020304" pitchFamily="18" charset="0"/>
                <a:ea typeface="イワタ中丸ゴシック体(GT)" charset="-128"/>
              </a:rPr>
              <a:t>Write the </a:t>
            </a:r>
          </a:p>
        </p:txBody>
      </p:sp>
      <p:sp>
        <p:nvSpPr>
          <p:cNvPr id="498695" name="Text Box 7"/>
          <p:cNvSpPr txBox="1">
            <a:spLocks noChangeArrowheads="1"/>
          </p:cNvSpPr>
          <p:nvPr/>
        </p:nvSpPr>
        <p:spPr bwMode="auto">
          <a:xfrm>
            <a:off x="88900" y="2852738"/>
            <a:ext cx="2417763" cy="336550"/>
          </a:xfrm>
          <a:prstGeom prst="rect">
            <a:avLst/>
          </a:prstGeom>
          <a:noFill/>
          <a:ln w="9525">
            <a:noFill/>
            <a:miter lim="800000"/>
            <a:headEnd/>
            <a:tailEnd/>
          </a:ln>
          <a:effectLst/>
        </p:spPr>
        <p:txBody>
          <a:bodyPr wrap="none">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600">
                <a:effectLst>
                  <a:outerShdw blurRad="38100" dist="38100" dir="2700000" algn="tl">
                    <a:srgbClr val="000000"/>
                  </a:outerShdw>
                </a:effectLst>
                <a:latin typeface="Times New Roman" panose="02020603050405020304" pitchFamily="18" charset="0"/>
              </a:rPr>
              <a:t>● Decide the method for </a:t>
            </a:r>
          </a:p>
        </p:txBody>
      </p:sp>
      <p:sp>
        <p:nvSpPr>
          <p:cNvPr id="498696" name="Text Box 8"/>
          <p:cNvSpPr txBox="1">
            <a:spLocks noChangeArrowheads="1"/>
          </p:cNvSpPr>
          <p:nvPr/>
        </p:nvSpPr>
        <p:spPr bwMode="auto">
          <a:xfrm>
            <a:off x="88900" y="3573463"/>
            <a:ext cx="2278063" cy="336550"/>
          </a:xfrm>
          <a:prstGeom prst="rect">
            <a:avLst/>
          </a:prstGeom>
          <a:noFill/>
          <a:ln w="9525">
            <a:noFill/>
            <a:miter lim="800000"/>
            <a:headEnd/>
            <a:tailEnd/>
          </a:ln>
          <a:effectLst/>
        </p:spPr>
        <p:txBody>
          <a:bodyPr wrap="none">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600">
                <a:effectLst>
                  <a:outerShdw blurRad="38100" dist="38100" dir="2700000" algn="tl">
                    <a:srgbClr val="000000"/>
                  </a:outerShdw>
                </a:effectLst>
                <a:latin typeface="Times New Roman" panose="02020603050405020304" pitchFamily="18" charset="0"/>
              </a:rPr>
              <a:t>● write checking items </a:t>
            </a:r>
          </a:p>
        </p:txBody>
      </p:sp>
      <p:sp>
        <p:nvSpPr>
          <p:cNvPr id="498697" name="Text Box 9"/>
          <p:cNvSpPr txBox="1">
            <a:spLocks noChangeArrowheads="1"/>
          </p:cNvSpPr>
          <p:nvPr/>
        </p:nvSpPr>
        <p:spPr bwMode="auto">
          <a:xfrm>
            <a:off x="88900" y="4960938"/>
            <a:ext cx="1706563" cy="336550"/>
          </a:xfrm>
          <a:prstGeom prst="rect">
            <a:avLst/>
          </a:prstGeom>
          <a:noFill/>
          <a:ln w="9525">
            <a:noFill/>
            <a:miter lim="800000"/>
            <a:headEnd/>
            <a:tailEnd/>
          </a:ln>
          <a:effectLst/>
        </p:spPr>
        <p:txBody>
          <a:bodyPr wrap="none">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600">
                <a:effectLst>
                  <a:outerShdw blurRad="38100" dist="38100" dir="2700000" algn="tl">
                    <a:srgbClr val="000000"/>
                  </a:outerShdw>
                </a:effectLst>
                <a:latin typeface="Times New Roman" panose="02020603050405020304" pitchFamily="18" charset="0"/>
              </a:rPr>
              <a:t>● </a:t>
            </a:r>
            <a:r>
              <a:rPr lang="en-US" altLang="ja-JP" sz="1600">
                <a:effectLst>
                  <a:outerShdw blurRad="38100" dist="38100" dir="2700000" algn="tl">
                    <a:srgbClr val="000000"/>
                  </a:outerShdw>
                </a:effectLst>
                <a:latin typeface="Times New Roman" panose="02020603050405020304" pitchFamily="18" charset="0"/>
                <a:ea typeface="イワタ中丸ゴシック体(GT)" charset="-128"/>
                <a:cs typeface="Angsana New" pitchFamily="18" charset="-34"/>
              </a:rPr>
              <a:t>Write the data</a:t>
            </a:r>
          </a:p>
        </p:txBody>
      </p:sp>
      <p:sp>
        <p:nvSpPr>
          <p:cNvPr id="498871" name="Text Box 183"/>
          <p:cNvSpPr txBox="1">
            <a:spLocks noChangeArrowheads="1"/>
          </p:cNvSpPr>
          <p:nvPr/>
        </p:nvSpPr>
        <p:spPr bwMode="auto">
          <a:xfrm>
            <a:off x="1155700" y="1308100"/>
            <a:ext cx="8077200" cy="701675"/>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en-US" altLang="ja-JP" sz="2000">
                <a:solidFill>
                  <a:schemeClr val="folHlink"/>
                </a:solidFill>
                <a:effectLst>
                  <a:outerShdw blurRad="38100" dist="38100" dir="2700000" algn="tl">
                    <a:srgbClr val="000000"/>
                  </a:outerShdw>
                </a:effectLst>
                <a:latin typeface="Times New Roman" panose="02020603050405020304" pitchFamily="18" charset="0"/>
              </a:rPr>
              <a:t>Table 1. Check sheet for examining the defects of</a:t>
            </a:r>
            <a:r>
              <a:rPr lang="th-TH" altLang="ja-JP" sz="2000">
                <a:solidFill>
                  <a:schemeClr val="folHlink"/>
                </a:solidFill>
                <a:effectLst>
                  <a:outerShdw blurRad="38100" dist="38100" dir="2700000" algn="tl">
                    <a:srgbClr val="000000"/>
                  </a:outerShdw>
                </a:effectLst>
                <a:latin typeface="Times New Roman" panose="02020603050405020304" pitchFamily="18" charset="0"/>
              </a:rPr>
              <a:t> </a:t>
            </a:r>
            <a:r>
              <a:rPr lang="en-US" altLang="ja-JP" sz="2000">
                <a:solidFill>
                  <a:schemeClr val="folHlink"/>
                </a:solidFill>
                <a:effectLst>
                  <a:outerShdw blurRad="38100" dist="38100" dir="2700000" algn="tl">
                    <a:srgbClr val="000000"/>
                  </a:outerShdw>
                </a:effectLst>
                <a:latin typeface="Times New Roman" panose="02020603050405020304" pitchFamily="18" charset="0"/>
              </a:rPr>
              <a:t>“ camera assembly process”</a:t>
            </a:r>
          </a:p>
        </p:txBody>
      </p:sp>
      <p:sp>
        <p:nvSpPr>
          <p:cNvPr id="498872" name="Text Box 184"/>
          <p:cNvSpPr txBox="1">
            <a:spLocks noChangeArrowheads="1"/>
          </p:cNvSpPr>
          <p:nvPr/>
        </p:nvSpPr>
        <p:spPr bwMode="auto">
          <a:xfrm>
            <a:off x="88900" y="6249988"/>
            <a:ext cx="903288" cy="336550"/>
          </a:xfrm>
          <a:prstGeom prst="rect">
            <a:avLst/>
          </a:prstGeom>
          <a:noFill/>
          <a:ln w="9525">
            <a:noFill/>
            <a:miter lim="800000"/>
            <a:headEnd/>
            <a:tailEnd/>
          </a:ln>
          <a:effectLst/>
        </p:spPr>
        <p:txBody>
          <a:bodyPr wrap="none">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600">
                <a:effectLst>
                  <a:outerShdw blurRad="38100" dist="38100" dir="2700000" algn="tl">
                    <a:srgbClr val="000000"/>
                  </a:outerShdw>
                </a:effectLst>
                <a:latin typeface="Times New Roman" panose="02020603050405020304" pitchFamily="18" charset="0"/>
              </a:rPr>
              <a:t>●Total </a:t>
            </a:r>
          </a:p>
        </p:txBody>
      </p:sp>
      <p:sp>
        <p:nvSpPr>
          <p:cNvPr id="498699" name="Line 11"/>
          <p:cNvSpPr>
            <a:spLocks noChangeShapeType="1"/>
          </p:cNvSpPr>
          <p:nvPr/>
        </p:nvSpPr>
        <p:spPr bwMode="auto">
          <a:xfrm>
            <a:off x="2828925" y="2101850"/>
            <a:ext cx="2881313" cy="3175"/>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700" name="Line 12"/>
          <p:cNvSpPr>
            <a:spLocks noChangeShapeType="1"/>
          </p:cNvSpPr>
          <p:nvPr/>
        </p:nvSpPr>
        <p:spPr bwMode="auto">
          <a:xfrm>
            <a:off x="2828925" y="2413000"/>
            <a:ext cx="6978650" cy="4763"/>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701" name="Line 13"/>
          <p:cNvSpPr>
            <a:spLocks noChangeShapeType="1"/>
          </p:cNvSpPr>
          <p:nvPr/>
        </p:nvSpPr>
        <p:spPr bwMode="auto">
          <a:xfrm>
            <a:off x="2828925" y="2725738"/>
            <a:ext cx="6978650" cy="4762"/>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702" name="Line 14"/>
          <p:cNvSpPr>
            <a:spLocks noChangeShapeType="1"/>
          </p:cNvSpPr>
          <p:nvPr/>
        </p:nvSpPr>
        <p:spPr bwMode="auto">
          <a:xfrm>
            <a:off x="4495800" y="3038475"/>
            <a:ext cx="4551363" cy="3175"/>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703" name="Line 15"/>
          <p:cNvSpPr>
            <a:spLocks noChangeShapeType="1"/>
          </p:cNvSpPr>
          <p:nvPr/>
        </p:nvSpPr>
        <p:spPr bwMode="auto">
          <a:xfrm>
            <a:off x="2828925" y="3349625"/>
            <a:ext cx="6978650" cy="3175"/>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704" name="Line 16"/>
          <p:cNvSpPr>
            <a:spLocks noChangeShapeType="1"/>
          </p:cNvSpPr>
          <p:nvPr/>
        </p:nvSpPr>
        <p:spPr bwMode="auto">
          <a:xfrm>
            <a:off x="4495800" y="1790700"/>
            <a:ext cx="4763" cy="935038"/>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705" name="Line 17"/>
          <p:cNvSpPr>
            <a:spLocks noChangeShapeType="1"/>
          </p:cNvSpPr>
          <p:nvPr/>
        </p:nvSpPr>
        <p:spPr bwMode="auto">
          <a:xfrm>
            <a:off x="5710238" y="1790700"/>
            <a:ext cx="3175" cy="935038"/>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706" name="Line 18"/>
          <p:cNvSpPr>
            <a:spLocks noChangeShapeType="1"/>
          </p:cNvSpPr>
          <p:nvPr/>
        </p:nvSpPr>
        <p:spPr bwMode="auto">
          <a:xfrm>
            <a:off x="6772275" y="1790700"/>
            <a:ext cx="1588" cy="935038"/>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707" name="Line 19"/>
          <p:cNvSpPr>
            <a:spLocks noChangeShapeType="1"/>
          </p:cNvSpPr>
          <p:nvPr/>
        </p:nvSpPr>
        <p:spPr bwMode="auto">
          <a:xfrm>
            <a:off x="7834313" y="1790700"/>
            <a:ext cx="3175" cy="935038"/>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708" name="Line 20"/>
          <p:cNvSpPr>
            <a:spLocks noChangeShapeType="1"/>
          </p:cNvSpPr>
          <p:nvPr/>
        </p:nvSpPr>
        <p:spPr bwMode="auto">
          <a:xfrm>
            <a:off x="8439150" y="1790700"/>
            <a:ext cx="4763" cy="935038"/>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710" name="Line 22"/>
          <p:cNvSpPr>
            <a:spLocks noChangeShapeType="1"/>
          </p:cNvSpPr>
          <p:nvPr/>
        </p:nvSpPr>
        <p:spPr bwMode="auto">
          <a:xfrm>
            <a:off x="5407025" y="2725738"/>
            <a:ext cx="1588" cy="3744912"/>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711" name="Line 23"/>
          <p:cNvSpPr>
            <a:spLocks noChangeShapeType="1"/>
          </p:cNvSpPr>
          <p:nvPr/>
        </p:nvSpPr>
        <p:spPr bwMode="auto">
          <a:xfrm>
            <a:off x="6316663" y="2725738"/>
            <a:ext cx="4762" cy="3744912"/>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712" name="Line 24"/>
          <p:cNvSpPr>
            <a:spLocks noChangeShapeType="1"/>
          </p:cNvSpPr>
          <p:nvPr/>
        </p:nvSpPr>
        <p:spPr bwMode="auto">
          <a:xfrm>
            <a:off x="7227888" y="2725738"/>
            <a:ext cx="1587" cy="3744912"/>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713" name="Line 25"/>
          <p:cNvSpPr>
            <a:spLocks noChangeShapeType="1"/>
          </p:cNvSpPr>
          <p:nvPr/>
        </p:nvSpPr>
        <p:spPr bwMode="auto">
          <a:xfrm>
            <a:off x="8137525" y="2725738"/>
            <a:ext cx="1588" cy="3744912"/>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714" name="Rectangle 26"/>
          <p:cNvSpPr>
            <a:spLocks noChangeArrowheads="1"/>
          </p:cNvSpPr>
          <p:nvPr/>
        </p:nvSpPr>
        <p:spPr bwMode="auto">
          <a:xfrm>
            <a:off x="2828925" y="1790700"/>
            <a:ext cx="1666875" cy="935038"/>
          </a:xfrm>
          <a:prstGeom prst="rect">
            <a:avLst/>
          </a:prstGeom>
          <a:solidFill>
            <a:srgbClr val="FFCC00">
              <a:alpha val="50000"/>
            </a:srgbClr>
          </a:solidFill>
          <a:ln w="9525">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498715" name="Text Box 27"/>
          <p:cNvSpPr txBox="1">
            <a:spLocks noChangeArrowheads="1"/>
          </p:cNvSpPr>
          <p:nvPr/>
        </p:nvSpPr>
        <p:spPr bwMode="auto">
          <a:xfrm>
            <a:off x="2828925" y="1790700"/>
            <a:ext cx="1666875" cy="304800"/>
          </a:xfrm>
          <a:prstGeom prst="rect">
            <a:avLst/>
          </a:prstGeom>
          <a:noFill/>
          <a:ln w="9525">
            <a:noFill/>
            <a:miter lim="800000"/>
            <a:headEnd/>
            <a:tailEnd/>
          </a:ln>
          <a:effectLst/>
        </p:spPr>
        <p:txBody>
          <a:bodyPr>
            <a:spAutoFit/>
          </a:bodyPr>
          <a:lstStyle/>
          <a:p>
            <a:pPr algn="ctr">
              <a:spcBef>
                <a:spcPct val="50000"/>
              </a:spcBef>
              <a:defRPr/>
            </a:pPr>
            <a:r>
              <a:rPr lang="en-US" altLang="ja-JP" sz="1400">
                <a:effectLst>
                  <a:outerShdw blurRad="38100" dist="38100" dir="2700000" algn="tl">
                    <a:srgbClr val="000000"/>
                  </a:outerShdw>
                </a:effectLst>
                <a:latin typeface="Times New Roman" pitchFamily="18" charset="0"/>
              </a:rPr>
              <a:t>Product Name </a:t>
            </a:r>
          </a:p>
        </p:txBody>
      </p:sp>
      <p:sp>
        <p:nvSpPr>
          <p:cNvPr id="498716" name="Text Box 28"/>
          <p:cNvSpPr txBox="1">
            <a:spLocks noChangeArrowheads="1"/>
          </p:cNvSpPr>
          <p:nvPr/>
        </p:nvSpPr>
        <p:spPr bwMode="auto">
          <a:xfrm>
            <a:off x="2828925" y="2101850"/>
            <a:ext cx="1666875" cy="304800"/>
          </a:xfrm>
          <a:prstGeom prst="rect">
            <a:avLst/>
          </a:prstGeom>
          <a:noFill/>
          <a:ln w="9525">
            <a:noFill/>
            <a:miter lim="800000"/>
            <a:headEnd/>
            <a:tailEnd/>
          </a:ln>
          <a:effectLst/>
        </p:spPr>
        <p:txBody>
          <a:bodyPr>
            <a:spAutoFit/>
          </a:bodyPr>
          <a:lstStyle/>
          <a:p>
            <a:pPr algn="ctr">
              <a:spcBef>
                <a:spcPct val="50000"/>
              </a:spcBef>
              <a:defRPr/>
            </a:pPr>
            <a:r>
              <a:rPr lang="en-US" altLang="ja-JP" sz="1400">
                <a:effectLst>
                  <a:outerShdw blurRad="38100" dist="38100" dir="2700000" algn="tl">
                    <a:srgbClr val="000000"/>
                  </a:outerShdw>
                </a:effectLst>
                <a:latin typeface="Times New Roman" pitchFamily="18" charset="0"/>
              </a:rPr>
              <a:t>Process name </a:t>
            </a:r>
          </a:p>
        </p:txBody>
      </p:sp>
      <p:sp>
        <p:nvSpPr>
          <p:cNvPr id="498717" name="Text Box 29"/>
          <p:cNvSpPr txBox="1">
            <a:spLocks noChangeArrowheads="1"/>
          </p:cNvSpPr>
          <p:nvPr/>
        </p:nvSpPr>
        <p:spPr bwMode="auto">
          <a:xfrm>
            <a:off x="2828925" y="2413000"/>
            <a:ext cx="1666875" cy="274638"/>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spcBef>
                <a:spcPct val="50000"/>
              </a:spcBef>
            </a:pPr>
            <a:r>
              <a:rPr lang="en-US" altLang="ja-JP" sz="1200">
                <a:effectLst>
                  <a:outerShdw blurRad="38100" dist="38100" dir="2700000" algn="tl">
                    <a:srgbClr val="000000"/>
                  </a:outerShdw>
                </a:effectLst>
                <a:latin typeface="Times New Roman" panose="02020603050405020304" pitchFamily="18" charset="0"/>
                <a:ea typeface="イワタ中丸ゴシック体(GT)" charset="-128"/>
              </a:rPr>
              <a:t>Measure method </a:t>
            </a:r>
          </a:p>
        </p:txBody>
      </p:sp>
      <p:sp>
        <p:nvSpPr>
          <p:cNvPr id="498718" name="Rectangle 30"/>
          <p:cNvSpPr>
            <a:spLocks noChangeArrowheads="1"/>
          </p:cNvSpPr>
          <p:nvPr/>
        </p:nvSpPr>
        <p:spPr bwMode="auto">
          <a:xfrm>
            <a:off x="4495800" y="1790700"/>
            <a:ext cx="1214438" cy="935038"/>
          </a:xfrm>
          <a:prstGeom prst="rect">
            <a:avLst/>
          </a:prstGeom>
          <a:solidFill>
            <a:schemeClr val="bg1"/>
          </a:solidFill>
          <a:ln w="9525">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498719" name="Text Box 31"/>
          <p:cNvSpPr txBox="1">
            <a:spLocks noChangeArrowheads="1"/>
          </p:cNvSpPr>
          <p:nvPr/>
        </p:nvSpPr>
        <p:spPr bwMode="auto">
          <a:xfrm>
            <a:off x="4192588" y="1790700"/>
            <a:ext cx="1820862" cy="304800"/>
          </a:xfrm>
          <a:prstGeom prst="rect">
            <a:avLst/>
          </a:prstGeom>
          <a:noFill/>
          <a:ln w="9525">
            <a:noFill/>
            <a:miter lim="800000"/>
            <a:headEnd/>
            <a:tailEnd/>
          </a:ln>
          <a:effectLst/>
        </p:spPr>
        <p:txBody>
          <a:bodyPr>
            <a:spAutoFit/>
          </a:bodyPr>
          <a:lstStyle/>
          <a:p>
            <a:pPr algn="ctr">
              <a:spcBef>
                <a:spcPct val="50000"/>
              </a:spcBef>
              <a:defRPr/>
            </a:pPr>
            <a:r>
              <a:rPr lang="ja-JP" altLang="en-US" sz="1400">
                <a:effectLst>
                  <a:outerShdw blurRad="38100" dist="38100" dir="2700000" algn="tl">
                    <a:srgbClr val="000000"/>
                  </a:outerShdw>
                </a:effectLst>
                <a:latin typeface="Times New Roman" pitchFamily="18" charset="0"/>
              </a:rPr>
              <a:t>ＣＳ２０－５Ｄ</a:t>
            </a:r>
            <a:endParaRPr lang="en-US" altLang="ja-JP" sz="1400">
              <a:effectLst>
                <a:outerShdw blurRad="38100" dist="38100" dir="2700000" algn="tl">
                  <a:srgbClr val="000000"/>
                </a:outerShdw>
              </a:effectLst>
              <a:latin typeface="Times New Roman" pitchFamily="18" charset="0"/>
            </a:endParaRPr>
          </a:p>
        </p:txBody>
      </p:sp>
      <p:sp>
        <p:nvSpPr>
          <p:cNvPr id="498720" name="Rectangle 32"/>
          <p:cNvSpPr>
            <a:spLocks noChangeArrowheads="1"/>
          </p:cNvSpPr>
          <p:nvPr/>
        </p:nvSpPr>
        <p:spPr bwMode="auto">
          <a:xfrm>
            <a:off x="6772275" y="1790700"/>
            <a:ext cx="1062038" cy="935038"/>
          </a:xfrm>
          <a:prstGeom prst="rect">
            <a:avLst/>
          </a:prstGeom>
          <a:solidFill>
            <a:schemeClr val="bg1">
              <a:alpha val="50000"/>
            </a:schemeClr>
          </a:solidFill>
          <a:ln w="9525">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498721" name="Rectangle 33"/>
          <p:cNvSpPr>
            <a:spLocks noChangeArrowheads="1"/>
          </p:cNvSpPr>
          <p:nvPr/>
        </p:nvSpPr>
        <p:spPr bwMode="auto">
          <a:xfrm>
            <a:off x="8439150" y="1790700"/>
            <a:ext cx="1368425" cy="935038"/>
          </a:xfrm>
          <a:prstGeom prst="rect">
            <a:avLst/>
          </a:prstGeom>
          <a:solidFill>
            <a:schemeClr val="bg1">
              <a:alpha val="50000"/>
            </a:schemeClr>
          </a:solidFill>
          <a:ln w="9525">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498722" name="Rectangle 34"/>
          <p:cNvSpPr>
            <a:spLocks noChangeArrowheads="1"/>
          </p:cNvSpPr>
          <p:nvPr/>
        </p:nvSpPr>
        <p:spPr bwMode="auto">
          <a:xfrm>
            <a:off x="7834313" y="1790700"/>
            <a:ext cx="604837" cy="935038"/>
          </a:xfrm>
          <a:prstGeom prst="rect">
            <a:avLst/>
          </a:prstGeom>
          <a:solidFill>
            <a:srgbClr val="FFCC00">
              <a:alpha val="50000"/>
            </a:srgbClr>
          </a:solidFill>
          <a:ln w="9525">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498723" name="Rectangle 35"/>
          <p:cNvSpPr>
            <a:spLocks noChangeArrowheads="1"/>
          </p:cNvSpPr>
          <p:nvPr/>
        </p:nvSpPr>
        <p:spPr bwMode="auto">
          <a:xfrm>
            <a:off x="8439150" y="1790700"/>
            <a:ext cx="608013" cy="935038"/>
          </a:xfrm>
          <a:prstGeom prst="rect">
            <a:avLst/>
          </a:prstGeom>
          <a:solidFill>
            <a:srgbClr val="FFCC00">
              <a:alpha val="50000"/>
            </a:srgbClr>
          </a:solidFill>
          <a:ln w="9525">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498724" name="Rectangle 36"/>
          <p:cNvSpPr>
            <a:spLocks noChangeArrowheads="1"/>
          </p:cNvSpPr>
          <p:nvPr/>
        </p:nvSpPr>
        <p:spPr bwMode="auto">
          <a:xfrm>
            <a:off x="6772275" y="1790700"/>
            <a:ext cx="1062038" cy="935038"/>
          </a:xfrm>
          <a:prstGeom prst="rect">
            <a:avLst/>
          </a:prstGeom>
          <a:solidFill>
            <a:schemeClr val="bg1"/>
          </a:solidFill>
          <a:ln w="9525">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498725" name="Rectangle 37"/>
          <p:cNvSpPr>
            <a:spLocks noChangeArrowheads="1"/>
          </p:cNvSpPr>
          <p:nvPr/>
        </p:nvSpPr>
        <p:spPr bwMode="auto">
          <a:xfrm>
            <a:off x="8439150" y="1790700"/>
            <a:ext cx="1368425" cy="935038"/>
          </a:xfrm>
          <a:prstGeom prst="rect">
            <a:avLst/>
          </a:prstGeom>
          <a:solidFill>
            <a:schemeClr val="bg1"/>
          </a:solidFill>
          <a:ln w="9525">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498726" name="Line 38"/>
          <p:cNvSpPr>
            <a:spLocks noChangeShapeType="1"/>
          </p:cNvSpPr>
          <p:nvPr/>
        </p:nvSpPr>
        <p:spPr bwMode="auto">
          <a:xfrm>
            <a:off x="2828925" y="2101850"/>
            <a:ext cx="2881313" cy="3175"/>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727" name="Line 39"/>
          <p:cNvSpPr>
            <a:spLocks noChangeShapeType="1"/>
          </p:cNvSpPr>
          <p:nvPr/>
        </p:nvSpPr>
        <p:spPr bwMode="auto">
          <a:xfrm flipV="1">
            <a:off x="2806700" y="2408238"/>
            <a:ext cx="7010400" cy="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728" name="Text Box 40"/>
          <p:cNvSpPr txBox="1">
            <a:spLocks noChangeArrowheads="1"/>
          </p:cNvSpPr>
          <p:nvPr/>
        </p:nvSpPr>
        <p:spPr bwMode="auto">
          <a:xfrm>
            <a:off x="4192588" y="2101850"/>
            <a:ext cx="1820862" cy="304800"/>
          </a:xfrm>
          <a:prstGeom prst="rect">
            <a:avLst/>
          </a:prstGeom>
          <a:noFill/>
          <a:ln w="9525">
            <a:noFill/>
            <a:miter lim="800000"/>
            <a:headEnd/>
            <a:tailEnd/>
          </a:ln>
          <a:effectLst/>
        </p:spPr>
        <p:txBody>
          <a:bodyPr>
            <a:spAutoFit/>
          </a:bodyPr>
          <a:lstStyle/>
          <a:p>
            <a:pPr algn="ctr">
              <a:spcBef>
                <a:spcPct val="50000"/>
              </a:spcBef>
              <a:defRPr/>
            </a:pPr>
            <a:r>
              <a:rPr lang="en-US" altLang="ja-JP" sz="1400">
                <a:effectLst>
                  <a:outerShdw blurRad="38100" dist="38100" dir="2700000" algn="tl">
                    <a:srgbClr val="000000"/>
                  </a:outerShdw>
                </a:effectLst>
                <a:latin typeface="Times New Roman" pitchFamily="18" charset="0"/>
              </a:rPr>
              <a:t>Ass’y Line 3</a:t>
            </a:r>
          </a:p>
        </p:txBody>
      </p:sp>
      <p:sp>
        <p:nvSpPr>
          <p:cNvPr id="498729" name="Text Box 41"/>
          <p:cNvSpPr txBox="1">
            <a:spLocks noChangeArrowheads="1"/>
          </p:cNvSpPr>
          <p:nvPr/>
        </p:nvSpPr>
        <p:spPr bwMode="auto">
          <a:xfrm>
            <a:off x="4192588" y="2413000"/>
            <a:ext cx="1820862" cy="304800"/>
          </a:xfrm>
          <a:prstGeom prst="rect">
            <a:avLst/>
          </a:prstGeom>
          <a:noFill/>
          <a:ln w="9525">
            <a:noFill/>
            <a:miter lim="800000"/>
            <a:headEnd/>
            <a:tailEnd/>
          </a:ln>
          <a:effectLst/>
        </p:spPr>
        <p:txBody>
          <a:bodyPr>
            <a:spAutoFit/>
          </a:bodyPr>
          <a:lstStyle/>
          <a:p>
            <a:pPr algn="ctr">
              <a:spcBef>
                <a:spcPct val="50000"/>
              </a:spcBef>
              <a:defRPr/>
            </a:pPr>
            <a:r>
              <a:rPr lang="th-TH" altLang="ja-JP" sz="1400">
                <a:effectLst>
                  <a:outerShdw blurRad="38100" dist="38100" dir="2700000" algn="tl">
                    <a:srgbClr val="000000"/>
                  </a:outerShdw>
                </a:effectLst>
                <a:latin typeface="Times New Roman" pitchFamily="18" charset="0"/>
                <a:ea typeface="イワタ中丸ゴシック体(GT)" charset="-128"/>
                <a:cs typeface="Angsana New" pitchFamily="18" charset="-34"/>
              </a:rPr>
              <a:t>ตรวจด้วยตา</a:t>
            </a:r>
            <a:r>
              <a:rPr lang="en-US" altLang="ja-JP" sz="1400">
                <a:effectLst>
                  <a:outerShdw blurRad="38100" dist="38100" dir="2700000" algn="tl">
                    <a:srgbClr val="000000"/>
                  </a:outerShdw>
                </a:effectLst>
                <a:latin typeface="Times New Roman" pitchFamily="18" charset="0"/>
                <a:ea typeface="イワタ中丸ゴシック体(GT)" charset="-128"/>
                <a:cs typeface="Angsana New" pitchFamily="18" charset="-34"/>
              </a:rPr>
              <a:t>100%</a:t>
            </a:r>
          </a:p>
        </p:txBody>
      </p:sp>
      <p:sp>
        <p:nvSpPr>
          <p:cNvPr id="498730" name="Line 42"/>
          <p:cNvSpPr>
            <a:spLocks noChangeShapeType="1"/>
          </p:cNvSpPr>
          <p:nvPr/>
        </p:nvSpPr>
        <p:spPr bwMode="auto">
          <a:xfrm>
            <a:off x="8439150" y="2101850"/>
            <a:ext cx="1368425" cy="3175"/>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731" name="Text Box 43"/>
          <p:cNvSpPr txBox="1">
            <a:spLocks noChangeArrowheads="1"/>
          </p:cNvSpPr>
          <p:nvPr/>
        </p:nvSpPr>
        <p:spPr bwMode="auto">
          <a:xfrm>
            <a:off x="6467475" y="1790700"/>
            <a:ext cx="1820863" cy="625475"/>
          </a:xfrm>
          <a:prstGeom prst="rect">
            <a:avLst/>
          </a:prstGeom>
          <a:noFill/>
          <a:ln w="9525">
            <a:noFill/>
            <a:miter lim="800000"/>
            <a:headEnd/>
            <a:tailEnd/>
          </a:ln>
          <a:effectLst/>
        </p:spPr>
        <p:txBody>
          <a:bodyPr>
            <a:spAutoFit/>
          </a:bodyPr>
          <a:lstStyle/>
          <a:p>
            <a:pPr algn="ctr">
              <a:lnSpc>
                <a:spcPct val="70000"/>
              </a:lnSpc>
              <a:spcBef>
                <a:spcPct val="50000"/>
              </a:spcBef>
              <a:defRPr/>
            </a:pPr>
            <a:r>
              <a:rPr lang="ja-JP" altLang="en-US" sz="1400">
                <a:effectLst>
                  <a:outerShdw blurRad="38100" dist="38100" dir="2700000" algn="tl">
                    <a:srgbClr val="000000"/>
                  </a:outerShdw>
                </a:effectLst>
                <a:latin typeface="Times New Roman" pitchFamily="18" charset="0"/>
              </a:rPr>
              <a:t>ＬＮ１２３８</a:t>
            </a:r>
            <a:endParaRPr lang="en-US" altLang="ja-JP" sz="1400">
              <a:effectLst>
                <a:outerShdw blurRad="38100" dist="38100" dir="2700000" algn="tl">
                  <a:srgbClr val="000000"/>
                </a:outerShdw>
              </a:effectLst>
              <a:latin typeface="Times New Roman" pitchFamily="18" charset="0"/>
            </a:endParaRPr>
          </a:p>
          <a:p>
            <a:pPr algn="ctr">
              <a:lnSpc>
                <a:spcPct val="40000"/>
              </a:lnSpc>
              <a:spcBef>
                <a:spcPct val="50000"/>
              </a:spcBef>
              <a:defRPr/>
            </a:pPr>
            <a:r>
              <a:rPr lang="ja-JP" altLang="en-US" sz="1400">
                <a:effectLst>
                  <a:outerShdw blurRad="38100" dist="38100" dir="2700000" algn="tl">
                    <a:srgbClr val="000000"/>
                  </a:outerShdw>
                </a:effectLst>
                <a:latin typeface="Times New Roman" pitchFamily="18" charset="0"/>
              </a:rPr>
              <a:t>ＬＮ１２３９</a:t>
            </a:r>
            <a:endParaRPr lang="en-US" altLang="ja-JP" sz="1400">
              <a:effectLst>
                <a:outerShdw blurRad="38100" dist="38100" dir="2700000" algn="tl">
                  <a:srgbClr val="000000"/>
                </a:outerShdw>
              </a:effectLst>
              <a:latin typeface="Times New Roman" pitchFamily="18" charset="0"/>
            </a:endParaRPr>
          </a:p>
          <a:p>
            <a:pPr algn="ctr">
              <a:lnSpc>
                <a:spcPct val="40000"/>
              </a:lnSpc>
              <a:spcBef>
                <a:spcPct val="50000"/>
              </a:spcBef>
              <a:defRPr/>
            </a:pPr>
            <a:r>
              <a:rPr lang="ja-JP" altLang="en-US" sz="1400">
                <a:effectLst>
                  <a:outerShdw blurRad="38100" dist="38100" dir="2700000" algn="tl">
                    <a:srgbClr val="000000"/>
                  </a:outerShdw>
                </a:effectLst>
                <a:latin typeface="Times New Roman" pitchFamily="18" charset="0"/>
              </a:rPr>
              <a:t>ＬＮ１２４０</a:t>
            </a:r>
            <a:endParaRPr lang="en-US" altLang="ja-JP" sz="1400">
              <a:effectLst>
                <a:outerShdw blurRad="38100" dist="38100" dir="2700000" algn="tl">
                  <a:srgbClr val="000000"/>
                </a:outerShdw>
              </a:effectLst>
              <a:latin typeface="Times New Roman" pitchFamily="18" charset="0"/>
            </a:endParaRPr>
          </a:p>
        </p:txBody>
      </p:sp>
      <p:sp>
        <p:nvSpPr>
          <p:cNvPr id="498732" name="Text Box 44"/>
          <p:cNvSpPr txBox="1">
            <a:spLocks noChangeArrowheads="1"/>
          </p:cNvSpPr>
          <p:nvPr/>
        </p:nvSpPr>
        <p:spPr bwMode="auto">
          <a:xfrm>
            <a:off x="6467475" y="2413000"/>
            <a:ext cx="1820863" cy="304800"/>
          </a:xfrm>
          <a:prstGeom prst="rect">
            <a:avLst/>
          </a:prstGeom>
          <a:noFill/>
          <a:ln w="9525">
            <a:noFill/>
            <a:miter lim="800000"/>
            <a:headEnd/>
            <a:tailEnd/>
          </a:ln>
          <a:effectLst/>
        </p:spPr>
        <p:txBody>
          <a:bodyPr>
            <a:spAutoFit/>
          </a:bodyPr>
          <a:lstStyle/>
          <a:p>
            <a:pPr algn="ctr">
              <a:spcBef>
                <a:spcPct val="50000"/>
              </a:spcBef>
              <a:defRPr/>
            </a:pPr>
            <a:r>
              <a:rPr lang="en-US" altLang="ja-JP" sz="1400">
                <a:effectLst>
                  <a:outerShdw blurRad="38100" dist="38100" dir="2700000" algn="tl">
                    <a:srgbClr val="000000"/>
                  </a:outerShdw>
                </a:effectLst>
                <a:latin typeface="Times New Roman" pitchFamily="18" charset="0"/>
              </a:rPr>
              <a:t>―</a:t>
            </a:r>
          </a:p>
        </p:txBody>
      </p:sp>
      <p:sp>
        <p:nvSpPr>
          <p:cNvPr id="498733" name="Text Box 45"/>
          <p:cNvSpPr txBox="1">
            <a:spLocks noChangeArrowheads="1"/>
          </p:cNvSpPr>
          <p:nvPr/>
        </p:nvSpPr>
        <p:spPr bwMode="auto">
          <a:xfrm>
            <a:off x="7227888" y="2413000"/>
            <a:ext cx="1819275" cy="274638"/>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spcBef>
                <a:spcPct val="50000"/>
              </a:spcBef>
            </a:pPr>
            <a:r>
              <a:rPr lang="en-US" altLang="ja-JP" sz="1200">
                <a:effectLst>
                  <a:outerShdw blurRad="38100" dist="38100" dir="2700000" algn="tl">
                    <a:srgbClr val="000000"/>
                  </a:outerShdw>
                </a:effectLst>
                <a:latin typeface="Times New Roman" panose="02020603050405020304" pitchFamily="18" charset="0"/>
                <a:ea typeface="イワタ中丸ゴシック体(GT)" charset="-128"/>
              </a:rPr>
              <a:t>Recorder </a:t>
            </a:r>
            <a:r>
              <a:rPr lang="en-US" altLang="ja-JP" sz="600">
                <a:effectLst>
                  <a:outerShdw blurRad="38100" dist="38100" dir="2700000" algn="tl">
                    <a:srgbClr val="000000"/>
                  </a:outerShdw>
                </a:effectLst>
                <a:latin typeface="Times New Roman" panose="02020603050405020304" pitchFamily="18" charset="0"/>
              </a:rPr>
              <a:t> </a:t>
            </a:r>
          </a:p>
        </p:txBody>
      </p:sp>
      <p:sp>
        <p:nvSpPr>
          <p:cNvPr id="498734" name="Rectangle 46"/>
          <p:cNvSpPr>
            <a:spLocks noChangeArrowheads="1"/>
          </p:cNvSpPr>
          <p:nvPr/>
        </p:nvSpPr>
        <p:spPr bwMode="auto">
          <a:xfrm>
            <a:off x="5710238" y="1790700"/>
            <a:ext cx="1062037" cy="935038"/>
          </a:xfrm>
          <a:prstGeom prst="rect">
            <a:avLst/>
          </a:prstGeom>
          <a:solidFill>
            <a:srgbClr val="FFCC00">
              <a:alpha val="50000"/>
            </a:srgbClr>
          </a:solidFill>
          <a:ln w="9525">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498735" name="Text Box 47"/>
          <p:cNvSpPr txBox="1">
            <a:spLocks noChangeArrowheads="1"/>
          </p:cNvSpPr>
          <p:nvPr/>
        </p:nvSpPr>
        <p:spPr bwMode="auto">
          <a:xfrm>
            <a:off x="7227888" y="1946275"/>
            <a:ext cx="1819275" cy="274638"/>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spcBef>
                <a:spcPct val="50000"/>
              </a:spcBef>
            </a:pPr>
            <a:r>
              <a:rPr lang="en-US" altLang="ja-JP" sz="1200">
                <a:effectLst>
                  <a:outerShdw blurRad="38100" dist="38100" dir="2700000" algn="tl">
                    <a:srgbClr val="000000"/>
                  </a:outerShdw>
                </a:effectLst>
                <a:latin typeface="Times New Roman" panose="02020603050405020304" pitchFamily="18" charset="0"/>
                <a:ea typeface="イワタ中丸ゴシック体(GT)" charset="-128"/>
              </a:rPr>
              <a:t>Date </a:t>
            </a:r>
          </a:p>
        </p:txBody>
      </p:sp>
      <p:sp>
        <p:nvSpPr>
          <p:cNvPr id="498736" name="Text Box 48"/>
          <p:cNvSpPr txBox="1">
            <a:spLocks noChangeArrowheads="1"/>
          </p:cNvSpPr>
          <p:nvPr/>
        </p:nvSpPr>
        <p:spPr bwMode="auto">
          <a:xfrm>
            <a:off x="5407025" y="1946275"/>
            <a:ext cx="1666875" cy="304800"/>
          </a:xfrm>
          <a:prstGeom prst="rect">
            <a:avLst/>
          </a:prstGeom>
          <a:noFill/>
          <a:ln w="9525">
            <a:noFill/>
            <a:miter lim="800000"/>
            <a:headEnd/>
            <a:tailEnd/>
          </a:ln>
          <a:effectLst/>
        </p:spPr>
        <p:txBody>
          <a:bodyPr>
            <a:spAutoFit/>
          </a:bodyPr>
          <a:lstStyle/>
          <a:p>
            <a:pPr algn="ctr">
              <a:spcBef>
                <a:spcPct val="50000"/>
              </a:spcBef>
              <a:defRPr/>
            </a:pPr>
            <a:r>
              <a:rPr lang="en-US" altLang="ja-JP" sz="1400">
                <a:effectLst>
                  <a:outerShdw blurRad="38100" dist="38100" dir="2700000" algn="tl">
                    <a:srgbClr val="000000"/>
                  </a:outerShdw>
                </a:effectLst>
                <a:latin typeface="Times New Roman" pitchFamily="18" charset="0"/>
                <a:ea typeface="イワタ中丸ゴシック体(GT)" charset="-128"/>
                <a:cs typeface="Angsana New" pitchFamily="18" charset="-34"/>
              </a:rPr>
              <a:t>Lot No.</a:t>
            </a:r>
          </a:p>
        </p:txBody>
      </p:sp>
      <p:sp>
        <p:nvSpPr>
          <p:cNvPr id="498737" name="Text Box 49"/>
          <p:cNvSpPr txBox="1">
            <a:spLocks noChangeArrowheads="1"/>
          </p:cNvSpPr>
          <p:nvPr/>
        </p:nvSpPr>
        <p:spPr bwMode="auto">
          <a:xfrm>
            <a:off x="5407025" y="2413000"/>
            <a:ext cx="1666875" cy="274638"/>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spcBef>
                <a:spcPct val="50000"/>
              </a:spcBef>
            </a:pPr>
            <a:r>
              <a:rPr lang="th-TH" altLang="ja-JP" sz="1200">
                <a:effectLst>
                  <a:outerShdw blurRad="38100" dist="38100" dir="2700000" algn="tl">
                    <a:srgbClr val="000000"/>
                  </a:outerShdw>
                </a:effectLst>
                <a:latin typeface="Times New Roman" panose="02020603050405020304" pitchFamily="18" charset="0"/>
                <a:ea typeface="イワタ中丸ゴシック体(GT)" charset="-128"/>
                <a:cs typeface="Angsana New" pitchFamily="18" charset="-34"/>
              </a:rPr>
              <a:t>measure tool</a:t>
            </a:r>
            <a:r>
              <a:rPr lang="en-US" altLang="ja-JP" sz="1200">
                <a:effectLst>
                  <a:outerShdw blurRad="38100" dist="38100" dir="2700000" algn="tl">
                    <a:srgbClr val="000000"/>
                  </a:outerShdw>
                </a:effectLst>
                <a:latin typeface="Times New Roman" panose="02020603050405020304" pitchFamily="18" charset="0"/>
                <a:ea typeface="イワタ中丸ゴシック体(GT)" charset="-128"/>
                <a:cs typeface="Angsana New" pitchFamily="18" charset="-34"/>
              </a:rPr>
              <a:t> </a:t>
            </a:r>
          </a:p>
        </p:txBody>
      </p:sp>
      <p:sp>
        <p:nvSpPr>
          <p:cNvPr id="498738" name="Text Box 50"/>
          <p:cNvSpPr txBox="1">
            <a:spLocks noChangeArrowheads="1"/>
          </p:cNvSpPr>
          <p:nvPr/>
        </p:nvSpPr>
        <p:spPr bwMode="auto">
          <a:xfrm>
            <a:off x="8288338" y="1790700"/>
            <a:ext cx="1630362" cy="274638"/>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spcBef>
                <a:spcPct val="50000"/>
              </a:spcBef>
            </a:pPr>
            <a:r>
              <a:rPr lang="en-US" altLang="ja-JP" sz="1200">
                <a:effectLst>
                  <a:outerShdw blurRad="38100" dist="38100" dir="2700000" algn="tl">
                    <a:srgbClr val="000000"/>
                  </a:outerShdw>
                </a:effectLst>
                <a:latin typeface="Times New Roman" panose="02020603050405020304" pitchFamily="18" charset="0"/>
                <a:ea typeface="イワタ中丸ゴシック体(GT)" charset="-128"/>
              </a:rPr>
              <a:t>20xx Feb 1 </a:t>
            </a:r>
          </a:p>
        </p:txBody>
      </p:sp>
      <p:sp>
        <p:nvSpPr>
          <p:cNvPr id="498739" name="Text Box 51"/>
          <p:cNvSpPr txBox="1">
            <a:spLocks noChangeArrowheads="1"/>
          </p:cNvSpPr>
          <p:nvPr/>
        </p:nvSpPr>
        <p:spPr bwMode="auto">
          <a:xfrm>
            <a:off x="8288338" y="2101850"/>
            <a:ext cx="1630362" cy="274638"/>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spcBef>
                <a:spcPct val="50000"/>
              </a:spcBef>
            </a:pPr>
            <a:r>
              <a:rPr lang="en-US" altLang="ja-JP" sz="1200">
                <a:effectLst>
                  <a:outerShdw blurRad="38100" dist="38100" dir="2700000" algn="tl">
                    <a:srgbClr val="000000"/>
                  </a:outerShdw>
                </a:effectLst>
                <a:latin typeface="Times New Roman" panose="02020603050405020304" pitchFamily="18" charset="0"/>
                <a:ea typeface="イワタ中丸ゴシック体(GT)" charset="-128"/>
              </a:rPr>
              <a:t>20xx Feb 1 </a:t>
            </a:r>
          </a:p>
        </p:txBody>
      </p:sp>
      <p:sp>
        <p:nvSpPr>
          <p:cNvPr id="498740" name="Text Box 52"/>
          <p:cNvSpPr txBox="1">
            <a:spLocks noChangeArrowheads="1"/>
          </p:cNvSpPr>
          <p:nvPr/>
        </p:nvSpPr>
        <p:spPr bwMode="auto">
          <a:xfrm>
            <a:off x="8288338" y="2413000"/>
            <a:ext cx="1630362" cy="274638"/>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spcBef>
                <a:spcPct val="50000"/>
              </a:spcBef>
            </a:pPr>
            <a:r>
              <a:rPr lang="en-US" altLang="ja-JP" sz="1200">
                <a:effectLst>
                  <a:outerShdw blurRad="38100" dist="38100" dir="2700000" algn="tl">
                    <a:srgbClr val="000000"/>
                  </a:outerShdw>
                </a:effectLst>
                <a:latin typeface="Times New Roman" panose="02020603050405020304" pitchFamily="18" charset="0"/>
                <a:ea typeface="イワタ中丸ゴシック体(GT)" charset="-128"/>
              </a:rPr>
              <a:t>Toyoda </a:t>
            </a:r>
          </a:p>
        </p:txBody>
      </p:sp>
      <p:sp>
        <p:nvSpPr>
          <p:cNvPr id="498741" name="Line 53"/>
          <p:cNvSpPr>
            <a:spLocks noChangeShapeType="1"/>
          </p:cNvSpPr>
          <p:nvPr/>
        </p:nvSpPr>
        <p:spPr bwMode="auto">
          <a:xfrm>
            <a:off x="2828925" y="2725738"/>
            <a:ext cx="1666875" cy="623887"/>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742" name="AutoShape 54"/>
          <p:cNvSpPr>
            <a:spLocks noChangeArrowheads="1"/>
          </p:cNvSpPr>
          <p:nvPr/>
        </p:nvSpPr>
        <p:spPr bwMode="auto">
          <a:xfrm>
            <a:off x="2828925" y="2725738"/>
            <a:ext cx="1666875" cy="623887"/>
          </a:xfrm>
          <a:prstGeom prst="rtTriangle">
            <a:avLst/>
          </a:prstGeom>
          <a:solidFill>
            <a:srgbClr val="FF99CC">
              <a:alpha val="50000"/>
            </a:srgbClr>
          </a:solidFill>
          <a:ln w="9525">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498745" name="Line 57"/>
          <p:cNvSpPr>
            <a:spLocks noChangeShapeType="1"/>
          </p:cNvSpPr>
          <p:nvPr/>
        </p:nvSpPr>
        <p:spPr bwMode="auto">
          <a:xfrm>
            <a:off x="2828925" y="3662363"/>
            <a:ext cx="6978650" cy="4762"/>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746" name="Line 58"/>
          <p:cNvSpPr>
            <a:spLocks noChangeShapeType="1"/>
          </p:cNvSpPr>
          <p:nvPr/>
        </p:nvSpPr>
        <p:spPr bwMode="auto">
          <a:xfrm>
            <a:off x="2828925" y="3975100"/>
            <a:ext cx="6978650" cy="1588"/>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747" name="Line 59"/>
          <p:cNvSpPr>
            <a:spLocks noChangeShapeType="1"/>
          </p:cNvSpPr>
          <p:nvPr/>
        </p:nvSpPr>
        <p:spPr bwMode="auto">
          <a:xfrm>
            <a:off x="2828925" y="4287838"/>
            <a:ext cx="6978650" cy="1587"/>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748" name="Line 60"/>
          <p:cNvSpPr>
            <a:spLocks noChangeShapeType="1"/>
          </p:cNvSpPr>
          <p:nvPr/>
        </p:nvSpPr>
        <p:spPr bwMode="auto">
          <a:xfrm>
            <a:off x="2828925" y="4598988"/>
            <a:ext cx="6978650" cy="3175"/>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749" name="Line 61"/>
          <p:cNvSpPr>
            <a:spLocks noChangeShapeType="1"/>
          </p:cNvSpPr>
          <p:nvPr/>
        </p:nvSpPr>
        <p:spPr bwMode="auto">
          <a:xfrm>
            <a:off x="2828925" y="4910138"/>
            <a:ext cx="6978650" cy="3175"/>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750" name="Line 62"/>
          <p:cNvSpPr>
            <a:spLocks noChangeShapeType="1"/>
          </p:cNvSpPr>
          <p:nvPr/>
        </p:nvSpPr>
        <p:spPr bwMode="auto">
          <a:xfrm>
            <a:off x="2828925" y="5224463"/>
            <a:ext cx="6978650" cy="1587"/>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751" name="Line 63"/>
          <p:cNvSpPr>
            <a:spLocks noChangeShapeType="1"/>
          </p:cNvSpPr>
          <p:nvPr/>
        </p:nvSpPr>
        <p:spPr bwMode="auto">
          <a:xfrm>
            <a:off x="2828925" y="5534025"/>
            <a:ext cx="6978650" cy="4763"/>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752" name="Line 64"/>
          <p:cNvSpPr>
            <a:spLocks noChangeShapeType="1"/>
          </p:cNvSpPr>
          <p:nvPr/>
        </p:nvSpPr>
        <p:spPr bwMode="auto">
          <a:xfrm>
            <a:off x="2828925" y="5846763"/>
            <a:ext cx="6978650" cy="3175"/>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753" name="Line 65"/>
          <p:cNvSpPr>
            <a:spLocks noChangeShapeType="1"/>
          </p:cNvSpPr>
          <p:nvPr/>
        </p:nvSpPr>
        <p:spPr bwMode="auto">
          <a:xfrm>
            <a:off x="2828925" y="6159500"/>
            <a:ext cx="6978650" cy="1588"/>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754" name="Line 66"/>
          <p:cNvSpPr>
            <a:spLocks noChangeShapeType="1"/>
          </p:cNvSpPr>
          <p:nvPr/>
        </p:nvSpPr>
        <p:spPr bwMode="auto">
          <a:xfrm>
            <a:off x="2828925" y="6470650"/>
            <a:ext cx="6978650" cy="4763"/>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756" name="Text Box 68"/>
          <p:cNvSpPr txBox="1">
            <a:spLocks noChangeArrowheads="1"/>
          </p:cNvSpPr>
          <p:nvPr/>
        </p:nvSpPr>
        <p:spPr bwMode="auto">
          <a:xfrm>
            <a:off x="2540000" y="2894013"/>
            <a:ext cx="1450975" cy="274637"/>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spcBef>
                <a:spcPct val="50000"/>
              </a:spcBef>
            </a:pPr>
            <a:r>
              <a:rPr lang="en-US" altLang="ja-JP" sz="1200">
                <a:effectLst>
                  <a:outerShdw blurRad="38100" dist="38100" dir="2700000" algn="tl">
                    <a:srgbClr val="000000"/>
                  </a:outerShdw>
                </a:effectLst>
                <a:latin typeface="Times New Roman" panose="02020603050405020304" pitchFamily="18" charset="0"/>
                <a:ea typeface="イワタ中丸ゴシック体(GT)" charset="-128"/>
              </a:rPr>
              <a:t>Defect item</a:t>
            </a:r>
          </a:p>
        </p:txBody>
      </p:sp>
      <p:sp>
        <p:nvSpPr>
          <p:cNvPr id="498757" name="Text Box 69"/>
          <p:cNvSpPr txBox="1">
            <a:spLocks noChangeArrowheads="1"/>
          </p:cNvSpPr>
          <p:nvPr/>
        </p:nvSpPr>
        <p:spPr bwMode="auto">
          <a:xfrm>
            <a:off x="2828925" y="3349625"/>
            <a:ext cx="1666875" cy="274638"/>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spcBef>
                <a:spcPct val="50000"/>
              </a:spcBef>
            </a:pPr>
            <a:r>
              <a:rPr lang="en-US" altLang="ja-JP" sz="1200">
                <a:effectLst>
                  <a:outerShdw blurRad="38100" dist="38100" dir="2700000" algn="tl">
                    <a:srgbClr val="000000"/>
                  </a:outerShdw>
                </a:effectLst>
                <a:latin typeface="Times New Roman" panose="02020603050405020304" pitchFamily="18" charset="0"/>
                <a:ea typeface="イワタ中丸ゴシック体(GT)" charset="-128"/>
              </a:rPr>
              <a:t>Screw loose </a:t>
            </a:r>
          </a:p>
        </p:txBody>
      </p:sp>
      <p:sp>
        <p:nvSpPr>
          <p:cNvPr id="498758" name="Text Box 70"/>
          <p:cNvSpPr txBox="1">
            <a:spLocks noChangeArrowheads="1"/>
          </p:cNvSpPr>
          <p:nvPr/>
        </p:nvSpPr>
        <p:spPr bwMode="auto">
          <a:xfrm>
            <a:off x="2828925" y="3662363"/>
            <a:ext cx="1666875" cy="274637"/>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spcBef>
                <a:spcPct val="50000"/>
              </a:spcBef>
            </a:pPr>
            <a:r>
              <a:rPr lang="en-US" altLang="ja-JP" sz="1200">
                <a:effectLst>
                  <a:outerShdw blurRad="38100" dist="38100" dir="2700000" algn="tl">
                    <a:srgbClr val="000000"/>
                  </a:outerShdw>
                </a:effectLst>
                <a:latin typeface="Times New Roman" panose="02020603050405020304" pitchFamily="18" charset="0"/>
                <a:ea typeface="イワタ中丸ゴシック体(GT)" charset="-128"/>
              </a:rPr>
              <a:t>Dust in range fender </a:t>
            </a:r>
          </a:p>
        </p:txBody>
      </p:sp>
      <p:sp>
        <p:nvSpPr>
          <p:cNvPr id="498759" name="Text Box 71"/>
          <p:cNvSpPr txBox="1">
            <a:spLocks noChangeArrowheads="1"/>
          </p:cNvSpPr>
          <p:nvPr/>
        </p:nvSpPr>
        <p:spPr bwMode="auto">
          <a:xfrm>
            <a:off x="2828925" y="3975100"/>
            <a:ext cx="1666875" cy="274638"/>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spcBef>
                <a:spcPct val="50000"/>
              </a:spcBef>
            </a:pPr>
            <a:r>
              <a:rPr lang="en-US" altLang="ja-JP" sz="1200">
                <a:effectLst>
                  <a:outerShdw blurRad="38100" dist="38100" dir="2700000" algn="tl">
                    <a:srgbClr val="000000"/>
                  </a:outerShdw>
                </a:effectLst>
                <a:latin typeface="Times New Roman" panose="02020603050405020304" pitchFamily="18" charset="0"/>
                <a:ea typeface="イワタ中丸ゴシック体(GT)" charset="-128"/>
              </a:rPr>
              <a:t>Scratch of surface </a:t>
            </a:r>
          </a:p>
        </p:txBody>
      </p:sp>
      <p:sp>
        <p:nvSpPr>
          <p:cNvPr id="498760" name="Text Box 72"/>
          <p:cNvSpPr txBox="1">
            <a:spLocks noChangeArrowheads="1"/>
          </p:cNvSpPr>
          <p:nvPr/>
        </p:nvSpPr>
        <p:spPr bwMode="auto">
          <a:xfrm>
            <a:off x="2828925" y="5534025"/>
            <a:ext cx="1666875" cy="274638"/>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spcBef>
                <a:spcPct val="50000"/>
              </a:spcBef>
            </a:pPr>
            <a:r>
              <a:rPr lang="en-US" altLang="ja-JP" sz="1200">
                <a:effectLst>
                  <a:outerShdw blurRad="38100" dist="38100" dir="2700000" algn="tl">
                    <a:srgbClr val="000000"/>
                  </a:outerShdw>
                </a:effectLst>
                <a:latin typeface="Times New Roman" panose="02020603050405020304" pitchFamily="18" charset="0"/>
                <a:ea typeface="イワタ中丸ゴシック体(GT)" charset="-128"/>
              </a:rPr>
              <a:t>Falling parts </a:t>
            </a:r>
          </a:p>
        </p:txBody>
      </p:sp>
      <p:sp>
        <p:nvSpPr>
          <p:cNvPr id="498761" name="Text Box 73"/>
          <p:cNvSpPr txBox="1">
            <a:spLocks noChangeArrowheads="1"/>
          </p:cNvSpPr>
          <p:nvPr/>
        </p:nvSpPr>
        <p:spPr bwMode="auto">
          <a:xfrm>
            <a:off x="2828925" y="5224463"/>
            <a:ext cx="1666875" cy="274637"/>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spcBef>
                <a:spcPct val="50000"/>
              </a:spcBef>
            </a:pPr>
            <a:r>
              <a:rPr lang="en-US" altLang="ja-JP" sz="1200">
                <a:effectLst>
                  <a:outerShdw blurRad="38100" dist="38100" dir="2700000" algn="tl">
                    <a:srgbClr val="000000"/>
                  </a:outerShdw>
                </a:effectLst>
                <a:latin typeface="Times New Roman" panose="02020603050405020304" pitchFamily="18" charset="0"/>
                <a:ea typeface="イワタ中丸ゴシック体(GT)" charset="-128"/>
              </a:rPr>
              <a:t>gap over </a:t>
            </a:r>
          </a:p>
        </p:txBody>
      </p:sp>
      <p:sp>
        <p:nvSpPr>
          <p:cNvPr id="498762" name="Text Box 74"/>
          <p:cNvSpPr txBox="1">
            <a:spLocks noChangeArrowheads="1"/>
          </p:cNvSpPr>
          <p:nvPr/>
        </p:nvSpPr>
        <p:spPr bwMode="auto">
          <a:xfrm>
            <a:off x="2828925" y="4910138"/>
            <a:ext cx="1666875" cy="274637"/>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spcBef>
                <a:spcPct val="50000"/>
              </a:spcBef>
            </a:pPr>
            <a:r>
              <a:rPr lang="en-US" altLang="ja-JP" sz="1200">
                <a:effectLst>
                  <a:outerShdw blurRad="38100" dist="38100" dir="2700000" algn="tl">
                    <a:srgbClr val="000000"/>
                  </a:outerShdw>
                </a:effectLst>
                <a:latin typeface="Times New Roman" panose="02020603050405020304" pitchFamily="18" charset="0"/>
                <a:ea typeface="イワタ中丸ゴシック体(GT)" charset="-128"/>
              </a:rPr>
              <a:t>Defective work </a:t>
            </a:r>
          </a:p>
        </p:txBody>
      </p:sp>
      <p:sp>
        <p:nvSpPr>
          <p:cNvPr id="498763" name="Text Box 75"/>
          <p:cNvSpPr txBox="1">
            <a:spLocks noChangeArrowheads="1"/>
          </p:cNvSpPr>
          <p:nvPr/>
        </p:nvSpPr>
        <p:spPr bwMode="auto">
          <a:xfrm>
            <a:off x="2828925" y="4598988"/>
            <a:ext cx="1666875" cy="274637"/>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spcBef>
                <a:spcPct val="50000"/>
              </a:spcBef>
            </a:pPr>
            <a:r>
              <a:rPr lang="en-US" altLang="ja-JP" sz="1200">
                <a:effectLst>
                  <a:outerShdw blurRad="38100" dist="38100" dir="2700000" algn="tl">
                    <a:srgbClr val="000000"/>
                  </a:outerShdw>
                </a:effectLst>
                <a:latin typeface="Times New Roman" panose="02020603050405020304" pitchFamily="18" charset="0"/>
                <a:ea typeface="イワタ中丸ゴシック体(GT)" charset="-128"/>
              </a:rPr>
              <a:t>Defective glue </a:t>
            </a:r>
          </a:p>
        </p:txBody>
      </p:sp>
      <p:sp>
        <p:nvSpPr>
          <p:cNvPr id="498764" name="Text Box 76"/>
          <p:cNvSpPr txBox="1">
            <a:spLocks noChangeArrowheads="1"/>
          </p:cNvSpPr>
          <p:nvPr/>
        </p:nvSpPr>
        <p:spPr bwMode="auto">
          <a:xfrm>
            <a:off x="2828925" y="4287838"/>
            <a:ext cx="1666875" cy="274637"/>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spcBef>
                <a:spcPct val="50000"/>
              </a:spcBef>
            </a:pPr>
            <a:r>
              <a:rPr lang="en-US" altLang="ja-JP" sz="1200">
                <a:effectLst>
                  <a:outerShdw blurRad="38100" dist="38100" dir="2700000" algn="tl">
                    <a:srgbClr val="000000"/>
                  </a:outerShdw>
                </a:effectLst>
                <a:latin typeface="Times New Roman" panose="02020603050405020304" pitchFamily="18" charset="0"/>
                <a:ea typeface="イワタ中丸ゴシック体(GT)" charset="-128"/>
              </a:rPr>
              <a:t>Defective solder </a:t>
            </a:r>
          </a:p>
        </p:txBody>
      </p:sp>
      <p:sp>
        <p:nvSpPr>
          <p:cNvPr id="498765" name="Text Box 77"/>
          <p:cNvSpPr txBox="1">
            <a:spLocks noChangeArrowheads="1"/>
          </p:cNvSpPr>
          <p:nvPr/>
        </p:nvSpPr>
        <p:spPr bwMode="auto">
          <a:xfrm>
            <a:off x="3435350" y="2725738"/>
            <a:ext cx="1666875" cy="274637"/>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spcBef>
                <a:spcPct val="50000"/>
              </a:spcBef>
            </a:pPr>
            <a:r>
              <a:rPr lang="en-US" altLang="ja-JP" sz="1200">
                <a:effectLst>
                  <a:outerShdw blurRad="38100" dist="38100" dir="2700000" algn="tl">
                    <a:srgbClr val="000000"/>
                  </a:outerShdw>
                </a:effectLst>
                <a:latin typeface="Times New Roman" panose="02020603050405020304" pitchFamily="18" charset="0"/>
                <a:ea typeface="イワタ中丸ゴシック体(GT)" charset="-128"/>
              </a:rPr>
              <a:t>Date</a:t>
            </a:r>
          </a:p>
        </p:txBody>
      </p:sp>
      <p:sp>
        <p:nvSpPr>
          <p:cNvPr id="498766" name="Text Box 78"/>
          <p:cNvSpPr txBox="1">
            <a:spLocks noChangeArrowheads="1"/>
          </p:cNvSpPr>
          <p:nvPr/>
        </p:nvSpPr>
        <p:spPr bwMode="auto">
          <a:xfrm>
            <a:off x="2828925" y="5846763"/>
            <a:ext cx="1666875" cy="274637"/>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spcBef>
                <a:spcPct val="50000"/>
              </a:spcBef>
            </a:pPr>
            <a:r>
              <a:rPr lang="en-US" altLang="ja-JP" sz="1200">
                <a:effectLst>
                  <a:outerShdw blurRad="38100" dist="38100" dir="2700000" algn="tl">
                    <a:srgbClr val="000000"/>
                  </a:outerShdw>
                </a:effectLst>
                <a:latin typeface="Times New Roman" panose="02020603050405020304" pitchFamily="18" charset="0"/>
                <a:ea typeface="イワタ中丸ゴシック体(GT)" charset="-128"/>
              </a:rPr>
              <a:t>Stain of surface </a:t>
            </a:r>
          </a:p>
        </p:txBody>
      </p:sp>
      <p:sp>
        <p:nvSpPr>
          <p:cNvPr id="498768" name="Text Box 80"/>
          <p:cNvSpPr txBox="1">
            <a:spLocks noChangeArrowheads="1"/>
          </p:cNvSpPr>
          <p:nvPr/>
        </p:nvSpPr>
        <p:spPr bwMode="auto">
          <a:xfrm>
            <a:off x="2828925" y="6159500"/>
            <a:ext cx="1666875" cy="274638"/>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spcBef>
                <a:spcPct val="50000"/>
              </a:spcBef>
            </a:pPr>
            <a:r>
              <a:rPr lang="en-US" altLang="ja-JP" sz="1200">
                <a:effectLst>
                  <a:outerShdw blurRad="38100" dist="38100" dir="2700000" algn="tl">
                    <a:srgbClr val="000000"/>
                  </a:outerShdw>
                </a:effectLst>
                <a:latin typeface="Times New Roman" panose="02020603050405020304" pitchFamily="18" charset="0"/>
                <a:ea typeface="イワタ中丸ゴシック体(GT)" charset="-128"/>
              </a:rPr>
              <a:t>Total </a:t>
            </a:r>
          </a:p>
        </p:txBody>
      </p:sp>
      <p:sp>
        <p:nvSpPr>
          <p:cNvPr id="498769" name="Text Box 81"/>
          <p:cNvSpPr txBox="1">
            <a:spLocks noChangeArrowheads="1"/>
          </p:cNvSpPr>
          <p:nvPr/>
        </p:nvSpPr>
        <p:spPr bwMode="auto">
          <a:xfrm>
            <a:off x="4649788" y="2725738"/>
            <a:ext cx="757237" cy="304800"/>
          </a:xfrm>
          <a:prstGeom prst="rect">
            <a:avLst/>
          </a:prstGeom>
          <a:noFill/>
          <a:ln w="9525">
            <a:noFill/>
            <a:miter lim="800000"/>
            <a:headEnd/>
            <a:tailEnd/>
          </a:ln>
          <a:effectLst/>
        </p:spPr>
        <p:txBody>
          <a:bodyPr>
            <a:spAutoFit/>
          </a:bodyPr>
          <a:lstStyle/>
          <a:p>
            <a:pPr algn="ctr">
              <a:spcBef>
                <a:spcPct val="50000"/>
              </a:spcBef>
              <a:defRPr/>
            </a:pPr>
            <a:r>
              <a:rPr lang="ja-JP" altLang="en-US" sz="1400">
                <a:effectLst>
                  <a:outerShdw blurRad="38100" dist="38100" dir="2700000" algn="tl">
                    <a:srgbClr val="000000"/>
                  </a:outerShdw>
                </a:effectLst>
                <a:latin typeface="Times New Roman" pitchFamily="18" charset="0"/>
              </a:rPr>
              <a:t>２／１</a:t>
            </a:r>
            <a:r>
              <a:rPr lang="en-US" altLang="ja-JP" sz="1400">
                <a:effectLst>
                  <a:outerShdw blurRad="38100" dist="38100" dir="2700000" algn="tl">
                    <a:srgbClr val="000000"/>
                  </a:outerShdw>
                </a:effectLst>
                <a:latin typeface="Times New Roman" pitchFamily="18" charset="0"/>
              </a:rPr>
              <a:t> </a:t>
            </a:r>
          </a:p>
        </p:txBody>
      </p:sp>
      <p:sp>
        <p:nvSpPr>
          <p:cNvPr id="498770" name="Text Box 82"/>
          <p:cNvSpPr txBox="1">
            <a:spLocks noChangeArrowheads="1"/>
          </p:cNvSpPr>
          <p:nvPr/>
        </p:nvSpPr>
        <p:spPr bwMode="auto">
          <a:xfrm>
            <a:off x="5557838" y="2725738"/>
            <a:ext cx="758825" cy="304800"/>
          </a:xfrm>
          <a:prstGeom prst="rect">
            <a:avLst/>
          </a:prstGeom>
          <a:noFill/>
          <a:ln w="9525">
            <a:noFill/>
            <a:miter lim="800000"/>
            <a:headEnd/>
            <a:tailEnd/>
          </a:ln>
          <a:effectLst/>
        </p:spPr>
        <p:txBody>
          <a:bodyPr>
            <a:spAutoFit/>
          </a:bodyPr>
          <a:lstStyle/>
          <a:p>
            <a:pPr algn="ctr">
              <a:spcBef>
                <a:spcPct val="50000"/>
              </a:spcBef>
              <a:defRPr/>
            </a:pPr>
            <a:r>
              <a:rPr lang="ja-JP" altLang="en-US" sz="1400">
                <a:effectLst>
                  <a:outerShdw blurRad="38100" dist="38100" dir="2700000" algn="tl">
                    <a:srgbClr val="000000"/>
                  </a:outerShdw>
                </a:effectLst>
                <a:latin typeface="Times New Roman" pitchFamily="18" charset="0"/>
              </a:rPr>
              <a:t>２／２</a:t>
            </a:r>
            <a:r>
              <a:rPr lang="en-US" altLang="ja-JP" sz="1400">
                <a:effectLst>
                  <a:outerShdw blurRad="38100" dist="38100" dir="2700000" algn="tl">
                    <a:srgbClr val="000000"/>
                  </a:outerShdw>
                </a:effectLst>
                <a:latin typeface="Times New Roman" pitchFamily="18" charset="0"/>
              </a:rPr>
              <a:t> </a:t>
            </a:r>
          </a:p>
        </p:txBody>
      </p:sp>
      <p:sp>
        <p:nvSpPr>
          <p:cNvPr id="498771" name="Text Box 83"/>
          <p:cNvSpPr txBox="1">
            <a:spLocks noChangeArrowheads="1"/>
          </p:cNvSpPr>
          <p:nvPr/>
        </p:nvSpPr>
        <p:spPr bwMode="auto">
          <a:xfrm>
            <a:off x="6467475" y="2725738"/>
            <a:ext cx="760413" cy="304800"/>
          </a:xfrm>
          <a:prstGeom prst="rect">
            <a:avLst/>
          </a:prstGeom>
          <a:noFill/>
          <a:ln w="9525">
            <a:noFill/>
            <a:miter lim="800000"/>
            <a:headEnd/>
            <a:tailEnd/>
          </a:ln>
          <a:effectLst/>
        </p:spPr>
        <p:txBody>
          <a:bodyPr>
            <a:spAutoFit/>
          </a:bodyPr>
          <a:lstStyle/>
          <a:p>
            <a:pPr algn="ctr">
              <a:spcBef>
                <a:spcPct val="50000"/>
              </a:spcBef>
              <a:defRPr/>
            </a:pPr>
            <a:r>
              <a:rPr lang="ja-JP" altLang="en-US" sz="1400">
                <a:effectLst>
                  <a:outerShdw blurRad="38100" dist="38100" dir="2700000" algn="tl">
                    <a:srgbClr val="000000"/>
                  </a:outerShdw>
                </a:effectLst>
                <a:latin typeface="Times New Roman" pitchFamily="18" charset="0"/>
              </a:rPr>
              <a:t>２／３</a:t>
            </a:r>
            <a:r>
              <a:rPr lang="en-US" altLang="ja-JP" sz="1400">
                <a:effectLst>
                  <a:outerShdw blurRad="38100" dist="38100" dir="2700000" algn="tl">
                    <a:srgbClr val="000000"/>
                  </a:outerShdw>
                </a:effectLst>
                <a:latin typeface="Times New Roman" pitchFamily="18" charset="0"/>
              </a:rPr>
              <a:t> </a:t>
            </a:r>
          </a:p>
        </p:txBody>
      </p:sp>
      <p:sp>
        <p:nvSpPr>
          <p:cNvPr id="498772" name="Text Box 84"/>
          <p:cNvSpPr txBox="1">
            <a:spLocks noChangeArrowheads="1"/>
          </p:cNvSpPr>
          <p:nvPr/>
        </p:nvSpPr>
        <p:spPr bwMode="auto">
          <a:xfrm>
            <a:off x="7378700" y="2725738"/>
            <a:ext cx="758825" cy="304800"/>
          </a:xfrm>
          <a:prstGeom prst="rect">
            <a:avLst/>
          </a:prstGeom>
          <a:noFill/>
          <a:ln w="9525">
            <a:noFill/>
            <a:miter lim="800000"/>
            <a:headEnd/>
            <a:tailEnd/>
          </a:ln>
          <a:effectLst/>
        </p:spPr>
        <p:txBody>
          <a:bodyPr>
            <a:spAutoFit/>
          </a:bodyPr>
          <a:lstStyle/>
          <a:p>
            <a:pPr algn="ctr">
              <a:spcBef>
                <a:spcPct val="50000"/>
              </a:spcBef>
              <a:defRPr/>
            </a:pPr>
            <a:r>
              <a:rPr lang="ja-JP" altLang="en-US" sz="1400">
                <a:effectLst>
                  <a:outerShdw blurRad="38100" dist="38100" dir="2700000" algn="tl">
                    <a:srgbClr val="000000"/>
                  </a:outerShdw>
                </a:effectLst>
                <a:latin typeface="Times New Roman" pitchFamily="18" charset="0"/>
              </a:rPr>
              <a:t>２／４</a:t>
            </a:r>
            <a:endParaRPr lang="en-US" altLang="ja-JP" sz="1400">
              <a:effectLst>
                <a:outerShdw blurRad="38100" dist="38100" dir="2700000" algn="tl">
                  <a:srgbClr val="000000"/>
                </a:outerShdw>
              </a:effectLst>
              <a:latin typeface="Times New Roman" pitchFamily="18" charset="0"/>
            </a:endParaRPr>
          </a:p>
        </p:txBody>
      </p:sp>
      <p:sp>
        <p:nvSpPr>
          <p:cNvPr id="498773" name="Text Box 85"/>
          <p:cNvSpPr txBox="1">
            <a:spLocks noChangeArrowheads="1"/>
          </p:cNvSpPr>
          <p:nvPr/>
        </p:nvSpPr>
        <p:spPr bwMode="auto">
          <a:xfrm>
            <a:off x="8288338" y="2725738"/>
            <a:ext cx="758825" cy="304800"/>
          </a:xfrm>
          <a:prstGeom prst="rect">
            <a:avLst/>
          </a:prstGeom>
          <a:noFill/>
          <a:ln w="9525">
            <a:noFill/>
            <a:miter lim="800000"/>
            <a:headEnd/>
            <a:tailEnd/>
          </a:ln>
          <a:effectLst/>
        </p:spPr>
        <p:txBody>
          <a:bodyPr>
            <a:spAutoFit/>
          </a:bodyPr>
          <a:lstStyle/>
          <a:p>
            <a:pPr algn="ctr">
              <a:spcBef>
                <a:spcPct val="50000"/>
              </a:spcBef>
              <a:defRPr/>
            </a:pPr>
            <a:r>
              <a:rPr lang="ja-JP" altLang="en-US" sz="1400">
                <a:effectLst>
                  <a:outerShdw blurRad="38100" dist="38100" dir="2700000" algn="tl">
                    <a:srgbClr val="000000"/>
                  </a:outerShdw>
                </a:effectLst>
                <a:latin typeface="Times New Roman" pitchFamily="18" charset="0"/>
              </a:rPr>
              <a:t>２／５</a:t>
            </a:r>
            <a:endParaRPr lang="en-US" altLang="ja-JP" sz="1400">
              <a:effectLst>
                <a:outerShdw blurRad="38100" dist="38100" dir="2700000" algn="tl">
                  <a:srgbClr val="000000"/>
                </a:outerShdw>
              </a:effectLst>
              <a:latin typeface="Times New Roman" pitchFamily="18" charset="0"/>
            </a:endParaRPr>
          </a:p>
        </p:txBody>
      </p:sp>
      <p:sp>
        <p:nvSpPr>
          <p:cNvPr id="498774" name="Text Box 86"/>
          <p:cNvSpPr txBox="1">
            <a:spLocks noChangeArrowheads="1"/>
          </p:cNvSpPr>
          <p:nvPr/>
        </p:nvSpPr>
        <p:spPr bwMode="auto">
          <a:xfrm>
            <a:off x="4800600" y="3038475"/>
            <a:ext cx="455613" cy="244475"/>
          </a:xfrm>
          <a:prstGeom prst="rect">
            <a:avLst/>
          </a:prstGeom>
          <a:noFill/>
          <a:ln w="9525">
            <a:noFill/>
            <a:miter lim="800000"/>
            <a:headEnd/>
            <a:tailEnd/>
          </a:ln>
          <a:effectLst/>
        </p:spPr>
        <p:txBody>
          <a:bodyPr>
            <a:spAutoFit/>
          </a:bodyPr>
          <a:lstStyle/>
          <a:p>
            <a:pPr algn="ctr">
              <a:spcBef>
                <a:spcPct val="50000"/>
              </a:spcBef>
              <a:defRPr/>
            </a:pPr>
            <a:r>
              <a:rPr lang="en-US" altLang="ja-JP" sz="1000">
                <a:effectLst>
                  <a:outerShdw blurRad="38100" dist="38100" dir="2700000" algn="tl">
                    <a:srgbClr val="000000"/>
                  </a:outerShdw>
                </a:effectLst>
                <a:latin typeface="Times New Roman" pitchFamily="18" charset="0"/>
              </a:rPr>
              <a:t>Mon</a:t>
            </a:r>
          </a:p>
        </p:txBody>
      </p:sp>
      <p:sp>
        <p:nvSpPr>
          <p:cNvPr id="498775" name="Text Box 87"/>
          <p:cNvSpPr txBox="1">
            <a:spLocks noChangeArrowheads="1"/>
          </p:cNvSpPr>
          <p:nvPr/>
        </p:nvSpPr>
        <p:spPr bwMode="auto">
          <a:xfrm>
            <a:off x="5710238" y="3038475"/>
            <a:ext cx="455612" cy="274638"/>
          </a:xfrm>
          <a:prstGeom prst="rect">
            <a:avLst/>
          </a:prstGeom>
          <a:noFill/>
          <a:ln w="9525">
            <a:noFill/>
            <a:miter lim="800000"/>
            <a:headEnd/>
            <a:tailEnd/>
          </a:ln>
          <a:effectLst/>
        </p:spPr>
        <p:txBody>
          <a:bodyPr>
            <a:spAutoFit/>
          </a:bodyPr>
          <a:lstStyle/>
          <a:p>
            <a:pPr algn="ctr">
              <a:spcBef>
                <a:spcPct val="50000"/>
              </a:spcBef>
              <a:defRPr/>
            </a:pPr>
            <a:r>
              <a:rPr lang="en-US" altLang="ja-JP" sz="1200">
                <a:effectLst>
                  <a:outerShdw blurRad="38100" dist="38100" dir="2700000" algn="tl">
                    <a:srgbClr val="000000"/>
                  </a:outerShdw>
                </a:effectLst>
                <a:latin typeface="Times New Roman" pitchFamily="18" charset="0"/>
              </a:rPr>
              <a:t>Tue</a:t>
            </a:r>
          </a:p>
        </p:txBody>
      </p:sp>
      <p:sp>
        <p:nvSpPr>
          <p:cNvPr id="498776" name="Text Box 88"/>
          <p:cNvSpPr txBox="1">
            <a:spLocks noChangeArrowheads="1"/>
          </p:cNvSpPr>
          <p:nvPr/>
        </p:nvSpPr>
        <p:spPr bwMode="auto">
          <a:xfrm>
            <a:off x="6621463" y="3038475"/>
            <a:ext cx="452437" cy="244475"/>
          </a:xfrm>
          <a:prstGeom prst="rect">
            <a:avLst/>
          </a:prstGeom>
          <a:noFill/>
          <a:ln w="9525">
            <a:noFill/>
            <a:miter lim="800000"/>
            <a:headEnd/>
            <a:tailEnd/>
          </a:ln>
          <a:effectLst/>
        </p:spPr>
        <p:txBody>
          <a:bodyPr>
            <a:spAutoFit/>
          </a:bodyPr>
          <a:lstStyle/>
          <a:p>
            <a:pPr algn="ctr">
              <a:spcBef>
                <a:spcPct val="50000"/>
              </a:spcBef>
              <a:defRPr/>
            </a:pPr>
            <a:r>
              <a:rPr lang="en-US" altLang="ja-JP" sz="1000">
                <a:effectLst>
                  <a:outerShdw blurRad="38100" dist="38100" dir="2700000" algn="tl">
                    <a:srgbClr val="000000"/>
                  </a:outerShdw>
                </a:effectLst>
                <a:latin typeface="Times New Roman" pitchFamily="18" charset="0"/>
              </a:rPr>
              <a:t>Wed</a:t>
            </a:r>
          </a:p>
        </p:txBody>
      </p:sp>
      <p:sp>
        <p:nvSpPr>
          <p:cNvPr id="498777" name="Text Box 89"/>
          <p:cNvSpPr txBox="1">
            <a:spLocks noChangeArrowheads="1"/>
          </p:cNvSpPr>
          <p:nvPr/>
        </p:nvSpPr>
        <p:spPr bwMode="auto">
          <a:xfrm>
            <a:off x="7529513" y="3038475"/>
            <a:ext cx="457200" cy="274638"/>
          </a:xfrm>
          <a:prstGeom prst="rect">
            <a:avLst/>
          </a:prstGeom>
          <a:noFill/>
          <a:ln w="9525">
            <a:noFill/>
            <a:miter lim="800000"/>
            <a:headEnd/>
            <a:tailEnd/>
          </a:ln>
          <a:effectLst/>
        </p:spPr>
        <p:txBody>
          <a:bodyPr>
            <a:spAutoFit/>
          </a:bodyPr>
          <a:lstStyle/>
          <a:p>
            <a:pPr algn="ctr">
              <a:spcBef>
                <a:spcPct val="50000"/>
              </a:spcBef>
              <a:defRPr/>
            </a:pPr>
            <a:r>
              <a:rPr lang="en-US" altLang="ja-JP" sz="1200">
                <a:effectLst>
                  <a:outerShdw blurRad="38100" dist="38100" dir="2700000" algn="tl">
                    <a:srgbClr val="000000"/>
                  </a:outerShdw>
                </a:effectLst>
                <a:latin typeface="Times New Roman" pitchFamily="18" charset="0"/>
              </a:rPr>
              <a:t>Thu</a:t>
            </a:r>
          </a:p>
        </p:txBody>
      </p:sp>
      <p:sp>
        <p:nvSpPr>
          <p:cNvPr id="498778" name="Text Box 90"/>
          <p:cNvSpPr txBox="1">
            <a:spLocks noChangeArrowheads="1"/>
          </p:cNvSpPr>
          <p:nvPr/>
        </p:nvSpPr>
        <p:spPr bwMode="auto">
          <a:xfrm>
            <a:off x="8439150" y="3038475"/>
            <a:ext cx="455613" cy="274638"/>
          </a:xfrm>
          <a:prstGeom prst="rect">
            <a:avLst/>
          </a:prstGeom>
          <a:noFill/>
          <a:ln w="9525">
            <a:noFill/>
            <a:miter lim="800000"/>
            <a:headEnd/>
            <a:tailEnd/>
          </a:ln>
          <a:effectLst/>
        </p:spPr>
        <p:txBody>
          <a:bodyPr>
            <a:spAutoFit/>
          </a:bodyPr>
          <a:lstStyle/>
          <a:p>
            <a:pPr algn="ctr">
              <a:spcBef>
                <a:spcPct val="50000"/>
              </a:spcBef>
              <a:defRPr/>
            </a:pPr>
            <a:r>
              <a:rPr lang="en-US" altLang="ja-JP" sz="1200">
                <a:effectLst>
                  <a:outerShdw blurRad="38100" dist="38100" dir="2700000" algn="tl">
                    <a:srgbClr val="000000"/>
                  </a:outerShdw>
                </a:effectLst>
                <a:latin typeface="Times New Roman" pitchFamily="18" charset="0"/>
              </a:rPr>
              <a:t>Fri</a:t>
            </a:r>
          </a:p>
        </p:txBody>
      </p:sp>
      <p:sp>
        <p:nvSpPr>
          <p:cNvPr id="498779" name="Text Box 91"/>
          <p:cNvSpPr txBox="1">
            <a:spLocks noChangeArrowheads="1"/>
          </p:cNvSpPr>
          <p:nvPr/>
        </p:nvSpPr>
        <p:spPr bwMode="auto">
          <a:xfrm>
            <a:off x="9199563" y="2882900"/>
            <a:ext cx="454025" cy="228600"/>
          </a:xfrm>
          <a:prstGeom prst="rect">
            <a:avLst/>
          </a:prstGeom>
          <a:noFill/>
          <a:ln w="9525">
            <a:noFill/>
            <a:miter lim="800000"/>
            <a:headEnd/>
            <a:tailEnd/>
          </a:ln>
          <a:effectLst/>
        </p:spPr>
        <p:txBody>
          <a:bodyPr>
            <a:spAutoFit/>
          </a:bodyPr>
          <a:lstStyle/>
          <a:p>
            <a:pPr algn="ctr">
              <a:spcBef>
                <a:spcPct val="50000"/>
              </a:spcBef>
              <a:defRPr/>
            </a:pPr>
            <a:r>
              <a:rPr lang="en-US" altLang="ja-JP" sz="900">
                <a:effectLst>
                  <a:outerShdw blurRad="38100" dist="38100" dir="2700000" algn="tl">
                    <a:srgbClr val="000000"/>
                  </a:outerShdw>
                </a:effectLst>
                <a:latin typeface="Times New Roman" pitchFamily="18" charset="0"/>
                <a:cs typeface="Angsana New" pitchFamily="18" charset="-34"/>
              </a:rPr>
              <a:t>Total</a:t>
            </a:r>
            <a:endParaRPr lang="en-US" altLang="ja-JP" sz="1400">
              <a:effectLst>
                <a:outerShdw blurRad="38100" dist="38100" dir="2700000" algn="tl">
                  <a:srgbClr val="000000"/>
                </a:outerShdw>
              </a:effectLst>
              <a:latin typeface="Times New Roman" pitchFamily="18" charset="0"/>
              <a:cs typeface="Angsana New" pitchFamily="18" charset="-34"/>
            </a:endParaRPr>
          </a:p>
        </p:txBody>
      </p:sp>
      <p:grpSp>
        <p:nvGrpSpPr>
          <p:cNvPr id="46173" name="Group 92"/>
          <p:cNvGrpSpPr>
            <a:grpSpLocks/>
          </p:cNvGrpSpPr>
          <p:nvPr/>
        </p:nvGrpSpPr>
        <p:grpSpPr bwMode="auto">
          <a:xfrm>
            <a:off x="4649788" y="3506788"/>
            <a:ext cx="301625" cy="155575"/>
            <a:chOff x="624" y="4073"/>
            <a:chExt cx="167" cy="23"/>
          </a:xfrm>
        </p:grpSpPr>
        <p:sp>
          <p:nvSpPr>
            <p:cNvPr id="498781" name="Line 93"/>
            <p:cNvSpPr>
              <a:spLocks noChangeAspect="1" noChangeShapeType="1"/>
            </p:cNvSpPr>
            <p:nvPr/>
          </p:nvSpPr>
          <p:spPr bwMode="auto">
            <a:xfrm flipH="1">
              <a:off x="624" y="4073"/>
              <a:ext cx="23" cy="23"/>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782" name="Line 94"/>
            <p:cNvSpPr>
              <a:spLocks noChangeAspect="1" noChangeShapeType="1"/>
            </p:cNvSpPr>
            <p:nvPr/>
          </p:nvSpPr>
          <p:spPr bwMode="auto">
            <a:xfrm flipH="1">
              <a:off x="672" y="4073"/>
              <a:ext cx="23" cy="23"/>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783" name="Line 95"/>
            <p:cNvSpPr>
              <a:spLocks noChangeAspect="1" noChangeShapeType="1"/>
            </p:cNvSpPr>
            <p:nvPr/>
          </p:nvSpPr>
          <p:spPr bwMode="auto">
            <a:xfrm flipH="1">
              <a:off x="720" y="4073"/>
              <a:ext cx="23" cy="23"/>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784" name="Line 96"/>
            <p:cNvSpPr>
              <a:spLocks noChangeAspect="1" noChangeShapeType="1"/>
            </p:cNvSpPr>
            <p:nvPr/>
          </p:nvSpPr>
          <p:spPr bwMode="auto">
            <a:xfrm flipH="1">
              <a:off x="768" y="4073"/>
              <a:ext cx="23" cy="23"/>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grpSp>
      <p:grpSp>
        <p:nvGrpSpPr>
          <p:cNvPr id="46174" name="Group 97"/>
          <p:cNvGrpSpPr>
            <a:grpSpLocks/>
          </p:cNvGrpSpPr>
          <p:nvPr/>
        </p:nvGrpSpPr>
        <p:grpSpPr bwMode="auto">
          <a:xfrm>
            <a:off x="5862638" y="3506788"/>
            <a:ext cx="303212" cy="155575"/>
            <a:chOff x="624" y="4073"/>
            <a:chExt cx="167" cy="23"/>
          </a:xfrm>
        </p:grpSpPr>
        <p:sp>
          <p:nvSpPr>
            <p:cNvPr id="498786" name="Line 98"/>
            <p:cNvSpPr>
              <a:spLocks noChangeAspect="1" noChangeShapeType="1"/>
            </p:cNvSpPr>
            <p:nvPr/>
          </p:nvSpPr>
          <p:spPr bwMode="auto">
            <a:xfrm flipH="1">
              <a:off x="624" y="4073"/>
              <a:ext cx="23" cy="23"/>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787" name="Line 99"/>
            <p:cNvSpPr>
              <a:spLocks noChangeAspect="1" noChangeShapeType="1"/>
            </p:cNvSpPr>
            <p:nvPr/>
          </p:nvSpPr>
          <p:spPr bwMode="auto">
            <a:xfrm flipH="1">
              <a:off x="672" y="4073"/>
              <a:ext cx="23" cy="23"/>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788" name="Line 100"/>
            <p:cNvSpPr>
              <a:spLocks noChangeAspect="1" noChangeShapeType="1"/>
            </p:cNvSpPr>
            <p:nvPr/>
          </p:nvSpPr>
          <p:spPr bwMode="auto">
            <a:xfrm flipH="1">
              <a:off x="720" y="4073"/>
              <a:ext cx="23" cy="23"/>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789" name="Line 101"/>
            <p:cNvSpPr>
              <a:spLocks noChangeAspect="1" noChangeShapeType="1"/>
            </p:cNvSpPr>
            <p:nvPr/>
          </p:nvSpPr>
          <p:spPr bwMode="auto">
            <a:xfrm flipH="1">
              <a:off x="768" y="4073"/>
              <a:ext cx="23" cy="23"/>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grpSp>
      <p:grpSp>
        <p:nvGrpSpPr>
          <p:cNvPr id="46175" name="Group 102"/>
          <p:cNvGrpSpPr>
            <a:grpSpLocks/>
          </p:cNvGrpSpPr>
          <p:nvPr/>
        </p:nvGrpSpPr>
        <p:grpSpPr bwMode="auto">
          <a:xfrm>
            <a:off x="4622800" y="3810000"/>
            <a:ext cx="304800" cy="150813"/>
            <a:chOff x="2104" y="3501"/>
            <a:chExt cx="96" cy="47"/>
          </a:xfrm>
        </p:grpSpPr>
        <p:sp>
          <p:nvSpPr>
            <p:cNvPr id="498791" name="Line 103"/>
            <p:cNvSpPr>
              <a:spLocks noChangeAspect="1" noChangeShapeType="1"/>
            </p:cNvSpPr>
            <p:nvPr/>
          </p:nvSpPr>
          <p:spPr bwMode="auto">
            <a:xfrm flipH="1">
              <a:off x="2132" y="3501"/>
              <a:ext cx="12" cy="47"/>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792" name="Line 104"/>
            <p:cNvSpPr>
              <a:spLocks noChangeAspect="1" noChangeShapeType="1"/>
            </p:cNvSpPr>
            <p:nvPr/>
          </p:nvSpPr>
          <p:spPr bwMode="auto">
            <a:xfrm flipH="1">
              <a:off x="2108" y="3501"/>
              <a:ext cx="12" cy="47"/>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793" name="Line 105"/>
            <p:cNvSpPr>
              <a:spLocks noChangeAspect="1" noChangeShapeType="1"/>
            </p:cNvSpPr>
            <p:nvPr/>
          </p:nvSpPr>
          <p:spPr bwMode="auto">
            <a:xfrm flipH="1">
              <a:off x="2156" y="3501"/>
              <a:ext cx="12" cy="47"/>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794" name="Line 106"/>
            <p:cNvSpPr>
              <a:spLocks noChangeAspect="1" noChangeShapeType="1"/>
            </p:cNvSpPr>
            <p:nvPr/>
          </p:nvSpPr>
          <p:spPr bwMode="auto">
            <a:xfrm flipH="1">
              <a:off x="2180" y="3501"/>
              <a:ext cx="12" cy="47"/>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795" name="Line 107"/>
            <p:cNvSpPr>
              <a:spLocks noChangeAspect="1" noChangeShapeType="1"/>
            </p:cNvSpPr>
            <p:nvPr/>
          </p:nvSpPr>
          <p:spPr bwMode="auto">
            <a:xfrm flipH="1" flipV="1">
              <a:off x="2104" y="3529"/>
              <a:ext cx="96" cy="0"/>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grpSp>
      <p:grpSp>
        <p:nvGrpSpPr>
          <p:cNvPr id="46176" name="Group 108"/>
          <p:cNvGrpSpPr>
            <a:grpSpLocks/>
          </p:cNvGrpSpPr>
          <p:nvPr/>
        </p:nvGrpSpPr>
        <p:grpSpPr bwMode="auto">
          <a:xfrm>
            <a:off x="4649788" y="4754563"/>
            <a:ext cx="301625" cy="155575"/>
            <a:chOff x="624" y="4073"/>
            <a:chExt cx="167" cy="23"/>
          </a:xfrm>
        </p:grpSpPr>
        <p:sp>
          <p:nvSpPr>
            <p:cNvPr id="498797" name="Line 109"/>
            <p:cNvSpPr>
              <a:spLocks noChangeAspect="1" noChangeShapeType="1"/>
            </p:cNvSpPr>
            <p:nvPr/>
          </p:nvSpPr>
          <p:spPr bwMode="auto">
            <a:xfrm flipH="1">
              <a:off x="624" y="4073"/>
              <a:ext cx="23" cy="23"/>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798" name="Line 110"/>
            <p:cNvSpPr>
              <a:spLocks noChangeAspect="1" noChangeShapeType="1"/>
            </p:cNvSpPr>
            <p:nvPr/>
          </p:nvSpPr>
          <p:spPr bwMode="auto">
            <a:xfrm flipH="1">
              <a:off x="672" y="4073"/>
              <a:ext cx="23" cy="23"/>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799" name="Line 111"/>
            <p:cNvSpPr>
              <a:spLocks noChangeAspect="1" noChangeShapeType="1"/>
            </p:cNvSpPr>
            <p:nvPr/>
          </p:nvSpPr>
          <p:spPr bwMode="auto">
            <a:xfrm flipH="1">
              <a:off x="720" y="4073"/>
              <a:ext cx="23" cy="23"/>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800" name="Line 112"/>
            <p:cNvSpPr>
              <a:spLocks noChangeAspect="1" noChangeShapeType="1"/>
            </p:cNvSpPr>
            <p:nvPr/>
          </p:nvSpPr>
          <p:spPr bwMode="auto">
            <a:xfrm flipH="1">
              <a:off x="768" y="4073"/>
              <a:ext cx="23" cy="23"/>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grpSp>
      <p:grpSp>
        <p:nvGrpSpPr>
          <p:cNvPr id="46177" name="Group 113"/>
          <p:cNvGrpSpPr>
            <a:grpSpLocks/>
          </p:cNvGrpSpPr>
          <p:nvPr/>
        </p:nvGrpSpPr>
        <p:grpSpPr bwMode="auto">
          <a:xfrm>
            <a:off x="7378700" y="3506788"/>
            <a:ext cx="303213" cy="155575"/>
            <a:chOff x="624" y="4073"/>
            <a:chExt cx="167" cy="23"/>
          </a:xfrm>
        </p:grpSpPr>
        <p:sp>
          <p:nvSpPr>
            <p:cNvPr id="498802" name="Line 114"/>
            <p:cNvSpPr>
              <a:spLocks noChangeAspect="1" noChangeShapeType="1"/>
            </p:cNvSpPr>
            <p:nvPr/>
          </p:nvSpPr>
          <p:spPr bwMode="auto">
            <a:xfrm flipH="1">
              <a:off x="624" y="4073"/>
              <a:ext cx="23" cy="23"/>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803" name="Line 115"/>
            <p:cNvSpPr>
              <a:spLocks noChangeAspect="1" noChangeShapeType="1"/>
            </p:cNvSpPr>
            <p:nvPr/>
          </p:nvSpPr>
          <p:spPr bwMode="auto">
            <a:xfrm flipH="1">
              <a:off x="672" y="4073"/>
              <a:ext cx="23" cy="23"/>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804" name="Line 116"/>
            <p:cNvSpPr>
              <a:spLocks noChangeAspect="1" noChangeShapeType="1"/>
            </p:cNvSpPr>
            <p:nvPr/>
          </p:nvSpPr>
          <p:spPr bwMode="auto">
            <a:xfrm flipH="1">
              <a:off x="720" y="4073"/>
              <a:ext cx="23" cy="23"/>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805" name="Line 117"/>
            <p:cNvSpPr>
              <a:spLocks noChangeAspect="1" noChangeShapeType="1"/>
            </p:cNvSpPr>
            <p:nvPr/>
          </p:nvSpPr>
          <p:spPr bwMode="auto">
            <a:xfrm flipH="1">
              <a:off x="768" y="4073"/>
              <a:ext cx="23" cy="23"/>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grpSp>
      <p:grpSp>
        <p:nvGrpSpPr>
          <p:cNvPr id="46178" name="Group 118"/>
          <p:cNvGrpSpPr>
            <a:grpSpLocks/>
          </p:cNvGrpSpPr>
          <p:nvPr/>
        </p:nvGrpSpPr>
        <p:grpSpPr bwMode="auto">
          <a:xfrm>
            <a:off x="6467475" y="6002338"/>
            <a:ext cx="131763" cy="157162"/>
            <a:chOff x="1056" y="3552"/>
            <a:chExt cx="41" cy="48"/>
          </a:xfrm>
        </p:grpSpPr>
        <p:sp>
          <p:nvSpPr>
            <p:cNvPr id="498807" name="Line 119"/>
            <p:cNvSpPr>
              <a:spLocks noChangeAspect="1" noChangeShapeType="1"/>
            </p:cNvSpPr>
            <p:nvPr/>
          </p:nvSpPr>
          <p:spPr bwMode="auto">
            <a:xfrm flipH="1">
              <a:off x="1056" y="3552"/>
              <a:ext cx="13" cy="48"/>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808" name="Line 120"/>
            <p:cNvSpPr>
              <a:spLocks noChangeAspect="1" noChangeShapeType="1"/>
            </p:cNvSpPr>
            <p:nvPr/>
          </p:nvSpPr>
          <p:spPr bwMode="auto">
            <a:xfrm flipH="1">
              <a:off x="1084" y="3552"/>
              <a:ext cx="13" cy="48"/>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grpSp>
      <p:sp>
        <p:nvSpPr>
          <p:cNvPr id="498809" name="Line 121"/>
          <p:cNvSpPr>
            <a:spLocks noChangeAspect="1" noChangeShapeType="1"/>
          </p:cNvSpPr>
          <p:nvPr/>
        </p:nvSpPr>
        <p:spPr bwMode="auto">
          <a:xfrm flipH="1">
            <a:off x="8743950" y="3506788"/>
            <a:ext cx="41275" cy="155575"/>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810" name="Line 122"/>
          <p:cNvSpPr>
            <a:spLocks noChangeAspect="1" noChangeShapeType="1"/>
          </p:cNvSpPr>
          <p:nvPr/>
        </p:nvSpPr>
        <p:spPr bwMode="auto">
          <a:xfrm flipH="1">
            <a:off x="7378700" y="5376863"/>
            <a:ext cx="41275" cy="157162"/>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grpSp>
        <p:nvGrpSpPr>
          <p:cNvPr id="46181" name="Group 123"/>
          <p:cNvGrpSpPr>
            <a:grpSpLocks/>
          </p:cNvGrpSpPr>
          <p:nvPr/>
        </p:nvGrpSpPr>
        <p:grpSpPr bwMode="auto">
          <a:xfrm>
            <a:off x="4649788" y="5689600"/>
            <a:ext cx="214312" cy="157163"/>
            <a:chOff x="768" y="3600"/>
            <a:chExt cx="68" cy="48"/>
          </a:xfrm>
        </p:grpSpPr>
        <p:sp>
          <p:nvSpPr>
            <p:cNvPr id="498812" name="Line 124"/>
            <p:cNvSpPr>
              <a:spLocks noChangeAspect="1" noChangeShapeType="1"/>
            </p:cNvSpPr>
            <p:nvPr/>
          </p:nvSpPr>
          <p:spPr bwMode="auto">
            <a:xfrm flipH="1">
              <a:off x="768" y="3600"/>
              <a:ext cx="13" cy="48"/>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813" name="Line 125"/>
            <p:cNvSpPr>
              <a:spLocks noChangeAspect="1" noChangeShapeType="1"/>
            </p:cNvSpPr>
            <p:nvPr/>
          </p:nvSpPr>
          <p:spPr bwMode="auto">
            <a:xfrm flipH="1">
              <a:off x="796" y="3600"/>
              <a:ext cx="13" cy="48"/>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814" name="Line 126"/>
            <p:cNvSpPr>
              <a:spLocks noChangeAspect="1" noChangeShapeType="1"/>
            </p:cNvSpPr>
            <p:nvPr/>
          </p:nvSpPr>
          <p:spPr bwMode="auto">
            <a:xfrm flipH="1">
              <a:off x="823" y="3600"/>
              <a:ext cx="13" cy="48"/>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grpSp>
      <p:grpSp>
        <p:nvGrpSpPr>
          <p:cNvPr id="46182" name="Group 127"/>
          <p:cNvGrpSpPr>
            <a:grpSpLocks/>
          </p:cNvGrpSpPr>
          <p:nvPr/>
        </p:nvGrpSpPr>
        <p:grpSpPr bwMode="auto">
          <a:xfrm>
            <a:off x="5557838" y="5376863"/>
            <a:ext cx="130175" cy="157162"/>
            <a:chOff x="1056" y="3552"/>
            <a:chExt cx="41" cy="48"/>
          </a:xfrm>
        </p:grpSpPr>
        <p:sp>
          <p:nvSpPr>
            <p:cNvPr id="498816" name="Line 128"/>
            <p:cNvSpPr>
              <a:spLocks noChangeAspect="1" noChangeShapeType="1"/>
            </p:cNvSpPr>
            <p:nvPr/>
          </p:nvSpPr>
          <p:spPr bwMode="auto">
            <a:xfrm flipH="1">
              <a:off x="1056" y="3552"/>
              <a:ext cx="13" cy="48"/>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817" name="Line 129"/>
            <p:cNvSpPr>
              <a:spLocks noChangeAspect="1" noChangeShapeType="1"/>
            </p:cNvSpPr>
            <p:nvPr/>
          </p:nvSpPr>
          <p:spPr bwMode="auto">
            <a:xfrm flipH="1">
              <a:off x="1084" y="3552"/>
              <a:ext cx="13" cy="48"/>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grpSp>
      <p:grpSp>
        <p:nvGrpSpPr>
          <p:cNvPr id="46183" name="Group 130"/>
          <p:cNvGrpSpPr>
            <a:grpSpLocks/>
          </p:cNvGrpSpPr>
          <p:nvPr/>
        </p:nvGrpSpPr>
        <p:grpSpPr bwMode="auto">
          <a:xfrm>
            <a:off x="7378700" y="4440238"/>
            <a:ext cx="130175" cy="158750"/>
            <a:chOff x="1056" y="3552"/>
            <a:chExt cx="41" cy="48"/>
          </a:xfrm>
        </p:grpSpPr>
        <p:sp>
          <p:nvSpPr>
            <p:cNvPr id="498819" name="Line 131"/>
            <p:cNvSpPr>
              <a:spLocks noChangeAspect="1" noChangeShapeType="1"/>
            </p:cNvSpPr>
            <p:nvPr/>
          </p:nvSpPr>
          <p:spPr bwMode="auto">
            <a:xfrm flipH="1">
              <a:off x="1056" y="3552"/>
              <a:ext cx="13" cy="48"/>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820" name="Line 132"/>
            <p:cNvSpPr>
              <a:spLocks noChangeAspect="1" noChangeShapeType="1"/>
            </p:cNvSpPr>
            <p:nvPr/>
          </p:nvSpPr>
          <p:spPr bwMode="auto">
            <a:xfrm flipH="1">
              <a:off x="1084" y="3552"/>
              <a:ext cx="13" cy="48"/>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grpSp>
      <p:grpSp>
        <p:nvGrpSpPr>
          <p:cNvPr id="46184" name="Group 133"/>
          <p:cNvGrpSpPr>
            <a:grpSpLocks/>
          </p:cNvGrpSpPr>
          <p:nvPr/>
        </p:nvGrpSpPr>
        <p:grpSpPr bwMode="auto">
          <a:xfrm>
            <a:off x="5557838" y="4440238"/>
            <a:ext cx="130175" cy="158750"/>
            <a:chOff x="1056" y="3552"/>
            <a:chExt cx="41" cy="48"/>
          </a:xfrm>
        </p:grpSpPr>
        <p:sp>
          <p:nvSpPr>
            <p:cNvPr id="498822" name="Line 134"/>
            <p:cNvSpPr>
              <a:spLocks noChangeAspect="1" noChangeShapeType="1"/>
            </p:cNvSpPr>
            <p:nvPr/>
          </p:nvSpPr>
          <p:spPr bwMode="auto">
            <a:xfrm flipH="1">
              <a:off x="1056" y="3552"/>
              <a:ext cx="13" cy="48"/>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823" name="Line 135"/>
            <p:cNvSpPr>
              <a:spLocks noChangeAspect="1" noChangeShapeType="1"/>
            </p:cNvSpPr>
            <p:nvPr/>
          </p:nvSpPr>
          <p:spPr bwMode="auto">
            <a:xfrm flipH="1">
              <a:off x="1084" y="3552"/>
              <a:ext cx="13" cy="48"/>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grpSp>
      <p:grpSp>
        <p:nvGrpSpPr>
          <p:cNvPr id="46185" name="Group 136"/>
          <p:cNvGrpSpPr>
            <a:grpSpLocks/>
          </p:cNvGrpSpPr>
          <p:nvPr/>
        </p:nvGrpSpPr>
        <p:grpSpPr bwMode="auto">
          <a:xfrm>
            <a:off x="6467475" y="4132263"/>
            <a:ext cx="131763" cy="155575"/>
            <a:chOff x="1056" y="3552"/>
            <a:chExt cx="41" cy="48"/>
          </a:xfrm>
        </p:grpSpPr>
        <p:sp>
          <p:nvSpPr>
            <p:cNvPr id="498825" name="Line 137"/>
            <p:cNvSpPr>
              <a:spLocks noChangeAspect="1" noChangeShapeType="1"/>
            </p:cNvSpPr>
            <p:nvPr/>
          </p:nvSpPr>
          <p:spPr bwMode="auto">
            <a:xfrm flipH="1">
              <a:off x="1056" y="3552"/>
              <a:ext cx="13" cy="48"/>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826" name="Line 138"/>
            <p:cNvSpPr>
              <a:spLocks noChangeAspect="1" noChangeShapeType="1"/>
            </p:cNvSpPr>
            <p:nvPr/>
          </p:nvSpPr>
          <p:spPr bwMode="auto">
            <a:xfrm flipH="1">
              <a:off x="1084" y="3552"/>
              <a:ext cx="13" cy="48"/>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grpSp>
      <p:grpSp>
        <p:nvGrpSpPr>
          <p:cNvPr id="46186" name="Group 139"/>
          <p:cNvGrpSpPr>
            <a:grpSpLocks/>
          </p:cNvGrpSpPr>
          <p:nvPr/>
        </p:nvGrpSpPr>
        <p:grpSpPr bwMode="auto">
          <a:xfrm>
            <a:off x="4649788" y="4132263"/>
            <a:ext cx="128587" cy="155575"/>
            <a:chOff x="1056" y="3552"/>
            <a:chExt cx="41" cy="48"/>
          </a:xfrm>
        </p:grpSpPr>
        <p:sp>
          <p:nvSpPr>
            <p:cNvPr id="498828" name="Line 140"/>
            <p:cNvSpPr>
              <a:spLocks noChangeAspect="1" noChangeShapeType="1"/>
            </p:cNvSpPr>
            <p:nvPr/>
          </p:nvSpPr>
          <p:spPr bwMode="auto">
            <a:xfrm flipH="1">
              <a:off x="1056" y="3552"/>
              <a:ext cx="13" cy="48"/>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829" name="Line 141"/>
            <p:cNvSpPr>
              <a:spLocks noChangeAspect="1" noChangeShapeType="1"/>
            </p:cNvSpPr>
            <p:nvPr/>
          </p:nvSpPr>
          <p:spPr bwMode="auto">
            <a:xfrm flipH="1">
              <a:off x="1084" y="3552"/>
              <a:ext cx="13" cy="48"/>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grpSp>
      <p:grpSp>
        <p:nvGrpSpPr>
          <p:cNvPr id="46187" name="Group 142"/>
          <p:cNvGrpSpPr>
            <a:grpSpLocks/>
          </p:cNvGrpSpPr>
          <p:nvPr/>
        </p:nvGrpSpPr>
        <p:grpSpPr bwMode="auto">
          <a:xfrm>
            <a:off x="7378700" y="3817938"/>
            <a:ext cx="130175" cy="157162"/>
            <a:chOff x="1056" y="3552"/>
            <a:chExt cx="41" cy="48"/>
          </a:xfrm>
        </p:grpSpPr>
        <p:sp>
          <p:nvSpPr>
            <p:cNvPr id="498831" name="Line 143"/>
            <p:cNvSpPr>
              <a:spLocks noChangeAspect="1" noChangeShapeType="1"/>
            </p:cNvSpPr>
            <p:nvPr/>
          </p:nvSpPr>
          <p:spPr bwMode="auto">
            <a:xfrm flipH="1">
              <a:off x="1056" y="3552"/>
              <a:ext cx="13" cy="48"/>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832" name="Line 144"/>
            <p:cNvSpPr>
              <a:spLocks noChangeAspect="1" noChangeShapeType="1"/>
            </p:cNvSpPr>
            <p:nvPr/>
          </p:nvSpPr>
          <p:spPr bwMode="auto">
            <a:xfrm flipH="1">
              <a:off x="1084" y="3552"/>
              <a:ext cx="13" cy="48"/>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grpSp>
      <p:grpSp>
        <p:nvGrpSpPr>
          <p:cNvPr id="46188" name="Group 145"/>
          <p:cNvGrpSpPr>
            <a:grpSpLocks/>
          </p:cNvGrpSpPr>
          <p:nvPr/>
        </p:nvGrpSpPr>
        <p:grpSpPr bwMode="auto">
          <a:xfrm>
            <a:off x="6467475" y="3817938"/>
            <a:ext cx="131763" cy="157162"/>
            <a:chOff x="1056" y="3552"/>
            <a:chExt cx="41" cy="48"/>
          </a:xfrm>
        </p:grpSpPr>
        <p:sp>
          <p:nvSpPr>
            <p:cNvPr id="498834" name="Line 146"/>
            <p:cNvSpPr>
              <a:spLocks noChangeAspect="1" noChangeShapeType="1"/>
            </p:cNvSpPr>
            <p:nvPr/>
          </p:nvSpPr>
          <p:spPr bwMode="auto">
            <a:xfrm flipH="1">
              <a:off x="1056" y="3552"/>
              <a:ext cx="13" cy="48"/>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835" name="Line 147"/>
            <p:cNvSpPr>
              <a:spLocks noChangeAspect="1" noChangeShapeType="1"/>
            </p:cNvSpPr>
            <p:nvPr/>
          </p:nvSpPr>
          <p:spPr bwMode="auto">
            <a:xfrm flipH="1">
              <a:off x="1084" y="3552"/>
              <a:ext cx="13" cy="48"/>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grpSp>
      <p:grpSp>
        <p:nvGrpSpPr>
          <p:cNvPr id="46189" name="Group 148"/>
          <p:cNvGrpSpPr>
            <a:grpSpLocks/>
          </p:cNvGrpSpPr>
          <p:nvPr/>
        </p:nvGrpSpPr>
        <p:grpSpPr bwMode="auto">
          <a:xfrm>
            <a:off x="6467475" y="5065713"/>
            <a:ext cx="217488" cy="158750"/>
            <a:chOff x="768" y="3600"/>
            <a:chExt cx="68" cy="48"/>
          </a:xfrm>
        </p:grpSpPr>
        <p:sp>
          <p:nvSpPr>
            <p:cNvPr id="498837" name="Line 149"/>
            <p:cNvSpPr>
              <a:spLocks noChangeAspect="1" noChangeShapeType="1"/>
            </p:cNvSpPr>
            <p:nvPr/>
          </p:nvSpPr>
          <p:spPr bwMode="auto">
            <a:xfrm flipH="1">
              <a:off x="768" y="3600"/>
              <a:ext cx="13" cy="48"/>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838" name="Line 150"/>
            <p:cNvSpPr>
              <a:spLocks noChangeAspect="1" noChangeShapeType="1"/>
            </p:cNvSpPr>
            <p:nvPr/>
          </p:nvSpPr>
          <p:spPr bwMode="auto">
            <a:xfrm flipH="1">
              <a:off x="796" y="3600"/>
              <a:ext cx="13" cy="48"/>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839" name="Line 151"/>
            <p:cNvSpPr>
              <a:spLocks noChangeAspect="1" noChangeShapeType="1"/>
            </p:cNvSpPr>
            <p:nvPr/>
          </p:nvSpPr>
          <p:spPr bwMode="auto">
            <a:xfrm flipH="1">
              <a:off x="823" y="3600"/>
              <a:ext cx="13" cy="48"/>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grpSp>
      <p:grpSp>
        <p:nvGrpSpPr>
          <p:cNvPr id="46190" name="Group 152"/>
          <p:cNvGrpSpPr>
            <a:grpSpLocks/>
          </p:cNvGrpSpPr>
          <p:nvPr/>
        </p:nvGrpSpPr>
        <p:grpSpPr bwMode="auto">
          <a:xfrm>
            <a:off x="7378700" y="4132263"/>
            <a:ext cx="215900" cy="155575"/>
            <a:chOff x="768" y="3600"/>
            <a:chExt cx="68" cy="48"/>
          </a:xfrm>
        </p:grpSpPr>
        <p:sp>
          <p:nvSpPr>
            <p:cNvPr id="498841" name="Line 153"/>
            <p:cNvSpPr>
              <a:spLocks noChangeAspect="1" noChangeShapeType="1"/>
            </p:cNvSpPr>
            <p:nvPr/>
          </p:nvSpPr>
          <p:spPr bwMode="auto">
            <a:xfrm flipH="1">
              <a:off x="768" y="3600"/>
              <a:ext cx="13" cy="48"/>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842" name="Line 154"/>
            <p:cNvSpPr>
              <a:spLocks noChangeAspect="1" noChangeShapeType="1"/>
            </p:cNvSpPr>
            <p:nvPr/>
          </p:nvSpPr>
          <p:spPr bwMode="auto">
            <a:xfrm flipH="1">
              <a:off x="796" y="3600"/>
              <a:ext cx="13" cy="48"/>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843" name="Line 155"/>
            <p:cNvSpPr>
              <a:spLocks noChangeAspect="1" noChangeShapeType="1"/>
            </p:cNvSpPr>
            <p:nvPr/>
          </p:nvSpPr>
          <p:spPr bwMode="auto">
            <a:xfrm flipH="1">
              <a:off x="823" y="3600"/>
              <a:ext cx="13" cy="48"/>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grpSp>
      <p:grpSp>
        <p:nvGrpSpPr>
          <p:cNvPr id="46191" name="Group 156"/>
          <p:cNvGrpSpPr>
            <a:grpSpLocks/>
          </p:cNvGrpSpPr>
          <p:nvPr/>
        </p:nvGrpSpPr>
        <p:grpSpPr bwMode="auto">
          <a:xfrm>
            <a:off x="8288338" y="3817938"/>
            <a:ext cx="214312" cy="157162"/>
            <a:chOff x="768" y="3600"/>
            <a:chExt cx="68" cy="48"/>
          </a:xfrm>
        </p:grpSpPr>
        <p:sp>
          <p:nvSpPr>
            <p:cNvPr id="498845" name="Line 157"/>
            <p:cNvSpPr>
              <a:spLocks noChangeAspect="1" noChangeShapeType="1"/>
            </p:cNvSpPr>
            <p:nvPr/>
          </p:nvSpPr>
          <p:spPr bwMode="auto">
            <a:xfrm flipH="1">
              <a:off x="768" y="3600"/>
              <a:ext cx="13" cy="48"/>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846" name="Line 158"/>
            <p:cNvSpPr>
              <a:spLocks noChangeAspect="1" noChangeShapeType="1"/>
            </p:cNvSpPr>
            <p:nvPr/>
          </p:nvSpPr>
          <p:spPr bwMode="auto">
            <a:xfrm flipH="1">
              <a:off x="796" y="3600"/>
              <a:ext cx="13" cy="48"/>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847" name="Line 159"/>
            <p:cNvSpPr>
              <a:spLocks noChangeAspect="1" noChangeShapeType="1"/>
            </p:cNvSpPr>
            <p:nvPr/>
          </p:nvSpPr>
          <p:spPr bwMode="auto">
            <a:xfrm flipH="1">
              <a:off x="823" y="3600"/>
              <a:ext cx="13" cy="48"/>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grpSp>
      <p:sp>
        <p:nvSpPr>
          <p:cNvPr id="498848" name="Line 160"/>
          <p:cNvSpPr>
            <a:spLocks noChangeAspect="1" noChangeShapeType="1"/>
          </p:cNvSpPr>
          <p:nvPr/>
        </p:nvSpPr>
        <p:spPr bwMode="auto">
          <a:xfrm flipH="1">
            <a:off x="8288338" y="5065713"/>
            <a:ext cx="41275" cy="158750"/>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849" name="Line 161"/>
          <p:cNvSpPr>
            <a:spLocks noChangeAspect="1" noChangeShapeType="1"/>
          </p:cNvSpPr>
          <p:nvPr/>
        </p:nvSpPr>
        <p:spPr bwMode="auto">
          <a:xfrm flipH="1">
            <a:off x="5557838" y="5065713"/>
            <a:ext cx="42862" cy="158750"/>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850" name="Line 162"/>
          <p:cNvSpPr>
            <a:spLocks noChangeAspect="1" noChangeShapeType="1"/>
          </p:cNvSpPr>
          <p:nvPr/>
        </p:nvSpPr>
        <p:spPr bwMode="auto">
          <a:xfrm flipH="1">
            <a:off x="6467475" y="4754563"/>
            <a:ext cx="41275" cy="155575"/>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851" name="Line 163"/>
          <p:cNvSpPr>
            <a:spLocks noChangeAspect="1" noChangeShapeType="1"/>
          </p:cNvSpPr>
          <p:nvPr/>
        </p:nvSpPr>
        <p:spPr bwMode="auto">
          <a:xfrm flipH="1">
            <a:off x="8288338" y="4440238"/>
            <a:ext cx="41275" cy="158750"/>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852" name="Line 164"/>
          <p:cNvSpPr>
            <a:spLocks noChangeAspect="1" noChangeShapeType="1"/>
          </p:cNvSpPr>
          <p:nvPr/>
        </p:nvSpPr>
        <p:spPr bwMode="auto">
          <a:xfrm flipH="1">
            <a:off x="6013450" y="4132263"/>
            <a:ext cx="39688" cy="155575"/>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853" name="Text Box 165"/>
          <p:cNvSpPr txBox="1">
            <a:spLocks noChangeArrowheads="1"/>
          </p:cNvSpPr>
          <p:nvPr/>
        </p:nvSpPr>
        <p:spPr bwMode="auto">
          <a:xfrm>
            <a:off x="4432300" y="6283325"/>
            <a:ext cx="757238" cy="190500"/>
          </a:xfrm>
          <a:prstGeom prst="rect">
            <a:avLst/>
          </a:prstGeom>
          <a:noFill/>
          <a:ln w="9525">
            <a:noFill/>
            <a:miter lim="800000"/>
            <a:headEnd/>
            <a:tailEnd/>
          </a:ln>
          <a:effectLst/>
        </p:spPr>
        <p:txBody>
          <a:bodyPr>
            <a:spAutoFit/>
          </a:bodyPr>
          <a:lstStyle/>
          <a:p>
            <a:pPr algn="r">
              <a:lnSpc>
                <a:spcPct val="40000"/>
              </a:lnSpc>
              <a:spcBef>
                <a:spcPct val="50000"/>
              </a:spcBef>
              <a:defRPr/>
            </a:pPr>
            <a:r>
              <a:rPr lang="ja-JP" altLang="en-US" sz="1600">
                <a:effectLst>
                  <a:outerShdw blurRad="38100" dist="38100" dir="2700000" algn="tl">
                    <a:srgbClr val="000000"/>
                  </a:outerShdw>
                </a:effectLst>
                <a:latin typeface="Times New Roman" pitchFamily="18" charset="0"/>
              </a:rPr>
              <a:t>１８</a:t>
            </a:r>
            <a:endParaRPr lang="en-US" altLang="ja-JP" sz="1600">
              <a:effectLst>
                <a:outerShdw blurRad="38100" dist="38100" dir="2700000" algn="tl">
                  <a:srgbClr val="000000"/>
                </a:outerShdw>
              </a:effectLst>
              <a:latin typeface="Times New Roman" pitchFamily="18" charset="0"/>
            </a:endParaRPr>
          </a:p>
        </p:txBody>
      </p:sp>
      <p:sp>
        <p:nvSpPr>
          <p:cNvPr id="498854" name="Text Box 166"/>
          <p:cNvSpPr txBox="1">
            <a:spLocks noChangeArrowheads="1"/>
          </p:cNvSpPr>
          <p:nvPr/>
        </p:nvSpPr>
        <p:spPr bwMode="auto">
          <a:xfrm>
            <a:off x="5354638" y="6191250"/>
            <a:ext cx="758825" cy="287338"/>
          </a:xfrm>
          <a:prstGeom prst="rect">
            <a:avLst/>
          </a:prstGeom>
          <a:noFill/>
          <a:ln w="9525">
            <a:noFill/>
            <a:miter lim="800000"/>
            <a:headEnd/>
            <a:tailEnd/>
          </a:ln>
          <a:effectLst/>
        </p:spPr>
        <p:txBody>
          <a:bodyPr>
            <a:spAutoFit/>
          </a:bodyPr>
          <a:lstStyle/>
          <a:p>
            <a:pPr algn="r">
              <a:lnSpc>
                <a:spcPct val="80000"/>
              </a:lnSpc>
              <a:spcBef>
                <a:spcPct val="50000"/>
              </a:spcBef>
              <a:defRPr/>
            </a:pPr>
            <a:r>
              <a:rPr lang="ja-JP" altLang="en-US" sz="1600">
                <a:effectLst>
                  <a:outerShdw blurRad="38100" dist="38100" dir="2700000" algn="tl">
                    <a:srgbClr val="000000"/>
                  </a:outerShdw>
                </a:effectLst>
                <a:latin typeface="Times New Roman" pitchFamily="18" charset="0"/>
              </a:rPr>
              <a:t>２０</a:t>
            </a:r>
            <a:endParaRPr lang="en-US" altLang="ja-JP" sz="1600">
              <a:effectLst>
                <a:outerShdw blurRad="38100" dist="38100" dir="2700000" algn="tl">
                  <a:srgbClr val="000000"/>
                </a:outerShdw>
              </a:effectLst>
              <a:latin typeface="Times New Roman" pitchFamily="18" charset="0"/>
            </a:endParaRPr>
          </a:p>
        </p:txBody>
      </p:sp>
      <p:sp>
        <p:nvSpPr>
          <p:cNvPr id="498855" name="Text Box 167"/>
          <p:cNvSpPr txBox="1">
            <a:spLocks noChangeArrowheads="1"/>
          </p:cNvSpPr>
          <p:nvPr/>
        </p:nvSpPr>
        <p:spPr bwMode="auto">
          <a:xfrm>
            <a:off x="6264275" y="6178550"/>
            <a:ext cx="760413" cy="287338"/>
          </a:xfrm>
          <a:prstGeom prst="rect">
            <a:avLst/>
          </a:prstGeom>
          <a:noFill/>
          <a:ln w="9525">
            <a:noFill/>
            <a:miter lim="800000"/>
            <a:headEnd/>
            <a:tailEnd/>
          </a:ln>
          <a:effectLst/>
        </p:spPr>
        <p:txBody>
          <a:bodyPr>
            <a:spAutoFit/>
          </a:bodyPr>
          <a:lstStyle/>
          <a:p>
            <a:pPr algn="r">
              <a:lnSpc>
                <a:spcPct val="80000"/>
              </a:lnSpc>
              <a:spcBef>
                <a:spcPct val="50000"/>
              </a:spcBef>
              <a:defRPr/>
            </a:pPr>
            <a:r>
              <a:rPr lang="ja-JP" altLang="en-US" sz="1600">
                <a:effectLst>
                  <a:outerShdw blurRad="38100" dist="38100" dir="2700000" algn="tl">
                    <a:srgbClr val="000000"/>
                  </a:outerShdw>
                </a:effectLst>
                <a:latin typeface="Times New Roman" pitchFamily="18" charset="0"/>
              </a:rPr>
              <a:t>２０</a:t>
            </a:r>
            <a:endParaRPr lang="en-US" altLang="ja-JP" sz="1600">
              <a:effectLst>
                <a:outerShdw blurRad="38100" dist="38100" dir="2700000" algn="tl">
                  <a:srgbClr val="000000"/>
                </a:outerShdw>
              </a:effectLst>
              <a:latin typeface="Times New Roman" pitchFamily="18" charset="0"/>
            </a:endParaRPr>
          </a:p>
        </p:txBody>
      </p:sp>
      <p:sp>
        <p:nvSpPr>
          <p:cNvPr id="498856" name="Text Box 168"/>
          <p:cNvSpPr txBox="1">
            <a:spLocks noChangeArrowheads="1"/>
          </p:cNvSpPr>
          <p:nvPr/>
        </p:nvSpPr>
        <p:spPr bwMode="auto">
          <a:xfrm>
            <a:off x="7175500" y="6191250"/>
            <a:ext cx="758825" cy="287338"/>
          </a:xfrm>
          <a:prstGeom prst="rect">
            <a:avLst/>
          </a:prstGeom>
          <a:noFill/>
          <a:ln w="9525">
            <a:noFill/>
            <a:miter lim="800000"/>
            <a:headEnd/>
            <a:tailEnd/>
          </a:ln>
          <a:effectLst/>
        </p:spPr>
        <p:txBody>
          <a:bodyPr>
            <a:spAutoFit/>
          </a:bodyPr>
          <a:lstStyle/>
          <a:p>
            <a:pPr algn="r">
              <a:lnSpc>
                <a:spcPct val="80000"/>
              </a:lnSpc>
              <a:spcBef>
                <a:spcPct val="50000"/>
              </a:spcBef>
              <a:defRPr/>
            </a:pPr>
            <a:r>
              <a:rPr lang="ja-JP" altLang="en-US" sz="1600">
                <a:effectLst>
                  <a:outerShdw blurRad="38100" dist="38100" dir="2700000" algn="tl">
                    <a:srgbClr val="000000"/>
                  </a:outerShdw>
                </a:effectLst>
                <a:latin typeface="Times New Roman" pitchFamily="18" charset="0"/>
              </a:rPr>
              <a:t>１７</a:t>
            </a:r>
            <a:endParaRPr lang="en-US" altLang="ja-JP" sz="1600">
              <a:effectLst>
                <a:outerShdw blurRad="38100" dist="38100" dir="2700000" algn="tl">
                  <a:srgbClr val="000000"/>
                </a:outerShdw>
              </a:effectLst>
              <a:latin typeface="Times New Roman" pitchFamily="18" charset="0"/>
            </a:endParaRPr>
          </a:p>
        </p:txBody>
      </p:sp>
      <p:sp>
        <p:nvSpPr>
          <p:cNvPr id="498857" name="Text Box 169"/>
          <p:cNvSpPr txBox="1">
            <a:spLocks noChangeArrowheads="1"/>
          </p:cNvSpPr>
          <p:nvPr/>
        </p:nvSpPr>
        <p:spPr bwMode="auto">
          <a:xfrm>
            <a:off x="8047038" y="6191250"/>
            <a:ext cx="758825" cy="287338"/>
          </a:xfrm>
          <a:prstGeom prst="rect">
            <a:avLst/>
          </a:prstGeom>
          <a:noFill/>
          <a:ln w="9525">
            <a:noFill/>
            <a:miter lim="800000"/>
            <a:headEnd/>
            <a:tailEnd/>
          </a:ln>
          <a:effectLst/>
        </p:spPr>
        <p:txBody>
          <a:bodyPr>
            <a:spAutoFit/>
          </a:bodyPr>
          <a:lstStyle/>
          <a:p>
            <a:pPr algn="r">
              <a:lnSpc>
                <a:spcPct val="80000"/>
              </a:lnSpc>
              <a:spcBef>
                <a:spcPct val="50000"/>
              </a:spcBef>
              <a:defRPr/>
            </a:pPr>
            <a:r>
              <a:rPr lang="ja-JP" altLang="en-US" sz="1600">
                <a:effectLst>
                  <a:outerShdw blurRad="38100" dist="38100" dir="2700000" algn="tl">
                    <a:srgbClr val="000000"/>
                  </a:outerShdw>
                </a:effectLst>
                <a:latin typeface="Times New Roman" pitchFamily="18" charset="0"/>
              </a:rPr>
              <a:t>１６</a:t>
            </a:r>
            <a:endParaRPr lang="en-US" altLang="ja-JP" sz="1600">
              <a:effectLst>
                <a:outerShdw blurRad="38100" dist="38100" dir="2700000" algn="tl">
                  <a:srgbClr val="000000"/>
                </a:outerShdw>
              </a:effectLst>
              <a:latin typeface="Times New Roman" pitchFamily="18" charset="0"/>
            </a:endParaRPr>
          </a:p>
        </p:txBody>
      </p:sp>
      <p:sp>
        <p:nvSpPr>
          <p:cNvPr id="498860" name="Text Box 172"/>
          <p:cNvSpPr txBox="1">
            <a:spLocks noChangeArrowheads="1"/>
          </p:cNvSpPr>
          <p:nvPr/>
        </p:nvSpPr>
        <p:spPr bwMode="auto">
          <a:xfrm>
            <a:off x="9199563" y="3349625"/>
            <a:ext cx="608012" cy="303213"/>
          </a:xfrm>
          <a:prstGeom prst="rect">
            <a:avLst/>
          </a:prstGeom>
          <a:noFill/>
          <a:ln w="9525">
            <a:noFill/>
            <a:miter lim="800000"/>
            <a:headEnd/>
            <a:tailEnd/>
          </a:ln>
          <a:effectLst/>
        </p:spPr>
        <p:txBody>
          <a:bodyPr>
            <a:spAutoFit/>
          </a:bodyPr>
          <a:lstStyle/>
          <a:p>
            <a:pPr algn="ctr">
              <a:spcBef>
                <a:spcPct val="50000"/>
              </a:spcBef>
              <a:defRPr/>
            </a:pPr>
            <a:r>
              <a:rPr lang="ja-JP" altLang="en-US" sz="1400">
                <a:effectLst>
                  <a:outerShdw blurRad="38100" dist="38100" dir="2700000" algn="tl">
                    <a:srgbClr val="000000"/>
                  </a:outerShdw>
                </a:effectLst>
                <a:latin typeface="Times New Roman" pitchFamily="18" charset="0"/>
              </a:rPr>
              <a:t>３３</a:t>
            </a:r>
            <a:endParaRPr lang="en-US" altLang="ja-JP" sz="1400">
              <a:effectLst>
                <a:outerShdw blurRad="38100" dist="38100" dir="2700000" algn="tl">
                  <a:srgbClr val="000000"/>
                </a:outerShdw>
              </a:effectLst>
              <a:latin typeface="Times New Roman" pitchFamily="18" charset="0"/>
            </a:endParaRPr>
          </a:p>
        </p:txBody>
      </p:sp>
      <p:sp>
        <p:nvSpPr>
          <p:cNvPr id="498861" name="Text Box 173"/>
          <p:cNvSpPr txBox="1">
            <a:spLocks noChangeArrowheads="1"/>
          </p:cNvSpPr>
          <p:nvPr/>
        </p:nvSpPr>
        <p:spPr bwMode="auto">
          <a:xfrm>
            <a:off x="9199563" y="3662363"/>
            <a:ext cx="608012" cy="304800"/>
          </a:xfrm>
          <a:prstGeom prst="rect">
            <a:avLst/>
          </a:prstGeom>
          <a:noFill/>
          <a:ln w="9525">
            <a:noFill/>
            <a:miter lim="800000"/>
            <a:headEnd/>
            <a:tailEnd/>
          </a:ln>
          <a:effectLst/>
        </p:spPr>
        <p:txBody>
          <a:bodyPr>
            <a:spAutoFit/>
          </a:bodyPr>
          <a:lstStyle/>
          <a:p>
            <a:pPr algn="ctr">
              <a:spcBef>
                <a:spcPct val="50000"/>
              </a:spcBef>
              <a:defRPr/>
            </a:pPr>
            <a:r>
              <a:rPr lang="ja-JP" altLang="en-US" sz="1400">
                <a:effectLst>
                  <a:outerShdw blurRad="38100" dist="38100" dir="2700000" algn="tl">
                    <a:srgbClr val="000000"/>
                  </a:outerShdw>
                </a:effectLst>
                <a:latin typeface="Times New Roman" pitchFamily="18" charset="0"/>
              </a:rPr>
              <a:t>１２</a:t>
            </a:r>
            <a:endParaRPr lang="en-US" altLang="ja-JP" sz="1400">
              <a:effectLst>
                <a:outerShdw blurRad="38100" dist="38100" dir="2700000" algn="tl">
                  <a:srgbClr val="000000"/>
                </a:outerShdw>
              </a:effectLst>
              <a:latin typeface="Times New Roman" pitchFamily="18" charset="0"/>
            </a:endParaRPr>
          </a:p>
        </p:txBody>
      </p:sp>
      <p:sp>
        <p:nvSpPr>
          <p:cNvPr id="498862" name="Text Box 174"/>
          <p:cNvSpPr txBox="1">
            <a:spLocks noChangeArrowheads="1"/>
          </p:cNvSpPr>
          <p:nvPr/>
        </p:nvSpPr>
        <p:spPr bwMode="auto">
          <a:xfrm>
            <a:off x="9199563" y="3975100"/>
            <a:ext cx="608012" cy="303213"/>
          </a:xfrm>
          <a:prstGeom prst="rect">
            <a:avLst/>
          </a:prstGeom>
          <a:noFill/>
          <a:ln w="9525">
            <a:noFill/>
            <a:miter lim="800000"/>
            <a:headEnd/>
            <a:tailEnd/>
          </a:ln>
          <a:effectLst/>
        </p:spPr>
        <p:txBody>
          <a:bodyPr>
            <a:spAutoFit/>
          </a:bodyPr>
          <a:lstStyle/>
          <a:p>
            <a:pPr algn="ctr">
              <a:spcBef>
                <a:spcPct val="50000"/>
              </a:spcBef>
              <a:defRPr/>
            </a:pPr>
            <a:r>
              <a:rPr lang="ja-JP" altLang="en-US" sz="1400">
                <a:effectLst>
                  <a:outerShdw blurRad="38100" dist="38100" dir="2700000" algn="tl">
                    <a:srgbClr val="000000"/>
                  </a:outerShdw>
                </a:effectLst>
                <a:latin typeface="Times New Roman" pitchFamily="18" charset="0"/>
              </a:rPr>
              <a:t>１８</a:t>
            </a:r>
            <a:endParaRPr lang="en-US" altLang="ja-JP" sz="1400">
              <a:effectLst>
                <a:outerShdw blurRad="38100" dist="38100" dir="2700000" algn="tl">
                  <a:srgbClr val="000000"/>
                </a:outerShdw>
              </a:effectLst>
              <a:latin typeface="Times New Roman" pitchFamily="18" charset="0"/>
            </a:endParaRPr>
          </a:p>
        </p:txBody>
      </p:sp>
      <p:sp>
        <p:nvSpPr>
          <p:cNvPr id="498863" name="Text Box 175"/>
          <p:cNvSpPr txBox="1">
            <a:spLocks noChangeArrowheads="1"/>
          </p:cNvSpPr>
          <p:nvPr/>
        </p:nvSpPr>
        <p:spPr bwMode="auto">
          <a:xfrm>
            <a:off x="9199563" y="4287838"/>
            <a:ext cx="608012" cy="304800"/>
          </a:xfrm>
          <a:prstGeom prst="rect">
            <a:avLst/>
          </a:prstGeom>
          <a:noFill/>
          <a:ln w="9525">
            <a:noFill/>
            <a:miter lim="800000"/>
            <a:headEnd/>
            <a:tailEnd/>
          </a:ln>
          <a:effectLst/>
        </p:spPr>
        <p:txBody>
          <a:bodyPr>
            <a:spAutoFit/>
          </a:bodyPr>
          <a:lstStyle/>
          <a:p>
            <a:pPr algn="ctr">
              <a:spcBef>
                <a:spcPct val="50000"/>
              </a:spcBef>
              <a:defRPr/>
            </a:pPr>
            <a:r>
              <a:rPr lang="ja-JP" altLang="en-US" sz="1400">
                <a:effectLst>
                  <a:outerShdw blurRad="38100" dist="38100" dir="2700000" algn="tl">
                    <a:srgbClr val="000000"/>
                  </a:outerShdw>
                </a:effectLst>
                <a:latin typeface="Times New Roman" pitchFamily="18" charset="0"/>
              </a:rPr>
              <a:t>５</a:t>
            </a:r>
            <a:endParaRPr lang="en-US" altLang="ja-JP" sz="1400">
              <a:effectLst>
                <a:outerShdw blurRad="38100" dist="38100" dir="2700000" algn="tl">
                  <a:srgbClr val="000000"/>
                </a:outerShdw>
              </a:effectLst>
              <a:latin typeface="Times New Roman" pitchFamily="18" charset="0"/>
            </a:endParaRPr>
          </a:p>
        </p:txBody>
      </p:sp>
      <p:sp>
        <p:nvSpPr>
          <p:cNvPr id="498864" name="Text Box 176"/>
          <p:cNvSpPr txBox="1">
            <a:spLocks noChangeArrowheads="1"/>
          </p:cNvSpPr>
          <p:nvPr/>
        </p:nvSpPr>
        <p:spPr bwMode="auto">
          <a:xfrm>
            <a:off x="9199563" y="4598988"/>
            <a:ext cx="608012" cy="303212"/>
          </a:xfrm>
          <a:prstGeom prst="rect">
            <a:avLst/>
          </a:prstGeom>
          <a:noFill/>
          <a:ln w="9525">
            <a:noFill/>
            <a:miter lim="800000"/>
            <a:headEnd/>
            <a:tailEnd/>
          </a:ln>
          <a:effectLst/>
        </p:spPr>
        <p:txBody>
          <a:bodyPr>
            <a:spAutoFit/>
          </a:bodyPr>
          <a:lstStyle/>
          <a:p>
            <a:pPr algn="ctr">
              <a:spcBef>
                <a:spcPct val="50000"/>
              </a:spcBef>
              <a:defRPr/>
            </a:pPr>
            <a:r>
              <a:rPr lang="ja-JP" altLang="en-US" sz="1400">
                <a:effectLst>
                  <a:outerShdw blurRad="38100" dist="38100" dir="2700000" algn="tl">
                    <a:srgbClr val="000000"/>
                  </a:outerShdw>
                </a:effectLst>
                <a:latin typeface="Times New Roman" pitchFamily="18" charset="0"/>
              </a:rPr>
              <a:t>１０</a:t>
            </a:r>
            <a:endParaRPr lang="en-US" altLang="ja-JP" sz="1400">
              <a:effectLst>
                <a:outerShdw blurRad="38100" dist="38100" dir="2700000" algn="tl">
                  <a:srgbClr val="000000"/>
                </a:outerShdw>
              </a:effectLst>
              <a:latin typeface="Times New Roman" pitchFamily="18" charset="0"/>
            </a:endParaRPr>
          </a:p>
        </p:txBody>
      </p:sp>
      <p:sp>
        <p:nvSpPr>
          <p:cNvPr id="498865" name="Text Box 177"/>
          <p:cNvSpPr txBox="1">
            <a:spLocks noChangeArrowheads="1"/>
          </p:cNvSpPr>
          <p:nvPr/>
        </p:nvSpPr>
        <p:spPr bwMode="auto">
          <a:xfrm>
            <a:off x="9199563" y="5845175"/>
            <a:ext cx="608012" cy="306388"/>
          </a:xfrm>
          <a:prstGeom prst="rect">
            <a:avLst/>
          </a:prstGeom>
          <a:noFill/>
          <a:ln w="9525">
            <a:noFill/>
            <a:miter lim="800000"/>
            <a:headEnd/>
            <a:tailEnd/>
          </a:ln>
          <a:effectLst/>
        </p:spPr>
        <p:txBody>
          <a:bodyPr>
            <a:spAutoFit/>
          </a:bodyPr>
          <a:lstStyle/>
          <a:p>
            <a:pPr algn="ctr">
              <a:spcBef>
                <a:spcPct val="50000"/>
              </a:spcBef>
              <a:defRPr/>
            </a:pPr>
            <a:r>
              <a:rPr lang="ja-JP" altLang="en-US" sz="1400">
                <a:effectLst>
                  <a:outerShdw blurRad="38100" dist="38100" dir="2700000" algn="tl">
                    <a:srgbClr val="000000"/>
                  </a:outerShdw>
                </a:effectLst>
                <a:latin typeface="Times New Roman" pitchFamily="18" charset="0"/>
              </a:rPr>
              <a:t>２</a:t>
            </a:r>
            <a:endParaRPr lang="en-US" altLang="ja-JP" sz="1400">
              <a:effectLst>
                <a:outerShdw blurRad="38100" dist="38100" dir="2700000" algn="tl">
                  <a:srgbClr val="000000"/>
                </a:outerShdw>
              </a:effectLst>
              <a:latin typeface="Times New Roman" pitchFamily="18" charset="0"/>
            </a:endParaRPr>
          </a:p>
        </p:txBody>
      </p:sp>
      <p:sp>
        <p:nvSpPr>
          <p:cNvPr id="498866" name="Text Box 178"/>
          <p:cNvSpPr txBox="1">
            <a:spLocks noChangeArrowheads="1"/>
          </p:cNvSpPr>
          <p:nvPr/>
        </p:nvSpPr>
        <p:spPr bwMode="auto">
          <a:xfrm>
            <a:off x="9199563" y="5530850"/>
            <a:ext cx="608012" cy="304800"/>
          </a:xfrm>
          <a:prstGeom prst="rect">
            <a:avLst/>
          </a:prstGeom>
          <a:noFill/>
          <a:ln w="9525">
            <a:noFill/>
            <a:miter lim="800000"/>
            <a:headEnd/>
            <a:tailEnd/>
          </a:ln>
          <a:effectLst/>
        </p:spPr>
        <p:txBody>
          <a:bodyPr>
            <a:spAutoFit/>
          </a:bodyPr>
          <a:lstStyle/>
          <a:p>
            <a:pPr algn="ctr">
              <a:spcBef>
                <a:spcPct val="50000"/>
              </a:spcBef>
              <a:defRPr/>
            </a:pPr>
            <a:r>
              <a:rPr lang="ja-JP" altLang="en-US" sz="1400">
                <a:effectLst>
                  <a:outerShdw blurRad="38100" dist="38100" dir="2700000" algn="tl">
                    <a:srgbClr val="000000"/>
                  </a:outerShdw>
                </a:effectLst>
                <a:latin typeface="Times New Roman" pitchFamily="18" charset="0"/>
              </a:rPr>
              <a:t>３</a:t>
            </a:r>
            <a:endParaRPr lang="en-US" altLang="ja-JP" sz="1400">
              <a:effectLst>
                <a:outerShdw blurRad="38100" dist="38100" dir="2700000" algn="tl">
                  <a:srgbClr val="000000"/>
                </a:outerShdw>
              </a:effectLst>
              <a:latin typeface="Times New Roman" pitchFamily="18" charset="0"/>
            </a:endParaRPr>
          </a:p>
        </p:txBody>
      </p:sp>
      <p:sp>
        <p:nvSpPr>
          <p:cNvPr id="498867" name="Text Box 179"/>
          <p:cNvSpPr txBox="1">
            <a:spLocks noChangeArrowheads="1"/>
          </p:cNvSpPr>
          <p:nvPr/>
        </p:nvSpPr>
        <p:spPr bwMode="auto">
          <a:xfrm>
            <a:off x="9199563" y="5224463"/>
            <a:ext cx="608012" cy="303212"/>
          </a:xfrm>
          <a:prstGeom prst="rect">
            <a:avLst/>
          </a:prstGeom>
          <a:noFill/>
          <a:ln w="9525">
            <a:noFill/>
            <a:miter lim="800000"/>
            <a:headEnd/>
            <a:tailEnd/>
          </a:ln>
          <a:effectLst/>
        </p:spPr>
        <p:txBody>
          <a:bodyPr>
            <a:spAutoFit/>
          </a:bodyPr>
          <a:lstStyle/>
          <a:p>
            <a:pPr algn="ctr">
              <a:spcBef>
                <a:spcPct val="50000"/>
              </a:spcBef>
              <a:defRPr/>
            </a:pPr>
            <a:r>
              <a:rPr lang="ja-JP" altLang="en-US" sz="1400">
                <a:effectLst>
                  <a:outerShdw blurRad="38100" dist="38100" dir="2700000" algn="tl">
                    <a:srgbClr val="000000"/>
                  </a:outerShdw>
                </a:effectLst>
                <a:latin typeface="Times New Roman" pitchFamily="18" charset="0"/>
              </a:rPr>
              <a:t>３</a:t>
            </a:r>
            <a:endParaRPr lang="en-US" altLang="ja-JP" sz="1400">
              <a:effectLst>
                <a:outerShdw blurRad="38100" dist="38100" dir="2700000" algn="tl">
                  <a:srgbClr val="000000"/>
                </a:outerShdw>
              </a:effectLst>
              <a:latin typeface="Times New Roman" pitchFamily="18" charset="0"/>
            </a:endParaRPr>
          </a:p>
        </p:txBody>
      </p:sp>
      <p:sp>
        <p:nvSpPr>
          <p:cNvPr id="498868" name="Text Box 180"/>
          <p:cNvSpPr txBox="1">
            <a:spLocks noChangeArrowheads="1"/>
          </p:cNvSpPr>
          <p:nvPr/>
        </p:nvSpPr>
        <p:spPr bwMode="auto">
          <a:xfrm>
            <a:off x="9199563" y="4910138"/>
            <a:ext cx="608012" cy="304800"/>
          </a:xfrm>
          <a:prstGeom prst="rect">
            <a:avLst/>
          </a:prstGeom>
          <a:noFill/>
          <a:ln w="9525">
            <a:noFill/>
            <a:miter lim="800000"/>
            <a:headEnd/>
            <a:tailEnd/>
          </a:ln>
          <a:effectLst/>
        </p:spPr>
        <p:txBody>
          <a:bodyPr>
            <a:spAutoFit/>
          </a:bodyPr>
          <a:lstStyle/>
          <a:p>
            <a:pPr algn="ctr">
              <a:spcBef>
                <a:spcPct val="50000"/>
              </a:spcBef>
              <a:defRPr/>
            </a:pPr>
            <a:r>
              <a:rPr lang="ja-JP" altLang="en-US" sz="1400">
                <a:effectLst>
                  <a:outerShdw blurRad="38100" dist="38100" dir="2700000" algn="tl">
                    <a:srgbClr val="000000"/>
                  </a:outerShdw>
                </a:effectLst>
                <a:latin typeface="Times New Roman" pitchFamily="18" charset="0"/>
              </a:rPr>
              <a:t>５</a:t>
            </a:r>
            <a:endParaRPr lang="en-US" altLang="ja-JP" sz="1400">
              <a:effectLst>
                <a:outerShdw blurRad="38100" dist="38100" dir="2700000" algn="tl">
                  <a:srgbClr val="000000"/>
                </a:outerShdw>
              </a:effectLst>
              <a:latin typeface="Times New Roman" pitchFamily="18" charset="0"/>
            </a:endParaRPr>
          </a:p>
        </p:txBody>
      </p:sp>
      <p:sp>
        <p:nvSpPr>
          <p:cNvPr id="498869" name="Text Box 181"/>
          <p:cNvSpPr txBox="1">
            <a:spLocks noChangeArrowheads="1"/>
          </p:cNvSpPr>
          <p:nvPr/>
        </p:nvSpPr>
        <p:spPr bwMode="auto">
          <a:xfrm>
            <a:off x="9097963" y="6170613"/>
            <a:ext cx="608012" cy="336550"/>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spcBef>
                <a:spcPct val="50000"/>
              </a:spcBef>
            </a:pPr>
            <a:r>
              <a:rPr lang="ja-JP" altLang="en-US" sz="1600">
                <a:effectLst>
                  <a:outerShdw blurRad="38100" dist="38100" dir="2700000" algn="tl">
                    <a:srgbClr val="000000"/>
                  </a:outerShdw>
                </a:effectLst>
                <a:latin typeface="Times New Roman" panose="02020603050405020304" pitchFamily="18" charset="0"/>
              </a:rPr>
              <a:t>  ９１</a:t>
            </a:r>
            <a:endParaRPr lang="en-US" altLang="ja-JP" sz="1600">
              <a:effectLst>
                <a:outerShdw blurRad="38100" dist="38100" dir="2700000" algn="tl">
                  <a:srgbClr val="000000"/>
                </a:outerShdw>
              </a:effectLst>
              <a:latin typeface="Times New Roman" panose="02020603050405020304" pitchFamily="18" charset="0"/>
            </a:endParaRPr>
          </a:p>
        </p:txBody>
      </p:sp>
      <p:grpSp>
        <p:nvGrpSpPr>
          <p:cNvPr id="46212" name="Group 190"/>
          <p:cNvGrpSpPr>
            <a:grpSpLocks/>
          </p:cNvGrpSpPr>
          <p:nvPr/>
        </p:nvGrpSpPr>
        <p:grpSpPr bwMode="auto">
          <a:xfrm>
            <a:off x="5494338" y="3506788"/>
            <a:ext cx="304800" cy="152400"/>
            <a:chOff x="2104" y="3501"/>
            <a:chExt cx="96" cy="47"/>
          </a:xfrm>
        </p:grpSpPr>
        <p:sp>
          <p:nvSpPr>
            <p:cNvPr id="498879" name="Line 191"/>
            <p:cNvSpPr>
              <a:spLocks noChangeAspect="1" noChangeShapeType="1"/>
            </p:cNvSpPr>
            <p:nvPr/>
          </p:nvSpPr>
          <p:spPr bwMode="auto">
            <a:xfrm flipH="1">
              <a:off x="2132" y="3501"/>
              <a:ext cx="12" cy="47"/>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880" name="Line 192"/>
            <p:cNvSpPr>
              <a:spLocks noChangeAspect="1" noChangeShapeType="1"/>
            </p:cNvSpPr>
            <p:nvPr/>
          </p:nvSpPr>
          <p:spPr bwMode="auto">
            <a:xfrm flipH="1">
              <a:off x="2108" y="3501"/>
              <a:ext cx="12" cy="47"/>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881" name="Line 193"/>
            <p:cNvSpPr>
              <a:spLocks noChangeAspect="1" noChangeShapeType="1"/>
            </p:cNvSpPr>
            <p:nvPr/>
          </p:nvSpPr>
          <p:spPr bwMode="auto">
            <a:xfrm flipH="1">
              <a:off x="2156" y="3501"/>
              <a:ext cx="12" cy="47"/>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882" name="Line 194"/>
            <p:cNvSpPr>
              <a:spLocks noChangeAspect="1" noChangeShapeType="1"/>
            </p:cNvSpPr>
            <p:nvPr/>
          </p:nvSpPr>
          <p:spPr bwMode="auto">
            <a:xfrm flipH="1">
              <a:off x="2180" y="3501"/>
              <a:ext cx="12" cy="47"/>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883" name="Line 195"/>
            <p:cNvSpPr>
              <a:spLocks noChangeAspect="1" noChangeShapeType="1"/>
            </p:cNvSpPr>
            <p:nvPr/>
          </p:nvSpPr>
          <p:spPr bwMode="auto">
            <a:xfrm flipH="1" flipV="1">
              <a:off x="2104" y="3529"/>
              <a:ext cx="96" cy="0"/>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grpSp>
      <p:grpSp>
        <p:nvGrpSpPr>
          <p:cNvPr id="46213" name="Group 196"/>
          <p:cNvGrpSpPr>
            <a:grpSpLocks/>
          </p:cNvGrpSpPr>
          <p:nvPr/>
        </p:nvGrpSpPr>
        <p:grpSpPr bwMode="auto">
          <a:xfrm>
            <a:off x="6392863" y="3506788"/>
            <a:ext cx="303212" cy="152400"/>
            <a:chOff x="2104" y="3501"/>
            <a:chExt cx="96" cy="47"/>
          </a:xfrm>
        </p:grpSpPr>
        <p:sp>
          <p:nvSpPr>
            <p:cNvPr id="498885" name="Line 197"/>
            <p:cNvSpPr>
              <a:spLocks noChangeAspect="1" noChangeShapeType="1"/>
            </p:cNvSpPr>
            <p:nvPr/>
          </p:nvSpPr>
          <p:spPr bwMode="auto">
            <a:xfrm flipH="1">
              <a:off x="2132" y="3501"/>
              <a:ext cx="12" cy="47"/>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886" name="Line 198"/>
            <p:cNvSpPr>
              <a:spLocks noChangeAspect="1" noChangeShapeType="1"/>
            </p:cNvSpPr>
            <p:nvPr/>
          </p:nvSpPr>
          <p:spPr bwMode="auto">
            <a:xfrm flipH="1">
              <a:off x="2108" y="3501"/>
              <a:ext cx="12" cy="47"/>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887" name="Line 199"/>
            <p:cNvSpPr>
              <a:spLocks noChangeAspect="1" noChangeShapeType="1"/>
            </p:cNvSpPr>
            <p:nvPr/>
          </p:nvSpPr>
          <p:spPr bwMode="auto">
            <a:xfrm flipH="1">
              <a:off x="2156" y="3501"/>
              <a:ext cx="12" cy="47"/>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888" name="Line 200"/>
            <p:cNvSpPr>
              <a:spLocks noChangeAspect="1" noChangeShapeType="1"/>
            </p:cNvSpPr>
            <p:nvPr/>
          </p:nvSpPr>
          <p:spPr bwMode="auto">
            <a:xfrm flipH="1">
              <a:off x="2180" y="3501"/>
              <a:ext cx="12" cy="47"/>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889" name="Line 201"/>
            <p:cNvSpPr>
              <a:spLocks noChangeAspect="1" noChangeShapeType="1"/>
            </p:cNvSpPr>
            <p:nvPr/>
          </p:nvSpPr>
          <p:spPr bwMode="auto">
            <a:xfrm flipH="1" flipV="1">
              <a:off x="2104" y="3529"/>
              <a:ext cx="96" cy="0"/>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grpSp>
      <p:grpSp>
        <p:nvGrpSpPr>
          <p:cNvPr id="46214" name="Group 202"/>
          <p:cNvGrpSpPr>
            <a:grpSpLocks/>
          </p:cNvGrpSpPr>
          <p:nvPr/>
        </p:nvGrpSpPr>
        <p:grpSpPr bwMode="auto">
          <a:xfrm>
            <a:off x="6772275" y="3506788"/>
            <a:ext cx="301625" cy="152400"/>
            <a:chOff x="2104" y="3501"/>
            <a:chExt cx="96" cy="47"/>
          </a:xfrm>
        </p:grpSpPr>
        <p:sp>
          <p:nvSpPr>
            <p:cNvPr id="498891" name="Line 203"/>
            <p:cNvSpPr>
              <a:spLocks noChangeAspect="1" noChangeShapeType="1"/>
            </p:cNvSpPr>
            <p:nvPr/>
          </p:nvSpPr>
          <p:spPr bwMode="auto">
            <a:xfrm flipH="1">
              <a:off x="2132" y="3501"/>
              <a:ext cx="12" cy="47"/>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892" name="Line 204"/>
            <p:cNvSpPr>
              <a:spLocks noChangeAspect="1" noChangeShapeType="1"/>
            </p:cNvSpPr>
            <p:nvPr/>
          </p:nvSpPr>
          <p:spPr bwMode="auto">
            <a:xfrm flipH="1">
              <a:off x="2108" y="3501"/>
              <a:ext cx="12" cy="47"/>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893" name="Line 205"/>
            <p:cNvSpPr>
              <a:spLocks noChangeAspect="1" noChangeShapeType="1"/>
            </p:cNvSpPr>
            <p:nvPr/>
          </p:nvSpPr>
          <p:spPr bwMode="auto">
            <a:xfrm flipH="1">
              <a:off x="2156" y="3501"/>
              <a:ext cx="12" cy="47"/>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894" name="Line 206"/>
            <p:cNvSpPr>
              <a:spLocks noChangeAspect="1" noChangeShapeType="1"/>
            </p:cNvSpPr>
            <p:nvPr/>
          </p:nvSpPr>
          <p:spPr bwMode="auto">
            <a:xfrm flipH="1">
              <a:off x="2180" y="3501"/>
              <a:ext cx="12" cy="47"/>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895" name="Line 207"/>
            <p:cNvSpPr>
              <a:spLocks noChangeAspect="1" noChangeShapeType="1"/>
            </p:cNvSpPr>
            <p:nvPr/>
          </p:nvSpPr>
          <p:spPr bwMode="auto">
            <a:xfrm flipH="1" flipV="1">
              <a:off x="2104" y="3529"/>
              <a:ext cx="96" cy="0"/>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grpSp>
      <p:grpSp>
        <p:nvGrpSpPr>
          <p:cNvPr id="46215" name="Group 208"/>
          <p:cNvGrpSpPr>
            <a:grpSpLocks/>
          </p:cNvGrpSpPr>
          <p:nvPr/>
        </p:nvGrpSpPr>
        <p:grpSpPr bwMode="auto">
          <a:xfrm>
            <a:off x="8288338" y="3506788"/>
            <a:ext cx="304800" cy="152400"/>
            <a:chOff x="2104" y="3501"/>
            <a:chExt cx="96" cy="47"/>
          </a:xfrm>
        </p:grpSpPr>
        <p:sp>
          <p:nvSpPr>
            <p:cNvPr id="498897" name="Line 209"/>
            <p:cNvSpPr>
              <a:spLocks noChangeAspect="1" noChangeShapeType="1"/>
            </p:cNvSpPr>
            <p:nvPr/>
          </p:nvSpPr>
          <p:spPr bwMode="auto">
            <a:xfrm flipH="1">
              <a:off x="2132" y="3501"/>
              <a:ext cx="12" cy="47"/>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898" name="Line 210"/>
            <p:cNvSpPr>
              <a:spLocks noChangeAspect="1" noChangeShapeType="1"/>
            </p:cNvSpPr>
            <p:nvPr/>
          </p:nvSpPr>
          <p:spPr bwMode="auto">
            <a:xfrm flipH="1">
              <a:off x="2108" y="3501"/>
              <a:ext cx="12" cy="47"/>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899" name="Line 211"/>
            <p:cNvSpPr>
              <a:spLocks noChangeAspect="1" noChangeShapeType="1"/>
            </p:cNvSpPr>
            <p:nvPr/>
          </p:nvSpPr>
          <p:spPr bwMode="auto">
            <a:xfrm flipH="1">
              <a:off x="2156" y="3501"/>
              <a:ext cx="12" cy="47"/>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900" name="Line 212"/>
            <p:cNvSpPr>
              <a:spLocks noChangeAspect="1" noChangeShapeType="1"/>
            </p:cNvSpPr>
            <p:nvPr/>
          </p:nvSpPr>
          <p:spPr bwMode="auto">
            <a:xfrm flipH="1">
              <a:off x="2180" y="3501"/>
              <a:ext cx="12" cy="47"/>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901" name="Line 213"/>
            <p:cNvSpPr>
              <a:spLocks noChangeAspect="1" noChangeShapeType="1"/>
            </p:cNvSpPr>
            <p:nvPr/>
          </p:nvSpPr>
          <p:spPr bwMode="auto">
            <a:xfrm flipH="1" flipV="1">
              <a:off x="2104" y="3529"/>
              <a:ext cx="96" cy="0"/>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grpSp>
      <p:grpSp>
        <p:nvGrpSpPr>
          <p:cNvPr id="46216" name="Group 214"/>
          <p:cNvGrpSpPr>
            <a:grpSpLocks/>
          </p:cNvGrpSpPr>
          <p:nvPr/>
        </p:nvGrpSpPr>
        <p:grpSpPr bwMode="auto">
          <a:xfrm>
            <a:off x="5557838" y="4132263"/>
            <a:ext cx="304800" cy="150812"/>
            <a:chOff x="2104" y="3501"/>
            <a:chExt cx="96" cy="47"/>
          </a:xfrm>
        </p:grpSpPr>
        <p:sp>
          <p:nvSpPr>
            <p:cNvPr id="498903" name="Line 215"/>
            <p:cNvSpPr>
              <a:spLocks noChangeAspect="1" noChangeShapeType="1"/>
            </p:cNvSpPr>
            <p:nvPr/>
          </p:nvSpPr>
          <p:spPr bwMode="auto">
            <a:xfrm flipH="1">
              <a:off x="2132" y="3501"/>
              <a:ext cx="12" cy="47"/>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904" name="Line 216"/>
            <p:cNvSpPr>
              <a:spLocks noChangeAspect="1" noChangeShapeType="1"/>
            </p:cNvSpPr>
            <p:nvPr/>
          </p:nvSpPr>
          <p:spPr bwMode="auto">
            <a:xfrm flipH="1">
              <a:off x="2108" y="3501"/>
              <a:ext cx="12" cy="47"/>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905" name="Line 217"/>
            <p:cNvSpPr>
              <a:spLocks noChangeAspect="1" noChangeShapeType="1"/>
            </p:cNvSpPr>
            <p:nvPr/>
          </p:nvSpPr>
          <p:spPr bwMode="auto">
            <a:xfrm flipH="1">
              <a:off x="2156" y="3501"/>
              <a:ext cx="12" cy="47"/>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906" name="Line 218"/>
            <p:cNvSpPr>
              <a:spLocks noChangeAspect="1" noChangeShapeType="1"/>
            </p:cNvSpPr>
            <p:nvPr/>
          </p:nvSpPr>
          <p:spPr bwMode="auto">
            <a:xfrm flipH="1">
              <a:off x="2180" y="3501"/>
              <a:ext cx="12" cy="47"/>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907" name="Line 219"/>
            <p:cNvSpPr>
              <a:spLocks noChangeAspect="1" noChangeShapeType="1"/>
            </p:cNvSpPr>
            <p:nvPr/>
          </p:nvSpPr>
          <p:spPr bwMode="auto">
            <a:xfrm flipH="1" flipV="1">
              <a:off x="2104" y="3529"/>
              <a:ext cx="96" cy="0"/>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grpSp>
      <p:grpSp>
        <p:nvGrpSpPr>
          <p:cNvPr id="46217" name="Group 220"/>
          <p:cNvGrpSpPr>
            <a:grpSpLocks/>
          </p:cNvGrpSpPr>
          <p:nvPr/>
        </p:nvGrpSpPr>
        <p:grpSpPr bwMode="auto">
          <a:xfrm>
            <a:off x="8275638" y="4105275"/>
            <a:ext cx="304800" cy="150813"/>
            <a:chOff x="2104" y="3501"/>
            <a:chExt cx="96" cy="47"/>
          </a:xfrm>
        </p:grpSpPr>
        <p:sp>
          <p:nvSpPr>
            <p:cNvPr id="498909" name="Line 221"/>
            <p:cNvSpPr>
              <a:spLocks noChangeAspect="1" noChangeShapeType="1"/>
            </p:cNvSpPr>
            <p:nvPr/>
          </p:nvSpPr>
          <p:spPr bwMode="auto">
            <a:xfrm flipH="1">
              <a:off x="2132" y="3501"/>
              <a:ext cx="12" cy="47"/>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910" name="Line 222"/>
            <p:cNvSpPr>
              <a:spLocks noChangeAspect="1" noChangeShapeType="1"/>
            </p:cNvSpPr>
            <p:nvPr/>
          </p:nvSpPr>
          <p:spPr bwMode="auto">
            <a:xfrm flipH="1">
              <a:off x="2108" y="3501"/>
              <a:ext cx="12" cy="47"/>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911" name="Line 223"/>
            <p:cNvSpPr>
              <a:spLocks noChangeAspect="1" noChangeShapeType="1"/>
            </p:cNvSpPr>
            <p:nvPr/>
          </p:nvSpPr>
          <p:spPr bwMode="auto">
            <a:xfrm flipH="1">
              <a:off x="2156" y="3501"/>
              <a:ext cx="12" cy="47"/>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912" name="Line 224"/>
            <p:cNvSpPr>
              <a:spLocks noChangeAspect="1" noChangeShapeType="1"/>
            </p:cNvSpPr>
            <p:nvPr/>
          </p:nvSpPr>
          <p:spPr bwMode="auto">
            <a:xfrm flipH="1">
              <a:off x="2180" y="3501"/>
              <a:ext cx="12" cy="47"/>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913" name="Line 225"/>
            <p:cNvSpPr>
              <a:spLocks noChangeAspect="1" noChangeShapeType="1"/>
            </p:cNvSpPr>
            <p:nvPr/>
          </p:nvSpPr>
          <p:spPr bwMode="auto">
            <a:xfrm flipH="1" flipV="1">
              <a:off x="2104" y="3529"/>
              <a:ext cx="96" cy="0"/>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grpSp>
      <p:grpSp>
        <p:nvGrpSpPr>
          <p:cNvPr id="46218" name="Group 226"/>
          <p:cNvGrpSpPr>
            <a:grpSpLocks/>
          </p:cNvGrpSpPr>
          <p:nvPr/>
        </p:nvGrpSpPr>
        <p:grpSpPr bwMode="auto">
          <a:xfrm>
            <a:off x="7378700" y="4745038"/>
            <a:ext cx="303213" cy="152400"/>
            <a:chOff x="2104" y="3501"/>
            <a:chExt cx="96" cy="47"/>
          </a:xfrm>
        </p:grpSpPr>
        <p:sp>
          <p:nvSpPr>
            <p:cNvPr id="498915" name="Line 227"/>
            <p:cNvSpPr>
              <a:spLocks noChangeAspect="1" noChangeShapeType="1"/>
            </p:cNvSpPr>
            <p:nvPr/>
          </p:nvSpPr>
          <p:spPr bwMode="auto">
            <a:xfrm flipH="1">
              <a:off x="2132" y="3501"/>
              <a:ext cx="12" cy="47"/>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916" name="Line 228"/>
            <p:cNvSpPr>
              <a:spLocks noChangeAspect="1" noChangeShapeType="1"/>
            </p:cNvSpPr>
            <p:nvPr/>
          </p:nvSpPr>
          <p:spPr bwMode="auto">
            <a:xfrm flipH="1">
              <a:off x="2108" y="3501"/>
              <a:ext cx="12" cy="47"/>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917" name="Line 229"/>
            <p:cNvSpPr>
              <a:spLocks noChangeAspect="1" noChangeShapeType="1"/>
            </p:cNvSpPr>
            <p:nvPr/>
          </p:nvSpPr>
          <p:spPr bwMode="auto">
            <a:xfrm flipH="1">
              <a:off x="2156" y="3501"/>
              <a:ext cx="12" cy="47"/>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918" name="Line 230"/>
            <p:cNvSpPr>
              <a:spLocks noChangeAspect="1" noChangeShapeType="1"/>
            </p:cNvSpPr>
            <p:nvPr/>
          </p:nvSpPr>
          <p:spPr bwMode="auto">
            <a:xfrm flipH="1">
              <a:off x="2180" y="3501"/>
              <a:ext cx="12" cy="47"/>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919" name="Line 231"/>
            <p:cNvSpPr>
              <a:spLocks noChangeAspect="1" noChangeShapeType="1"/>
            </p:cNvSpPr>
            <p:nvPr/>
          </p:nvSpPr>
          <p:spPr bwMode="auto">
            <a:xfrm flipH="1" flipV="1">
              <a:off x="2104" y="3529"/>
              <a:ext cx="96" cy="0"/>
            </a:xfrm>
            <a:prstGeom prst="line">
              <a:avLst/>
            </a:prstGeom>
            <a:noFill/>
            <a:ln w="158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grpSp>
      <p:sp>
        <p:nvSpPr>
          <p:cNvPr id="498873" name="Line 185"/>
          <p:cNvSpPr>
            <a:spLocks noChangeShapeType="1"/>
          </p:cNvSpPr>
          <p:nvPr/>
        </p:nvSpPr>
        <p:spPr bwMode="auto">
          <a:xfrm>
            <a:off x="1917700" y="2306638"/>
            <a:ext cx="879475" cy="0"/>
          </a:xfrm>
          <a:prstGeom prst="line">
            <a:avLst/>
          </a:prstGeom>
          <a:noFill/>
          <a:ln w="38100">
            <a:solidFill>
              <a:schemeClr val="folHlink"/>
            </a:solidFill>
            <a:round/>
            <a:headEnd/>
            <a:tailEnd type="triangle" w="sm" len="sm"/>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875" name="Line 187"/>
          <p:cNvSpPr>
            <a:spLocks noChangeShapeType="1"/>
          </p:cNvSpPr>
          <p:nvPr/>
        </p:nvSpPr>
        <p:spPr bwMode="auto">
          <a:xfrm>
            <a:off x="1712913" y="5157788"/>
            <a:ext cx="2952750" cy="0"/>
          </a:xfrm>
          <a:prstGeom prst="line">
            <a:avLst/>
          </a:prstGeom>
          <a:noFill/>
          <a:ln w="38100">
            <a:solidFill>
              <a:schemeClr val="folHlink"/>
            </a:solidFill>
            <a:round/>
            <a:headEnd/>
            <a:tailEnd type="triangle" w="sm" len="sm"/>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876" name="Line 188"/>
          <p:cNvSpPr>
            <a:spLocks noChangeShapeType="1"/>
          </p:cNvSpPr>
          <p:nvPr/>
        </p:nvSpPr>
        <p:spPr bwMode="auto">
          <a:xfrm>
            <a:off x="2070100" y="3870325"/>
            <a:ext cx="685800" cy="0"/>
          </a:xfrm>
          <a:prstGeom prst="line">
            <a:avLst/>
          </a:prstGeom>
          <a:noFill/>
          <a:ln w="38100">
            <a:solidFill>
              <a:schemeClr val="folHlink"/>
            </a:solidFill>
            <a:round/>
            <a:headEnd/>
            <a:tailEnd type="triangle" w="sm" len="sm"/>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877" name="Line 189"/>
          <p:cNvSpPr>
            <a:spLocks noChangeShapeType="1"/>
          </p:cNvSpPr>
          <p:nvPr/>
        </p:nvSpPr>
        <p:spPr bwMode="auto">
          <a:xfrm>
            <a:off x="1423988" y="6381750"/>
            <a:ext cx="3205162" cy="0"/>
          </a:xfrm>
          <a:prstGeom prst="line">
            <a:avLst/>
          </a:prstGeom>
          <a:noFill/>
          <a:ln w="38100">
            <a:solidFill>
              <a:schemeClr val="folHlink"/>
            </a:solidFill>
            <a:round/>
            <a:headEnd/>
            <a:tailEnd type="triangle" w="sm" len="sm"/>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874" name="Line 186"/>
          <p:cNvSpPr>
            <a:spLocks noChangeShapeType="1"/>
          </p:cNvSpPr>
          <p:nvPr/>
        </p:nvSpPr>
        <p:spPr bwMode="auto">
          <a:xfrm flipV="1">
            <a:off x="2216150" y="3141663"/>
            <a:ext cx="457200" cy="0"/>
          </a:xfrm>
          <a:prstGeom prst="line">
            <a:avLst/>
          </a:prstGeom>
          <a:noFill/>
          <a:ln w="38100">
            <a:solidFill>
              <a:schemeClr val="folHlink"/>
            </a:solidFill>
            <a:round/>
            <a:headEnd/>
            <a:tailEnd type="triangle" w="sm" len="sm"/>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498924" name="Text Box 236"/>
          <p:cNvSpPr txBox="1">
            <a:spLocks noChangeArrowheads="1"/>
          </p:cNvSpPr>
          <p:nvPr/>
        </p:nvSpPr>
        <p:spPr bwMode="auto">
          <a:xfrm>
            <a:off x="139700" y="800100"/>
            <a:ext cx="2149475" cy="379413"/>
          </a:xfrm>
          <a:prstGeom prst="rect">
            <a:avLst/>
          </a:prstGeom>
          <a:solidFill>
            <a:srgbClr val="008000"/>
          </a:solidFill>
          <a:ln w="12700">
            <a:solidFill>
              <a:schemeClr val="tx1"/>
            </a:solidFill>
            <a:miter lim="800000"/>
            <a:headEnd/>
            <a:tailEnd/>
          </a:ln>
          <a:effectLst>
            <a:outerShdw blurRad="63500" dist="107763" dir="2700000" algn="ctr" rotWithShape="0">
              <a:schemeClr val="bg2">
                <a:alpha val="74998"/>
              </a:schemeClr>
            </a:outerShdw>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spcBef>
                <a:spcPct val="50000"/>
              </a:spcBef>
            </a:pPr>
            <a:r>
              <a:rPr lang="en-US" altLang="ja-JP" sz="1800">
                <a:effectLst>
                  <a:outerShdw blurRad="38100" dist="38100" dir="2700000" algn="tl">
                    <a:srgbClr val="000000"/>
                  </a:outerShdw>
                </a:effectLst>
                <a:latin typeface="Times New Roman" panose="02020603050405020304" pitchFamily="18" charset="0"/>
                <a:ea typeface="イワタ中丸ゴシック体(GT)" charset="-128"/>
              </a:rPr>
              <a:t>(2)  Check sheet </a:t>
            </a:r>
          </a:p>
        </p:txBody>
      </p:sp>
      <p:sp>
        <p:nvSpPr>
          <p:cNvPr id="498928" name="AutoShape 240"/>
          <p:cNvSpPr>
            <a:spLocks noChangeArrowheads="1"/>
          </p:cNvSpPr>
          <p:nvPr/>
        </p:nvSpPr>
        <p:spPr bwMode="auto">
          <a:xfrm>
            <a:off x="1423988" y="152400"/>
            <a:ext cx="6477000" cy="533400"/>
          </a:xfrm>
          <a:prstGeom prst="roundRect">
            <a:avLst>
              <a:gd name="adj" fmla="val 16667"/>
            </a:avLst>
          </a:prstGeom>
          <a:solidFill>
            <a:srgbClr val="008000"/>
          </a:solidFill>
          <a:ln w="9525">
            <a:solidFill>
              <a:schemeClr val="tx1"/>
            </a:solidFill>
            <a:round/>
            <a:headEnd/>
            <a:tailEnd/>
          </a:ln>
          <a:effectLst>
            <a:outerShdw blurRad="63500" dist="107763" dir="2700000" algn="ctr" rotWithShape="0">
              <a:schemeClr val="bg2">
                <a:alpha val="74998"/>
              </a:schemeClr>
            </a:outerShdw>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en-US" altLang="ja-JP">
                <a:effectLst>
                  <a:outerShdw blurRad="38100" dist="38100" dir="2700000" algn="tl">
                    <a:srgbClr val="000000"/>
                  </a:outerShdw>
                </a:effectLst>
                <a:latin typeface="Times New Roman" panose="02020603050405020304" pitchFamily="18" charset="0"/>
                <a:ea typeface="イワタ中丸ゴシック体(GT)" charset="-128"/>
              </a:rPr>
              <a:t>Creating method of 7 QC tools -2 </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741" name="Text Box 5"/>
          <p:cNvSpPr txBox="1">
            <a:spLocks noChangeArrowheads="1"/>
          </p:cNvSpPr>
          <p:nvPr/>
        </p:nvSpPr>
        <p:spPr bwMode="auto">
          <a:xfrm>
            <a:off x="139700" y="800100"/>
            <a:ext cx="2984500" cy="409575"/>
          </a:xfrm>
          <a:prstGeom prst="rect">
            <a:avLst/>
          </a:prstGeom>
          <a:solidFill>
            <a:srgbClr val="008000"/>
          </a:solidFill>
          <a:ln w="12700">
            <a:solidFill>
              <a:schemeClr val="tx1"/>
            </a:solidFill>
            <a:miter lim="800000"/>
            <a:headEnd/>
            <a:tailEnd/>
          </a:ln>
          <a:effectLst>
            <a:outerShdw blurRad="63500" dist="107763" dir="2700000" algn="ctr" rotWithShape="0">
              <a:schemeClr val="bg2">
                <a:alpha val="74998"/>
              </a:schemeClr>
            </a:outerShdw>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spcBef>
                <a:spcPct val="50000"/>
              </a:spcBef>
            </a:pPr>
            <a:r>
              <a:rPr lang="en-US" altLang="ja-JP" sz="2000">
                <a:effectLst>
                  <a:outerShdw blurRad="38100" dist="38100" dir="2700000" algn="tl">
                    <a:srgbClr val="000000"/>
                  </a:outerShdw>
                </a:effectLst>
                <a:latin typeface="Times New Roman" panose="02020603050405020304" pitchFamily="18" charset="0"/>
                <a:ea typeface="イワタ中丸ゴシック体(GT)" charset="-128"/>
              </a:rPr>
              <a:t>(3)  Pareto Chart </a:t>
            </a:r>
          </a:p>
        </p:txBody>
      </p:sp>
      <p:sp>
        <p:nvSpPr>
          <p:cNvPr id="500742" name="AutoShape 6"/>
          <p:cNvSpPr>
            <a:spLocks noChangeArrowheads="1"/>
          </p:cNvSpPr>
          <p:nvPr/>
        </p:nvSpPr>
        <p:spPr bwMode="auto">
          <a:xfrm>
            <a:off x="2341563" y="1371600"/>
            <a:ext cx="4902200" cy="5410200"/>
          </a:xfrm>
          <a:prstGeom prst="roundRect">
            <a:avLst>
              <a:gd name="adj" fmla="val 4440"/>
            </a:avLst>
          </a:prstGeom>
          <a:solidFill>
            <a:srgbClr val="000080"/>
          </a:solidFill>
          <a:ln w="9525">
            <a:noFill/>
            <a:round/>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00743" name="AutoShape 7"/>
          <p:cNvSpPr>
            <a:spLocks noChangeArrowheads="1"/>
          </p:cNvSpPr>
          <p:nvPr/>
        </p:nvSpPr>
        <p:spPr bwMode="auto">
          <a:xfrm>
            <a:off x="3440113" y="1557338"/>
            <a:ext cx="2054225" cy="941387"/>
          </a:xfrm>
          <a:prstGeom prst="roundRect">
            <a:avLst>
              <a:gd name="adj" fmla="val 16667"/>
            </a:avLst>
          </a:prstGeom>
          <a:solidFill>
            <a:srgbClr val="CC0099"/>
          </a:solidFill>
          <a:ln w="3175">
            <a:solidFill>
              <a:schemeClr val="tx1"/>
            </a:solidFill>
            <a:round/>
            <a:headEnd/>
            <a:tailEnd/>
          </a:ln>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600">
                <a:effectLst>
                  <a:outerShdw blurRad="38100" dist="38100" dir="2700000" algn="tl">
                    <a:srgbClr val="000000"/>
                  </a:outerShdw>
                </a:effectLst>
                <a:latin typeface="Times New Roman" panose="02020603050405020304" pitchFamily="18" charset="0"/>
              </a:rPr>
              <a:t>      </a:t>
            </a:r>
            <a:r>
              <a:rPr lang="ja-JP" altLang="en-US" sz="1200">
                <a:effectLst>
                  <a:outerShdw blurRad="38100" dist="38100" dir="2700000" algn="tl">
                    <a:srgbClr val="000000"/>
                  </a:outerShdw>
                </a:effectLst>
                <a:latin typeface="Times New Roman" panose="02020603050405020304" pitchFamily="18" charset="0"/>
              </a:rPr>
              <a:t>ｎ＝４３</a:t>
            </a:r>
            <a:r>
              <a:rPr lang="en-US" altLang="ja-JP" sz="1200">
                <a:effectLst>
                  <a:outerShdw blurRad="38100" dist="38100" dir="2700000" algn="tl">
                    <a:srgbClr val="000000"/>
                  </a:outerShdw>
                </a:effectLst>
                <a:latin typeface="Times New Roman" panose="02020603050405020304" pitchFamily="18" charset="0"/>
                <a:ea typeface="イワタ中丸ゴシック体(GT)" charset="-128"/>
                <a:cs typeface="Angsana New" pitchFamily="18" charset="-34"/>
              </a:rPr>
              <a:t> items</a:t>
            </a:r>
          </a:p>
          <a:p>
            <a:pPr eaLnBrk="1" hangingPunct="1"/>
            <a:r>
              <a:rPr lang="en-US" altLang="ja-JP" sz="1200">
                <a:effectLst>
                  <a:outerShdw blurRad="38100" dist="38100" dir="2700000" algn="tl">
                    <a:srgbClr val="000000"/>
                  </a:outerShdw>
                </a:effectLst>
                <a:latin typeface="Times New Roman" panose="02020603050405020304" pitchFamily="18" charset="0"/>
                <a:ea typeface="イワタ中丸ゴシック体(GT)" charset="-128"/>
                <a:cs typeface="Angsana New" pitchFamily="18" charset="-34"/>
              </a:rPr>
              <a:t>Record date</a:t>
            </a:r>
            <a:r>
              <a:rPr lang="ja-JP" altLang="en-US" sz="1200">
                <a:effectLst>
                  <a:outerShdw blurRad="38100" dist="38100" dir="2700000" algn="tl">
                    <a:srgbClr val="000000"/>
                  </a:outerShdw>
                </a:effectLst>
                <a:latin typeface="Times New Roman" panose="02020603050405020304" pitchFamily="18" charset="0"/>
              </a:rPr>
              <a:t>：</a:t>
            </a:r>
            <a:r>
              <a:rPr lang="en-US" altLang="ja-JP" sz="1200">
                <a:effectLst>
                  <a:outerShdw blurRad="38100" dist="38100" dir="2700000" algn="tl">
                    <a:srgbClr val="000000"/>
                  </a:outerShdw>
                </a:effectLst>
                <a:latin typeface="Times New Roman" panose="02020603050405020304" pitchFamily="18" charset="0"/>
                <a:ea typeface="イワタ中丸ゴシック体(GT)" charset="-128"/>
              </a:rPr>
              <a:t>year..month  day</a:t>
            </a:r>
            <a:endParaRPr lang="en-US" altLang="ja-JP" sz="1200">
              <a:effectLst>
                <a:outerShdw blurRad="38100" dist="38100" dir="2700000" algn="tl">
                  <a:srgbClr val="000000"/>
                </a:outerShdw>
              </a:effectLst>
              <a:latin typeface="Times New Roman" panose="02020603050405020304" pitchFamily="18" charset="0"/>
            </a:endParaRPr>
          </a:p>
          <a:p>
            <a:pPr eaLnBrk="1" hangingPunct="1"/>
            <a:r>
              <a:rPr lang="en-US" altLang="ja-JP" sz="1200">
                <a:effectLst>
                  <a:outerShdw blurRad="38100" dist="38100" dir="2700000" algn="tl">
                    <a:srgbClr val="000000"/>
                  </a:outerShdw>
                </a:effectLst>
                <a:latin typeface="Times New Roman" panose="02020603050405020304" pitchFamily="18" charset="0"/>
                <a:ea typeface="イワタ中丸ゴシック体(GT)" charset="-128"/>
              </a:rPr>
              <a:t>Creation date</a:t>
            </a:r>
            <a:r>
              <a:rPr lang="ja-JP" altLang="en-US" sz="1200">
                <a:effectLst>
                  <a:outerShdw blurRad="38100" dist="38100" dir="2700000" algn="tl">
                    <a:srgbClr val="000000"/>
                  </a:outerShdw>
                </a:effectLst>
                <a:latin typeface="Times New Roman" panose="02020603050405020304" pitchFamily="18" charset="0"/>
              </a:rPr>
              <a:t>：</a:t>
            </a:r>
            <a:r>
              <a:rPr lang="en-US" altLang="ja-JP" sz="1200">
                <a:effectLst>
                  <a:outerShdw blurRad="38100" dist="38100" dir="2700000" algn="tl">
                    <a:srgbClr val="000000"/>
                  </a:outerShdw>
                </a:effectLst>
                <a:latin typeface="Times New Roman" panose="02020603050405020304" pitchFamily="18" charset="0"/>
                <a:ea typeface="イワタ中丸ゴシック体(GT)" charset="-128"/>
              </a:rPr>
              <a:t>month..day..</a:t>
            </a:r>
            <a:endParaRPr lang="en-US" altLang="ja-JP" sz="1200">
              <a:effectLst>
                <a:outerShdw blurRad="38100" dist="38100" dir="2700000" algn="tl">
                  <a:srgbClr val="000000"/>
                </a:outerShdw>
              </a:effectLst>
              <a:latin typeface="Times New Roman" panose="02020603050405020304" pitchFamily="18" charset="0"/>
            </a:endParaRPr>
          </a:p>
          <a:p>
            <a:pPr eaLnBrk="1" hangingPunct="1"/>
            <a:r>
              <a:rPr lang="en-US" altLang="ja-JP" sz="1200">
                <a:effectLst>
                  <a:outerShdw blurRad="38100" dist="38100" dir="2700000" algn="tl">
                    <a:srgbClr val="000000"/>
                  </a:outerShdw>
                </a:effectLst>
                <a:latin typeface="Times New Roman" panose="02020603050405020304" pitchFamily="18" charset="0"/>
                <a:ea typeface="イワタ中丸ゴシック体(GT)" charset="-128"/>
              </a:rPr>
              <a:t>Creator</a:t>
            </a:r>
            <a:r>
              <a:rPr lang="ja-JP" altLang="en-US" sz="1200">
                <a:effectLst>
                  <a:outerShdw blurRad="38100" dist="38100" dir="2700000" algn="tl">
                    <a:srgbClr val="000000"/>
                  </a:outerShdw>
                </a:effectLst>
                <a:latin typeface="Times New Roman" panose="02020603050405020304" pitchFamily="18" charset="0"/>
              </a:rPr>
              <a:t>：</a:t>
            </a:r>
            <a:r>
              <a:rPr lang="en-US" altLang="ja-JP" sz="1200">
                <a:effectLst>
                  <a:outerShdw blurRad="38100" dist="38100" dir="2700000" algn="tl">
                    <a:srgbClr val="000000"/>
                  </a:outerShdw>
                </a:effectLst>
                <a:latin typeface="Times New Roman" panose="02020603050405020304" pitchFamily="18" charset="0"/>
                <a:ea typeface="イワタ中丸ゴシック体(GT)" charset="-128"/>
              </a:rPr>
              <a:t>Toyoda Ichiro</a:t>
            </a:r>
          </a:p>
        </p:txBody>
      </p:sp>
      <p:sp>
        <p:nvSpPr>
          <p:cNvPr id="500744" name="Text Box 8"/>
          <p:cNvSpPr txBox="1">
            <a:spLocks noChangeArrowheads="1"/>
          </p:cNvSpPr>
          <p:nvPr/>
        </p:nvSpPr>
        <p:spPr bwMode="auto">
          <a:xfrm>
            <a:off x="2432050" y="6399213"/>
            <a:ext cx="4826000" cy="304800"/>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400">
                <a:solidFill>
                  <a:srgbClr val="FF00FF"/>
                </a:solidFill>
                <a:effectLst>
                  <a:outerShdw blurRad="38100" dist="38100" dir="2700000" algn="tl">
                    <a:srgbClr val="000000"/>
                  </a:outerShdw>
                </a:effectLst>
                <a:latin typeface="Times New Roman" panose="02020603050405020304" pitchFamily="18" charset="0"/>
                <a:ea typeface="イワタ中丸ゴシック体(GT)" charset="-128"/>
                <a:cs typeface="Angsana New" pitchFamily="18" charset="-34"/>
              </a:rPr>
              <a:t>Chart 7. Pareto Chart “ The problem of QC circle activities”</a:t>
            </a:r>
          </a:p>
        </p:txBody>
      </p:sp>
      <p:sp>
        <p:nvSpPr>
          <p:cNvPr id="500745" name="Text Box 9"/>
          <p:cNvSpPr txBox="1">
            <a:spLocks noChangeArrowheads="1"/>
          </p:cNvSpPr>
          <p:nvPr/>
        </p:nvSpPr>
        <p:spPr bwMode="auto">
          <a:xfrm>
            <a:off x="6594475" y="1528763"/>
            <a:ext cx="596900" cy="304800"/>
          </a:xfrm>
          <a:prstGeom prst="rect">
            <a:avLst/>
          </a:prstGeom>
          <a:noFill/>
          <a:ln w="9525">
            <a:noFill/>
            <a:miter lim="800000"/>
            <a:headEnd/>
            <a:tailEnd/>
          </a:ln>
          <a:effectLst/>
        </p:spPr>
        <p:txBody>
          <a:bodyPr>
            <a:spAutoFit/>
          </a:bodyPr>
          <a:lstStyle/>
          <a:p>
            <a:pPr>
              <a:defRPr/>
            </a:pPr>
            <a:r>
              <a:rPr lang="ja-JP" altLang="en-US" sz="1400">
                <a:effectLst>
                  <a:outerShdw blurRad="38100" dist="38100" dir="2700000" algn="tl">
                    <a:srgbClr val="000000"/>
                  </a:outerShdw>
                </a:effectLst>
                <a:latin typeface="Times New Roman" pitchFamily="18" charset="0"/>
              </a:rPr>
              <a:t>（％）</a:t>
            </a:r>
            <a:endParaRPr lang="en-US" altLang="ja-JP" sz="1400">
              <a:effectLst>
                <a:outerShdw blurRad="38100" dist="38100" dir="2700000" algn="tl">
                  <a:srgbClr val="000000"/>
                </a:outerShdw>
              </a:effectLst>
              <a:latin typeface="Times New Roman" pitchFamily="18" charset="0"/>
            </a:endParaRPr>
          </a:p>
        </p:txBody>
      </p:sp>
      <p:sp>
        <p:nvSpPr>
          <p:cNvPr id="500746" name="Text Box 10"/>
          <p:cNvSpPr txBox="1">
            <a:spLocks noChangeArrowheads="1"/>
          </p:cNvSpPr>
          <p:nvPr/>
        </p:nvSpPr>
        <p:spPr bwMode="auto">
          <a:xfrm>
            <a:off x="2652713" y="2565400"/>
            <a:ext cx="428625" cy="2043113"/>
          </a:xfrm>
          <a:prstGeom prst="rect">
            <a:avLst/>
          </a:prstGeom>
          <a:noFill/>
          <a:ln w="9525">
            <a:noFill/>
            <a:miter lim="800000"/>
            <a:headEnd/>
            <a:tailEnd/>
          </a:ln>
          <a:effectLst/>
        </p:spPr>
        <p:txBody>
          <a:bodyPr vert="eaVert">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600">
                <a:effectLst>
                  <a:outerShdw blurRad="38100" dist="38100" dir="2700000" algn="tl">
                    <a:srgbClr val="000000"/>
                  </a:outerShdw>
                </a:effectLst>
                <a:latin typeface="Times New Roman" panose="02020603050405020304" pitchFamily="18" charset="0"/>
                <a:ea typeface="イワタ中丸ゴシック体(GT)" charset="-128"/>
              </a:rPr>
              <a:t>The number of defects</a:t>
            </a:r>
          </a:p>
        </p:txBody>
      </p:sp>
      <p:sp>
        <p:nvSpPr>
          <p:cNvPr id="500747" name="Line 11"/>
          <p:cNvSpPr>
            <a:spLocks noChangeShapeType="1"/>
          </p:cNvSpPr>
          <p:nvPr/>
        </p:nvSpPr>
        <p:spPr bwMode="auto">
          <a:xfrm>
            <a:off x="3219450" y="5108575"/>
            <a:ext cx="3344863" cy="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0748" name="Line 12"/>
          <p:cNvSpPr>
            <a:spLocks noChangeShapeType="1"/>
          </p:cNvSpPr>
          <p:nvPr/>
        </p:nvSpPr>
        <p:spPr bwMode="auto">
          <a:xfrm>
            <a:off x="3189288" y="5108575"/>
            <a:ext cx="109537" cy="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0749" name="Text Box 13"/>
          <p:cNvSpPr txBox="1">
            <a:spLocks noChangeArrowheads="1"/>
          </p:cNvSpPr>
          <p:nvPr/>
        </p:nvSpPr>
        <p:spPr bwMode="auto">
          <a:xfrm>
            <a:off x="2649538" y="1528763"/>
            <a:ext cx="723900" cy="274637"/>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200">
                <a:effectLst>
                  <a:outerShdw blurRad="38100" dist="38100" dir="2700000" algn="tl">
                    <a:srgbClr val="000000"/>
                  </a:outerShdw>
                </a:effectLst>
                <a:latin typeface="Times New Roman" panose="02020603050405020304" pitchFamily="18" charset="0"/>
                <a:ea typeface="イワタ中丸ゴシック体(GT)" charset="-128"/>
              </a:rPr>
              <a:t>(Items)</a:t>
            </a:r>
          </a:p>
        </p:txBody>
      </p:sp>
      <p:sp>
        <p:nvSpPr>
          <p:cNvPr id="500750" name="Line 14"/>
          <p:cNvSpPr>
            <a:spLocks noChangeShapeType="1"/>
          </p:cNvSpPr>
          <p:nvPr/>
        </p:nvSpPr>
        <p:spPr bwMode="auto">
          <a:xfrm>
            <a:off x="3219450" y="1704975"/>
            <a:ext cx="0" cy="3403600"/>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0751" name="Line 15"/>
          <p:cNvSpPr>
            <a:spLocks noChangeShapeType="1"/>
          </p:cNvSpPr>
          <p:nvPr/>
        </p:nvSpPr>
        <p:spPr bwMode="auto">
          <a:xfrm>
            <a:off x="3219450" y="4392613"/>
            <a:ext cx="112713" cy="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0752" name="Line 16"/>
          <p:cNvSpPr>
            <a:spLocks noChangeShapeType="1"/>
          </p:cNvSpPr>
          <p:nvPr/>
        </p:nvSpPr>
        <p:spPr bwMode="auto">
          <a:xfrm>
            <a:off x="3219450" y="3678238"/>
            <a:ext cx="112713" cy="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0753" name="Line 17"/>
          <p:cNvSpPr>
            <a:spLocks noChangeShapeType="1"/>
          </p:cNvSpPr>
          <p:nvPr/>
        </p:nvSpPr>
        <p:spPr bwMode="auto">
          <a:xfrm>
            <a:off x="3219450" y="2244725"/>
            <a:ext cx="112713" cy="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0754" name="Line 18"/>
          <p:cNvSpPr>
            <a:spLocks noChangeShapeType="1"/>
          </p:cNvSpPr>
          <p:nvPr/>
        </p:nvSpPr>
        <p:spPr bwMode="auto">
          <a:xfrm>
            <a:off x="3219450" y="2962275"/>
            <a:ext cx="112713" cy="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0755" name="Rectangle 19"/>
          <p:cNvSpPr>
            <a:spLocks noChangeArrowheads="1"/>
          </p:cNvSpPr>
          <p:nvPr/>
        </p:nvSpPr>
        <p:spPr bwMode="auto">
          <a:xfrm>
            <a:off x="3219450" y="4033838"/>
            <a:ext cx="558800" cy="1074737"/>
          </a:xfrm>
          <a:prstGeom prst="rect">
            <a:avLst/>
          </a:prstGeom>
          <a:solidFill>
            <a:srgbClr val="993300"/>
          </a:solidFill>
          <a:ln w="9525">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00756" name="Rectangle 20"/>
          <p:cNvSpPr>
            <a:spLocks noChangeArrowheads="1"/>
          </p:cNvSpPr>
          <p:nvPr/>
        </p:nvSpPr>
        <p:spPr bwMode="auto">
          <a:xfrm>
            <a:off x="3778250" y="4392613"/>
            <a:ext cx="557213" cy="715962"/>
          </a:xfrm>
          <a:prstGeom prst="rect">
            <a:avLst/>
          </a:prstGeom>
          <a:solidFill>
            <a:schemeClr val="accent1"/>
          </a:solidFill>
          <a:ln w="9525">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00757" name="Rectangle 21"/>
          <p:cNvSpPr>
            <a:spLocks noChangeArrowheads="1"/>
          </p:cNvSpPr>
          <p:nvPr/>
        </p:nvSpPr>
        <p:spPr bwMode="auto">
          <a:xfrm>
            <a:off x="4335463" y="4568825"/>
            <a:ext cx="557212" cy="539750"/>
          </a:xfrm>
          <a:prstGeom prst="rect">
            <a:avLst/>
          </a:prstGeom>
          <a:solidFill>
            <a:schemeClr val="accent1"/>
          </a:solidFill>
          <a:ln w="9525">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00758" name="Rectangle 22"/>
          <p:cNvSpPr>
            <a:spLocks noChangeArrowheads="1"/>
          </p:cNvSpPr>
          <p:nvPr/>
        </p:nvSpPr>
        <p:spPr bwMode="auto">
          <a:xfrm>
            <a:off x="4892675" y="4751388"/>
            <a:ext cx="555625" cy="357187"/>
          </a:xfrm>
          <a:prstGeom prst="rect">
            <a:avLst/>
          </a:prstGeom>
          <a:solidFill>
            <a:schemeClr val="accent1"/>
          </a:solidFill>
          <a:ln w="9525">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00759" name="Rectangle 23"/>
          <p:cNvSpPr>
            <a:spLocks noChangeArrowheads="1"/>
          </p:cNvSpPr>
          <p:nvPr/>
        </p:nvSpPr>
        <p:spPr bwMode="auto">
          <a:xfrm>
            <a:off x="5448300" y="4927600"/>
            <a:ext cx="557213" cy="180975"/>
          </a:xfrm>
          <a:prstGeom prst="rect">
            <a:avLst/>
          </a:prstGeom>
          <a:solidFill>
            <a:schemeClr val="accent1"/>
          </a:solidFill>
          <a:ln w="9525">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00760" name="Text Box 24"/>
          <p:cNvSpPr txBox="1">
            <a:spLocks noChangeArrowheads="1"/>
          </p:cNvSpPr>
          <p:nvPr/>
        </p:nvSpPr>
        <p:spPr bwMode="auto">
          <a:xfrm>
            <a:off x="2774950" y="1992313"/>
            <a:ext cx="557213" cy="304800"/>
          </a:xfrm>
          <a:prstGeom prst="rect">
            <a:avLst/>
          </a:prstGeom>
          <a:noFill/>
          <a:ln w="9525">
            <a:noFill/>
            <a:miter lim="800000"/>
            <a:headEnd/>
            <a:tailEnd/>
          </a:ln>
          <a:effectLst/>
        </p:spPr>
        <p:txBody>
          <a:bodyPr>
            <a:spAutoFit/>
          </a:bodyPr>
          <a:lstStyle/>
          <a:p>
            <a:pPr>
              <a:defRPr/>
            </a:pPr>
            <a:r>
              <a:rPr lang="en-US" altLang="ja-JP" sz="1400">
                <a:effectLst>
                  <a:outerShdw blurRad="38100" dist="38100" dir="2700000" algn="tl">
                    <a:srgbClr val="000000"/>
                  </a:outerShdw>
                </a:effectLst>
                <a:latin typeface="Times New Roman" pitchFamily="18" charset="0"/>
              </a:rPr>
              <a:t>  </a:t>
            </a:r>
            <a:r>
              <a:rPr lang="ja-JP" altLang="en-US" sz="1400">
                <a:effectLst>
                  <a:outerShdw blurRad="38100" dist="38100" dir="2700000" algn="tl">
                    <a:srgbClr val="000000"/>
                  </a:outerShdw>
                </a:effectLst>
                <a:latin typeface="Times New Roman" pitchFamily="18" charset="0"/>
              </a:rPr>
              <a:t>４０</a:t>
            </a:r>
            <a:endParaRPr lang="en-US" altLang="ja-JP" sz="1400">
              <a:effectLst>
                <a:outerShdw blurRad="38100" dist="38100" dir="2700000" algn="tl">
                  <a:srgbClr val="000000"/>
                </a:outerShdw>
              </a:effectLst>
              <a:latin typeface="Times New Roman" pitchFamily="18" charset="0"/>
            </a:endParaRPr>
          </a:p>
        </p:txBody>
      </p:sp>
      <p:sp>
        <p:nvSpPr>
          <p:cNvPr id="500761" name="Text Box 25"/>
          <p:cNvSpPr txBox="1">
            <a:spLocks noChangeArrowheads="1"/>
          </p:cNvSpPr>
          <p:nvPr/>
        </p:nvSpPr>
        <p:spPr bwMode="auto">
          <a:xfrm>
            <a:off x="2774950" y="2779713"/>
            <a:ext cx="557213" cy="306387"/>
          </a:xfrm>
          <a:prstGeom prst="rect">
            <a:avLst/>
          </a:prstGeom>
          <a:noFill/>
          <a:ln w="9525">
            <a:noFill/>
            <a:miter lim="800000"/>
            <a:headEnd/>
            <a:tailEnd/>
          </a:ln>
          <a:effectLst/>
        </p:spPr>
        <p:txBody>
          <a:bodyPr>
            <a:spAutoFit/>
          </a:bodyPr>
          <a:lstStyle/>
          <a:p>
            <a:pPr algn="ctr">
              <a:defRPr/>
            </a:pPr>
            <a:r>
              <a:rPr lang="en-US" altLang="ja-JP" sz="1400">
                <a:effectLst>
                  <a:outerShdw blurRad="38100" dist="38100" dir="2700000" algn="tl">
                    <a:srgbClr val="000000"/>
                  </a:outerShdw>
                </a:effectLst>
                <a:latin typeface="Times New Roman" pitchFamily="18" charset="0"/>
              </a:rPr>
              <a:t> </a:t>
            </a:r>
            <a:r>
              <a:rPr lang="ja-JP" altLang="en-US" sz="1400">
                <a:effectLst>
                  <a:outerShdw blurRad="38100" dist="38100" dir="2700000" algn="tl">
                    <a:srgbClr val="000000"/>
                  </a:outerShdw>
                </a:effectLst>
                <a:latin typeface="Times New Roman" pitchFamily="18" charset="0"/>
              </a:rPr>
              <a:t>３０</a:t>
            </a:r>
            <a:endParaRPr lang="en-US" altLang="ja-JP" sz="1400">
              <a:effectLst>
                <a:outerShdw blurRad="38100" dist="38100" dir="2700000" algn="tl">
                  <a:srgbClr val="000000"/>
                </a:outerShdw>
              </a:effectLst>
              <a:latin typeface="Times New Roman" pitchFamily="18" charset="0"/>
            </a:endParaRPr>
          </a:p>
        </p:txBody>
      </p:sp>
      <p:sp>
        <p:nvSpPr>
          <p:cNvPr id="500762" name="Text Box 26"/>
          <p:cNvSpPr txBox="1">
            <a:spLocks noChangeArrowheads="1"/>
          </p:cNvSpPr>
          <p:nvPr/>
        </p:nvSpPr>
        <p:spPr bwMode="auto">
          <a:xfrm>
            <a:off x="2808288" y="3481388"/>
            <a:ext cx="557212" cy="304800"/>
          </a:xfrm>
          <a:prstGeom prst="rect">
            <a:avLst/>
          </a:prstGeom>
          <a:noFill/>
          <a:ln w="9525">
            <a:noFill/>
            <a:miter lim="800000"/>
            <a:headEnd/>
            <a:tailEnd/>
          </a:ln>
          <a:effectLst/>
        </p:spPr>
        <p:txBody>
          <a:bodyPr>
            <a:spAutoFit/>
          </a:bodyPr>
          <a:lstStyle/>
          <a:p>
            <a:pPr>
              <a:defRPr/>
            </a:pPr>
            <a:r>
              <a:rPr lang="en-US" altLang="ja-JP" sz="1400">
                <a:effectLst>
                  <a:outerShdw blurRad="38100" dist="38100" dir="2700000" algn="tl">
                    <a:srgbClr val="000000"/>
                  </a:outerShdw>
                </a:effectLst>
                <a:latin typeface="Times New Roman" pitchFamily="18" charset="0"/>
              </a:rPr>
              <a:t>  </a:t>
            </a:r>
            <a:r>
              <a:rPr lang="ja-JP" altLang="en-US" sz="1400">
                <a:effectLst>
                  <a:outerShdw blurRad="38100" dist="38100" dir="2700000" algn="tl">
                    <a:srgbClr val="000000"/>
                  </a:outerShdw>
                </a:effectLst>
                <a:latin typeface="Times New Roman" pitchFamily="18" charset="0"/>
              </a:rPr>
              <a:t>２０</a:t>
            </a:r>
            <a:endParaRPr lang="en-US" altLang="ja-JP" sz="1400">
              <a:effectLst>
                <a:outerShdw blurRad="38100" dist="38100" dir="2700000" algn="tl">
                  <a:srgbClr val="000000"/>
                </a:outerShdw>
              </a:effectLst>
              <a:latin typeface="Times New Roman" pitchFamily="18" charset="0"/>
            </a:endParaRPr>
          </a:p>
        </p:txBody>
      </p:sp>
      <p:sp>
        <p:nvSpPr>
          <p:cNvPr id="500763" name="Text Box 27"/>
          <p:cNvSpPr txBox="1">
            <a:spLocks noChangeArrowheads="1"/>
          </p:cNvSpPr>
          <p:nvPr/>
        </p:nvSpPr>
        <p:spPr bwMode="auto">
          <a:xfrm>
            <a:off x="2774950" y="4213225"/>
            <a:ext cx="557213" cy="303213"/>
          </a:xfrm>
          <a:prstGeom prst="rect">
            <a:avLst/>
          </a:prstGeom>
          <a:noFill/>
          <a:ln w="9525">
            <a:noFill/>
            <a:miter lim="800000"/>
            <a:headEnd/>
            <a:tailEnd/>
          </a:ln>
          <a:effectLst/>
        </p:spPr>
        <p:txBody>
          <a:bodyPr>
            <a:spAutoFit/>
          </a:bodyPr>
          <a:lstStyle/>
          <a:p>
            <a:pPr>
              <a:defRPr/>
            </a:pPr>
            <a:r>
              <a:rPr lang="en-US" altLang="ja-JP" sz="1400">
                <a:effectLst>
                  <a:outerShdw blurRad="38100" dist="38100" dir="2700000" algn="tl">
                    <a:srgbClr val="000000"/>
                  </a:outerShdw>
                </a:effectLst>
                <a:latin typeface="Times New Roman" pitchFamily="18" charset="0"/>
              </a:rPr>
              <a:t>  </a:t>
            </a:r>
            <a:r>
              <a:rPr lang="ja-JP" altLang="en-US" sz="1400">
                <a:effectLst>
                  <a:outerShdw blurRad="38100" dist="38100" dir="2700000" algn="tl">
                    <a:srgbClr val="000000"/>
                  </a:outerShdw>
                </a:effectLst>
                <a:latin typeface="Times New Roman" pitchFamily="18" charset="0"/>
              </a:rPr>
              <a:t>１０</a:t>
            </a:r>
            <a:endParaRPr lang="en-US" altLang="ja-JP" sz="1400">
              <a:effectLst>
                <a:outerShdw blurRad="38100" dist="38100" dir="2700000" algn="tl">
                  <a:srgbClr val="000000"/>
                </a:outerShdw>
              </a:effectLst>
              <a:latin typeface="Times New Roman" pitchFamily="18" charset="0"/>
            </a:endParaRPr>
          </a:p>
        </p:txBody>
      </p:sp>
      <p:sp>
        <p:nvSpPr>
          <p:cNvPr id="500764" name="Text Box 28"/>
          <p:cNvSpPr txBox="1">
            <a:spLocks noChangeArrowheads="1"/>
          </p:cNvSpPr>
          <p:nvPr/>
        </p:nvSpPr>
        <p:spPr bwMode="auto">
          <a:xfrm>
            <a:off x="2774950" y="4856163"/>
            <a:ext cx="557213" cy="303212"/>
          </a:xfrm>
          <a:prstGeom prst="rect">
            <a:avLst/>
          </a:prstGeom>
          <a:noFill/>
          <a:ln w="9525">
            <a:noFill/>
            <a:miter lim="800000"/>
            <a:headEnd/>
            <a:tailEnd/>
          </a:ln>
          <a:effectLst/>
        </p:spPr>
        <p:txBody>
          <a:bodyPr>
            <a:spAutoFit/>
          </a:bodyPr>
          <a:lstStyle/>
          <a:p>
            <a:pPr>
              <a:defRPr/>
            </a:pPr>
            <a:r>
              <a:rPr lang="en-US" altLang="ja-JP" sz="1400">
                <a:effectLst>
                  <a:outerShdw blurRad="38100" dist="38100" dir="2700000" algn="tl">
                    <a:srgbClr val="000000"/>
                  </a:outerShdw>
                </a:effectLst>
                <a:latin typeface="Times New Roman" pitchFamily="18" charset="0"/>
              </a:rPr>
              <a:t>    </a:t>
            </a:r>
            <a:r>
              <a:rPr lang="ja-JP" altLang="en-US" sz="1400">
                <a:effectLst>
                  <a:outerShdw blurRad="38100" dist="38100" dir="2700000" algn="tl">
                    <a:srgbClr val="000000"/>
                  </a:outerShdw>
                </a:effectLst>
                <a:latin typeface="Times New Roman" pitchFamily="18" charset="0"/>
              </a:rPr>
              <a:t>０</a:t>
            </a:r>
            <a:endParaRPr lang="en-US" altLang="ja-JP" sz="1400">
              <a:effectLst>
                <a:outerShdw blurRad="38100" dist="38100" dir="2700000" algn="tl">
                  <a:srgbClr val="000000"/>
                </a:outerShdw>
              </a:effectLst>
              <a:latin typeface="Times New Roman" pitchFamily="18" charset="0"/>
            </a:endParaRPr>
          </a:p>
        </p:txBody>
      </p:sp>
      <p:sp>
        <p:nvSpPr>
          <p:cNvPr id="500765" name="Rectangle 29"/>
          <p:cNvSpPr>
            <a:spLocks noChangeArrowheads="1"/>
          </p:cNvSpPr>
          <p:nvPr/>
        </p:nvSpPr>
        <p:spPr bwMode="auto">
          <a:xfrm>
            <a:off x="6005513" y="4751388"/>
            <a:ext cx="558800" cy="357187"/>
          </a:xfrm>
          <a:prstGeom prst="rect">
            <a:avLst/>
          </a:prstGeom>
          <a:solidFill>
            <a:schemeClr val="accent1"/>
          </a:solidFill>
          <a:ln w="9525">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00766" name="Line 30"/>
          <p:cNvSpPr>
            <a:spLocks noChangeShapeType="1"/>
          </p:cNvSpPr>
          <p:nvPr/>
        </p:nvSpPr>
        <p:spPr bwMode="auto">
          <a:xfrm>
            <a:off x="6564313" y="1528763"/>
            <a:ext cx="0" cy="3579812"/>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0767" name="Text Box 31"/>
          <p:cNvSpPr txBox="1">
            <a:spLocks noChangeArrowheads="1"/>
          </p:cNvSpPr>
          <p:nvPr/>
        </p:nvSpPr>
        <p:spPr bwMode="auto">
          <a:xfrm>
            <a:off x="6451600" y="3678238"/>
            <a:ext cx="557213" cy="306387"/>
          </a:xfrm>
          <a:prstGeom prst="rect">
            <a:avLst/>
          </a:prstGeom>
          <a:noFill/>
          <a:ln w="9525">
            <a:noFill/>
            <a:miter lim="800000"/>
            <a:headEnd/>
            <a:tailEnd/>
          </a:ln>
          <a:effectLst/>
        </p:spPr>
        <p:txBody>
          <a:bodyPr>
            <a:spAutoFit/>
          </a:bodyPr>
          <a:lstStyle/>
          <a:p>
            <a:pPr algn="r">
              <a:defRPr/>
            </a:pPr>
            <a:r>
              <a:rPr lang="en-US" altLang="ja-JP" sz="1400">
                <a:effectLst>
                  <a:outerShdw blurRad="38100" dist="38100" dir="2700000" algn="tl">
                    <a:srgbClr val="000000"/>
                  </a:outerShdw>
                </a:effectLst>
                <a:latin typeface="Times New Roman" pitchFamily="18" charset="0"/>
              </a:rPr>
              <a:t>  </a:t>
            </a:r>
            <a:r>
              <a:rPr lang="ja-JP" altLang="en-US" sz="1400">
                <a:effectLst>
                  <a:outerShdw blurRad="38100" dist="38100" dir="2700000" algn="tl">
                    <a:srgbClr val="000000"/>
                  </a:outerShdw>
                </a:effectLst>
                <a:latin typeface="Times New Roman" pitchFamily="18" charset="0"/>
              </a:rPr>
              <a:t>４０</a:t>
            </a:r>
            <a:endParaRPr lang="en-US" altLang="ja-JP" sz="1400">
              <a:effectLst>
                <a:outerShdw blurRad="38100" dist="38100" dir="2700000" algn="tl">
                  <a:srgbClr val="000000"/>
                </a:outerShdw>
              </a:effectLst>
              <a:latin typeface="Times New Roman" pitchFamily="18" charset="0"/>
            </a:endParaRPr>
          </a:p>
        </p:txBody>
      </p:sp>
      <p:sp>
        <p:nvSpPr>
          <p:cNvPr id="500768" name="Text Box 32"/>
          <p:cNvSpPr txBox="1">
            <a:spLocks noChangeArrowheads="1"/>
          </p:cNvSpPr>
          <p:nvPr/>
        </p:nvSpPr>
        <p:spPr bwMode="auto">
          <a:xfrm>
            <a:off x="6329363" y="1812925"/>
            <a:ext cx="668337" cy="303213"/>
          </a:xfrm>
          <a:prstGeom prst="rect">
            <a:avLst/>
          </a:prstGeom>
          <a:noFill/>
          <a:ln w="9525">
            <a:noFill/>
            <a:miter lim="800000"/>
            <a:headEnd/>
            <a:tailEnd/>
          </a:ln>
          <a:effectLst/>
        </p:spPr>
        <p:txBody>
          <a:bodyPr>
            <a:spAutoFit/>
          </a:bodyPr>
          <a:lstStyle/>
          <a:p>
            <a:pPr algn="r">
              <a:defRPr/>
            </a:pPr>
            <a:r>
              <a:rPr lang="en-US" altLang="ja-JP" sz="1400">
                <a:effectLst>
                  <a:outerShdw blurRad="38100" dist="38100" dir="2700000" algn="tl">
                    <a:srgbClr val="000000"/>
                  </a:outerShdw>
                </a:effectLst>
                <a:latin typeface="Times New Roman" pitchFamily="18" charset="0"/>
              </a:rPr>
              <a:t>  </a:t>
            </a:r>
            <a:r>
              <a:rPr lang="ja-JP" altLang="en-US" sz="1400">
                <a:effectLst>
                  <a:outerShdw blurRad="38100" dist="38100" dir="2700000" algn="tl">
                    <a:srgbClr val="000000"/>
                  </a:outerShdw>
                </a:effectLst>
                <a:latin typeface="Times New Roman" pitchFamily="18" charset="0"/>
              </a:rPr>
              <a:t>１００</a:t>
            </a:r>
            <a:endParaRPr lang="en-US" altLang="ja-JP" sz="1400">
              <a:effectLst>
                <a:outerShdw blurRad="38100" dist="38100" dir="2700000" algn="tl">
                  <a:srgbClr val="000000"/>
                </a:outerShdw>
              </a:effectLst>
              <a:latin typeface="Times New Roman" pitchFamily="18" charset="0"/>
            </a:endParaRPr>
          </a:p>
        </p:txBody>
      </p:sp>
      <p:sp>
        <p:nvSpPr>
          <p:cNvPr id="500769" name="Text Box 33"/>
          <p:cNvSpPr txBox="1">
            <a:spLocks noChangeArrowheads="1"/>
          </p:cNvSpPr>
          <p:nvPr/>
        </p:nvSpPr>
        <p:spPr bwMode="auto">
          <a:xfrm>
            <a:off x="6451600" y="2424113"/>
            <a:ext cx="557213" cy="303212"/>
          </a:xfrm>
          <a:prstGeom prst="rect">
            <a:avLst/>
          </a:prstGeom>
          <a:noFill/>
          <a:ln w="9525">
            <a:noFill/>
            <a:miter lim="800000"/>
            <a:headEnd/>
            <a:tailEnd/>
          </a:ln>
          <a:effectLst/>
        </p:spPr>
        <p:txBody>
          <a:bodyPr>
            <a:spAutoFit/>
          </a:bodyPr>
          <a:lstStyle/>
          <a:p>
            <a:pPr algn="r">
              <a:defRPr/>
            </a:pPr>
            <a:r>
              <a:rPr lang="en-US" altLang="ja-JP" sz="1400">
                <a:effectLst>
                  <a:outerShdw blurRad="38100" dist="38100" dir="2700000" algn="tl">
                    <a:srgbClr val="000000"/>
                  </a:outerShdw>
                </a:effectLst>
                <a:latin typeface="Times New Roman" pitchFamily="18" charset="0"/>
              </a:rPr>
              <a:t>  </a:t>
            </a:r>
            <a:r>
              <a:rPr lang="ja-JP" altLang="en-US" sz="1400">
                <a:effectLst>
                  <a:outerShdw blurRad="38100" dist="38100" dir="2700000" algn="tl">
                    <a:srgbClr val="000000"/>
                  </a:outerShdw>
                </a:effectLst>
                <a:latin typeface="Times New Roman" pitchFamily="18" charset="0"/>
              </a:rPr>
              <a:t>８０</a:t>
            </a:r>
            <a:endParaRPr lang="en-US" altLang="ja-JP" sz="1400">
              <a:effectLst>
                <a:outerShdw blurRad="38100" dist="38100" dir="2700000" algn="tl">
                  <a:srgbClr val="000000"/>
                </a:outerShdw>
              </a:effectLst>
              <a:latin typeface="Times New Roman" pitchFamily="18" charset="0"/>
            </a:endParaRPr>
          </a:p>
        </p:txBody>
      </p:sp>
      <p:sp>
        <p:nvSpPr>
          <p:cNvPr id="500770" name="Text Box 34"/>
          <p:cNvSpPr txBox="1">
            <a:spLocks noChangeArrowheads="1"/>
          </p:cNvSpPr>
          <p:nvPr/>
        </p:nvSpPr>
        <p:spPr bwMode="auto">
          <a:xfrm>
            <a:off x="6451600" y="3109913"/>
            <a:ext cx="557213" cy="260350"/>
          </a:xfrm>
          <a:prstGeom prst="rect">
            <a:avLst/>
          </a:prstGeom>
          <a:noFill/>
          <a:ln w="9525">
            <a:noFill/>
            <a:miter lim="800000"/>
            <a:headEnd/>
            <a:tailEnd/>
          </a:ln>
          <a:effectLst/>
        </p:spPr>
        <p:txBody>
          <a:bodyPr>
            <a:spAutoFit/>
          </a:bodyPr>
          <a:lstStyle/>
          <a:p>
            <a:pPr algn="r">
              <a:lnSpc>
                <a:spcPct val="80000"/>
              </a:lnSpc>
              <a:defRPr/>
            </a:pPr>
            <a:r>
              <a:rPr lang="en-US" altLang="ja-JP" sz="1400">
                <a:effectLst>
                  <a:outerShdw blurRad="38100" dist="38100" dir="2700000" algn="tl">
                    <a:srgbClr val="000000"/>
                  </a:outerShdw>
                </a:effectLst>
                <a:latin typeface="Times New Roman" pitchFamily="18" charset="0"/>
              </a:rPr>
              <a:t>  </a:t>
            </a:r>
            <a:r>
              <a:rPr lang="ja-JP" altLang="en-US" sz="1400">
                <a:effectLst>
                  <a:outerShdw blurRad="38100" dist="38100" dir="2700000" algn="tl">
                    <a:srgbClr val="000000"/>
                  </a:outerShdw>
                </a:effectLst>
                <a:latin typeface="Times New Roman" pitchFamily="18" charset="0"/>
              </a:rPr>
              <a:t>６０</a:t>
            </a:r>
            <a:endParaRPr lang="en-US" altLang="ja-JP" sz="1400">
              <a:effectLst>
                <a:outerShdw blurRad="38100" dist="38100" dir="2700000" algn="tl">
                  <a:srgbClr val="000000"/>
                </a:outerShdw>
              </a:effectLst>
              <a:latin typeface="Times New Roman" pitchFamily="18" charset="0"/>
            </a:endParaRPr>
          </a:p>
        </p:txBody>
      </p:sp>
      <p:sp>
        <p:nvSpPr>
          <p:cNvPr id="500771" name="Text Box 35"/>
          <p:cNvSpPr txBox="1">
            <a:spLocks noChangeArrowheads="1"/>
          </p:cNvSpPr>
          <p:nvPr/>
        </p:nvSpPr>
        <p:spPr bwMode="auto">
          <a:xfrm>
            <a:off x="6451600" y="4318000"/>
            <a:ext cx="557213" cy="303213"/>
          </a:xfrm>
          <a:prstGeom prst="rect">
            <a:avLst/>
          </a:prstGeom>
          <a:noFill/>
          <a:ln w="9525">
            <a:noFill/>
            <a:miter lim="800000"/>
            <a:headEnd/>
            <a:tailEnd/>
          </a:ln>
          <a:effectLst/>
        </p:spPr>
        <p:txBody>
          <a:bodyPr>
            <a:spAutoFit/>
          </a:bodyPr>
          <a:lstStyle/>
          <a:p>
            <a:pPr algn="r">
              <a:defRPr/>
            </a:pPr>
            <a:r>
              <a:rPr lang="en-US" altLang="ja-JP" sz="1400">
                <a:effectLst>
                  <a:outerShdw blurRad="38100" dist="38100" dir="2700000" algn="tl">
                    <a:srgbClr val="000000"/>
                  </a:outerShdw>
                </a:effectLst>
                <a:latin typeface="Times New Roman" pitchFamily="18" charset="0"/>
              </a:rPr>
              <a:t>  </a:t>
            </a:r>
            <a:r>
              <a:rPr lang="ja-JP" altLang="en-US" sz="1400">
                <a:effectLst>
                  <a:outerShdw blurRad="38100" dist="38100" dir="2700000" algn="tl">
                    <a:srgbClr val="000000"/>
                  </a:outerShdw>
                </a:effectLst>
                <a:latin typeface="Times New Roman" pitchFamily="18" charset="0"/>
              </a:rPr>
              <a:t>２０</a:t>
            </a:r>
            <a:endParaRPr lang="en-US" altLang="ja-JP" sz="1400">
              <a:effectLst>
                <a:outerShdw blurRad="38100" dist="38100" dir="2700000" algn="tl">
                  <a:srgbClr val="000000"/>
                </a:outerShdw>
              </a:effectLst>
              <a:latin typeface="Times New Roman" pitchFamily="18" charset="0"/>
            </a:endParaRPr>
          </a:p>
        </p:txBody>
      </p:sp>
      <p:sp>
        <p:nvSpPr>
          <p:cNvPr id="500772" name="Line 36"/>
          <p:cNvSpPr>
            <a:spLocks noChangeShapeType="1"/>
          </p:cNvSpPr>
          <p:nvPr/>
        </p:nvSpPr>
        <p:spPr bwMode="auto">
          <a:xfrm>
            <a:off x="6451600" y="5108575"/>
            <a:ext cx="112713" cy="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grpSp>
        <p:nvGrpSpPr>
          <p:cNvPr id="47141" name="Group 37"/>
          <p:cNvGrpSpPr>
            <a:grpSpLocks/>
          </p:cNvGrpSpPr>
          <p:nvPr/>
        </p:nvGrpSpPr>
        <p:grpSpPr bwMode="auto">
          <a:xfrm>
            <a:off x="6451600" y="2065338"/>
            <a:ext cx="112713" cy="2503487"/>
            <a:chOff x="3504" y="4752"/>
            <a:chExt cx="48" cy="768"/>
          </a:xfrm>
        </p:grpSpPr>
        <p:sp>
          <p:nvSpPr>
            <p:cNvPr id="500774" name="Line 38"/>
            <p:cNvSpPr>
              <a:spLocks noChangeShapeType="1"/>
            </p:cNvSpPr>
            <p:nvPr/>
          </p:nvSpPr>
          <p:spPr bwMode="auto">
            <a:xfrm>
              <a:off x="3504" y="5136"/>
              <a:ext cx="48" cy="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0775" name="Line 39"/>
            <p:cNvSpPr>
              <a:spLocks noChangeShapeType="1"/>
            </p:cNvSpPr>
            <p:nvPr/>
          </p:nvSpPr>
          <p:spPr bwMode="auto">
            <a:xfrm>
              <a:off x="3504" y="4752"/>
              <a:ext cx="48" cy="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0776" name="Line 40"/>
            <p:cNvSpPr>
              <a:spLocks noChangeShapeType="1"/>
            </p:cNvSpPr>
            <p:nvPr/>
          </p:nvSpPr>
          <p:spPr bwMode="auto">
            <a:xfrm>
              <a:off x="3504" y="4944"/>
              <a:ext cx="48" cy="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0777" name="Line 41"/>
            <p:cNvSpPr>
              <a:spLocks noChangeShapeType="1"/>
            </p:cNvSpPr>
            <p:nvPr/>
          </p:nvSpPr>
          <p:spPr bwMode="auto">
            <a:xfrm>
              <a:off x="3504" y="5328"/>
              <a:ext cx="48" cy="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0778" name="Line 42"/>
            <p:cNvSpPr>
              <a:spLocks noChangeShapeType="1"/>
            </p:cNvSpPr>
            <p:nvPr/>
          </p:nvSpPr>
          <p:spPr bwMode="auto">
            <a:xfrm>
              <a:off x="3504" y="5520"/>
              <a:ext cx="48" cy="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grpSp>
      <p:sp>
        <p:nvSpPr>
          <p:cNvPr id="500779" name="Text Box 43"/>
          <p:cNvSpPr txBox="1">
            <a:spLocks noChangeArrowheads="1"/>
          </p:cNvSpPr>
          <p:nvPr/>
        </p:nvSpPr>
        <p:spPr bwMode="auto">
          <a:xfrm>
            <a:off x="6564313" y="4856163"/>
            <a:ext cx="555625" cy="303212"/>
          </a:xfrm>
          <a:prstGeom prst="rect">
            <a:avLst/>
          </a:prstGeom>
          <a:noFill/>
          <a:ln w="9525">
            <a:noFill/>
            <a:miter lim="800000"/>
            <a:headEnd/>
            <a:tailEnd/>
          </a:ln>
          <a:effectLst/>
        </p:spPr>
        <p:txBody>
          <a:bodyPr>
            <a:spAutoFit/>
          </a:bodyPr>
          <a:lstStyle/>
          <a:p>
            <a:pPr>
              <a:defRPr/>
            </a:pPr>
            <a:r>
              <a:rPr lang="en-US" altLang="ja-JP" sz="1400">
                <a:effectLst>
                  <a:outerShdw blurRad="38100" dist="38100" dir="2700000" algn="tl">
                    <a:srgbClr val="000000"/>
                  </a:outerShdw>
                </a:effectLst>
                <a:latin typeface="Times New Roman" pitchFamily="18" charset="0"/>
              </a:rPr>
              <a:t>    </a:t>
            </a:r>
            <a:r>
              <a:rPr lang="ja-JP" altLang="en-US" sz="1400">
                <a:effectLst>
                  <a:outerShdw blurRad="38100" dist="38100" dir="2700000" algn="tl">
                    <a:srgbClr val="000000"/>
                  </a:outerShdw>
                </a:effectLst>
                <a:latin typeface="Times New Roman" pitchFamily="18" charset="0"/>
              </a:rPr>
              <a:t>０</a:t>
            </a:r>
            <a:endParaRPr lang="en-US" altLang="ja-JP" sz="1400">
              <a:effectLst>
                <a:outerShdw blurRad="38100" dist="38100" dir="2700000" algn="tl">
                  <a:srgbClr val="000000"/>
                </a:outerShdw>
              </a:effectLst>
              <a:latin typeface="Times New Roman" pitchFamily="18" charset="0"/>
            </a:endParaRPr>
          </a:p>
        </p:txBody>
      </p:sp>
      <p:sp>
        <p:nvSpPr>
          <p:cNvPr id="500780" name="Text Box 44"/>
          <p:cNvSpPr txBox="1">
            <a:spLocks noChangeArrowheads="1"/>
          </p:cNvSpPr>
          <p:nvPr/>
        </p:nvSpPr>
        <p:spPr bwMode="auto">
          <a:xfrm>
            <a:off x="3605213" y="3903663"/>
            <a:ext cx="361950" cy="303212"/>
          </a:xfrm>
          <a:prstGeom prst="rect">
            <a:avLst/>
          </a:prstGeom>
          <a:noFill/>
          <a:ln w="12700">
            <a:noFill/>
            <a:miter lim="800000"/>
            <a:headEnd/>
            <a:tailEnd/>
          </a:ln>
          <a:effectLst/>
        </p:spPr>
        <p:txBody>
          <a:bodyPr wrap="none">
            <a:spAutoFit/>
          </a:bodyPr>
          <a:lstStyle/>
          <a:p>
            <a:pPr algn="r">
              <a:defRPr/>
            </a:pPr>
            <a:r>
              <a:rPr lang="en-US" altLang="ja-JP" sz="1400">
                <a:effectLst>
                  <a:outerShdw blurRad="38100" dist="38100" dir="2700000" algn="tl">
                    <a:srgbClr val="000000"/>
                  </a:outerShdw>
                </a:effectLst>
                <a:latin typeface="Times New Roman" pitchFamily="18" charset="0"/>
              </a:rPr>
              <a:t>●</a:t>
            </a:r>
          </a:p>
        </p:txBody>
      </p:sp>
      <p:sp>
        <p:nvSpPr>
          <p:cNvPr id="500781" name="Text Box 45"/>
          <p:cNvSpPr txBox="1">
            <a:spLocks noChangeArrowheads="1"/>
          </p:cNvSpPr>
          <p:nvPr/>
        </p:nvSpPr>
        <p:spPr bwMode="auto">
          <a:xfrm>
            <a:off x="5900738" y="2111375"/>
            <a:ext cx="360362" cy="306388"/>
          </a:xfrm>
          <a:prstGeom prst="rect">
            <a:avLst/>
          </a:prstGeom>
          <a:noFill/>
          <a:ln w="12700">
            <a:noFill/>
            <a:miter lim="800000"/>
            <a:headEnd/>
            <a:tailEnd/>
          </a:ln>
          <a:effectLst/>
        </p:spPr>
        <p:txBody>
          <a:bodyPr wrap="none">
            <a:spAutoFit/>
          </a:bodyPr>
          <a:lstStyle/>
          <a:p>
            <a:pPr algn="r">
              <a:defRPr/>
            </a:pPr>
            <a:r>
              <a:rPr lang="en-US" altLang="ja-JP" sz="1400">
                <a:effectLst>
                  <a:outerShdw blurRad="38100" dist="38100" dir="2700000" algn="tl">
                    <a:srgbClr val="000000"/>
                  </a:outerShdw>
                </a:effectLst>
                <a:latin typeface="Times New Roman" pitchFamily="18" charset="0"/>
              </a:rPr>
              <a:t>●</a:t>
            </a:r>
          </a:p>
        </p:txBody>
      </p:sp>
      <p:sp>
        <p:nvSpPr>
          <p:cNvPr id="500782" name="Text Box 46"/>
          <p:cNvSpPr txBox="1">
            <a:spLocks noChangeArrowheads="1"/>
          </p:cNvSpPr>
          <p:nvPr/>
        </p:nvSpPr>
        <p:spPr bwMode="auto">
          <a:xfrm>
            <a:off x="5341938" y="2398713"/>
            <a:ext cx="361950" cy="306387"/>
          </a:xfrm>
          <a:prstGeom prst="rect">
            <a:avLst/>
          </a:prstGeom>
          <a:noFill/>
          <a:ln w="12700">
            <a:noFill/>
            <a:miter lim="800000"/>
            <a:headEnd/>
            <a:tailEnd/>
          </a:ln>
          <a:effectLst/>
        </p:spPr>
        <p:txBody>
          <a:bodyPr wrap="none">
            <a:spAutoFit/>
          </a:bodyPr>
          <a:lstStyle/>
          <a:p>
            <a:pPr algn="r">
              <a:defRPr/>
            </a:pPr>
            <a:r>
              <a:rPr lang="en-US" altLang="ja-JP" sz="1400">
                <a:effectLst>
                  <a:outerShdw blurRad="38100" dist="38100" dir="2700000" algn="tl">
                    <a:srgbClr val="000000"/>
                  </a:outerShdw>
                </a:effectLst>
                <a:latin typeface="Times New Roman" pitchFamily="18" charset="0"/>
              </a:rPr>
              <a:t>●</a:t>
            </a:r>
          </a:p>
        </p:txBody>
      </p:sp>
      <p:sp>
        <p:nvSpPr>
          <p:cNvPr id="500783" name="Text Box 47"/>
          <p:cNvSpPr txBox="1">
            <a:spLocks noChangeArrowheads="1"/>
          </p:cNvSpPr>
          <p:nvPr/>
        </p:nvSpPr>
        <p:spPr bwMode="auto">
          <a:xfrm>
            <a:off x="4784725" y="2835275"/>
            <a:ext cx="361950" cy="303213"/>
          </a:xfrm>
          <a:prstGeom prst="rect">
            <a:avLst/>
          </a:prstGeom>
          <a:noFill/>
          <a:ln w="12700">
            <a:noFill/>
            <a:miter lim="800000"/>
            <a:headEnd/>
            <a:tailEnd/>
          </a:ln>
          <a:effectLst/>
        </p:spPr>
        <p:txBody>
          <a:bodyPr wrap="none">
            <a:spAutoFit/>
          </a:bodyPr>
          <a:lstStyle/>
          <a:p>
            <a:pPr algn="r">
              <a:defRPr/>
            </a:pPr>
            <a:r>
              <a:rPr lang="en-US" altLang="ja-JP" sz="1400">
                <a:effectLst>
                  <a:outerShdw blurRad="38100" dist="38100" dir="2700000" algn="tl">
                    <a:srgbClr val="000000"/>
                  </a:outerShdw>
                </a:effectLst>
                <a:latin typeface="Times New Roman" pitchFamily="18" charset="0"/>
              </a:rPr>
              <a:t>●</a:t>
            </a:r>
          </a:p>
        </p:txBody>
      </p:sp>
      <p:sp>
        <p:nvSpPr>
          <p:cNvPr id="500784" name="Text Box 48"/>
          <p:cNvSpPr txBox="1">
            <a:spLocks noChangeArrowheads="1"/>
          </p:cNvSpPr>
          <p:nvPr/>
        </p:nvSpPr>
        <p:spPr bwMode="auto">
          <a:xfrm>
            <a:off x="4227513" y="3263900"/>
            <a:ext cx="363537" cy="306388"/>
          </a:xfrm>
          <a:prstGeom prst="rect">
            <a:avLst/>
          </a:prstGeom>
          <a:noFill/>
          <a:ln w="12700">
            <a:noFill/>
            <a:miter lim="800000"/>
            <a:headEnd/>
            <a:tailEnd/>
          </a:ln>
          <a:effectLst/>
        </p:spPr>
        <p:txBody>
          <a:bodyPr wrap="none">
            <a:spAutoFit/>
          </a:bodyPr>
          <a:lstStyle/>
          <a:p>
            <a:pPr algn="r">
              <a:defRPr/>
            </a:pPr>
            <a:r>
              <a:rPr lang="en-US" altLang="ja-JP" sz="1400">
                <a:effectLst>
                  <a:outerShdw blurRad="38100" dist="38100" dir="2700000" algn="tl">
                    <a:srgbClr val="000000"/>
                  </a:outerShdw>
                </a:effectLst>
                <a:latin typeface="Times New Roman" pitchFamily="18" charset="0"/>
              </a:rPr>
              <a:t>●</a:t>
            </a:r>
          </a:p>
        </p:txBody>
      </p:sp>
      <p:sp>
        <p:nvSpPr>
          <p:cNvPr id="500785" name="Text Box 49"/>
          <p:cNvSpPr txBox="1">
            <a:spLocks noChangeArrowheads="1"/>
          </p:cNvSpPr>
          <p:nvPr/>
        </p:nvSpPr>
        <p:spPr bwMode="auto">
          <a:xfrm>
            <a:off x="6391275" y="1882775"/>
            <a:ext cx="361950" cy="306388"/>
          </a:xfrm>
          <a:prstGeom prst="rect">
            <a:avLst/>
          </a:prstGeom>
          <a:noFill/>
          <a:ln w="12700">
            <a:noFill/>
            <a:miter lim="800000"/>
            <a:headEnd/>
            <a:tailEnd/>
          </a:ln>
          <a:effectLst/>
        </p:spPr>
        <p:txBody>
          <a:bodyPr wrap="none">
            <a:spAutoFit/>
          </a:bodyPr>
          <a:lstStyle/>
          <a:p>
            <a:pPr algn="r">
              <a:defRPr/>
            </a:pPr>
            <a:r>
              <a:rPr lang="en-US" altLang="ja-JP" sz="1400">
                <a:effectLst>
                  <a:outerShdw blurRad="38100" dist="38100" dir="2700000" algn="tl">
                    <a:srgbClr val="000000"/>
                  </a:outerShdw>
                </a:effectLst>
                <a:latin typeface="Times New Roman" pitchFamily="18" charset="0"/>
              </a:rPr>
              <a:t>●</a:t>
            </a:r>
          </a:p>
        </p:txBody>
      </p:sp>
      <p:sp>
        <p:nvSpPr>
          <p:cNvPr id="500786" name="Line 50"/>
          <p:cNvSpPr>
            <a:spLocks noChangeShapeType="1"/>
          </p:cNvSpPr>
          <p:nvPr/>
        </p:nvSpPr>
        <p:spPr bwMode="auto">
          <a:xfrm flipV="1">
            <a:off x="3252788" y="4049713"/>
            <a:ext cx="557212" cy="1012825"/>
          </a:xfrm>
          <a:prstGeom prst="line">
            <a:avLst/>
          </a:prstGeom>
          <a:noFill/>
          <a:ln w="222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0787" name="Line 51"/>
          <p:cNvSpPr>
            <a:spLocks noChangeShapeType="1"/>
          </p:cNvSpPr>
          <p:nvPr/>
        </p:nvSpPr>
        <p:spPr bwMode="auto">
          <a:xfrm flipV="1">
            <a:off x="3810000" y="3471863"/>
            <a:ext cx="558800" cy="577850"/>
          </a:xfrm>
          <a:prstGeom prst="line">
            <a:avLst/>
          </a:prstGeom>
          <a:noFill/>
          <a:ln w="222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0788" name="Line 52"/>
          <p:cNvSpPr>
            <a:spLocks noChangeShapeType="1"/>
          </p:cNvSpPr>
          <p:nvPr/>
        </p:nvSpPr>
        <p:spPr bwMode="auto">
          <a:xfrm flipV="1">
            <a:off x="4368800" y="3036888"/>
            <a:ext cx="555625" cy="434975"/>
          </a:xfrm>
          <a:prstGeom prst="line">
            <a:avLst/>
          </a:prstGeom>
          <a:noFill/>
          <a:ln w="222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0789" name="Line 53"/>
          <p:cNvSpPr>
            <a:spLocks noChangeShapeType="1"/>
          </p:cNvSpPr>
          <p:nvPr/>
        </p:nvSpPr>
        <p:spPr bwMode="auto">
          <a:xfrm flipV="1">
            <a:off x="4924425" y="2606675"/>
            <a:ext cx="557213" cy="430213"/>
          </a:xfrm>
          <a:prstGeom prst="line">
            <a:avLst/>
          </a:prstGeom>
          <a:noFill/>
          <a:ln w="222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0790" name="Line 54"/>
          <p:cNvSpPr>
            <a:spLocks noChangeShapeType="1"/>
          </p:cNvSpPr>
          <p:nvPr/>
        </p:nvSpPr>
        <p:spPr bwMode="auto">
          <a:xfrm flipV="1">
            <a:off x="5481638" y="2316163"/>
            <a:ext cx="557212" cy="290512"/>
          </a:xfrm>
          <a:prstGeom prst="line">
            <a:avLst/>
          </a:prstGeom>
          <a:noFill/>
          <a:ln w="222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0791" name="Line 55"/>
          <p:cNvSpPr>
            <a:spLocks noChangeShapeType="1"/>
          </p:cNvSpPr>
          <p:nvPr/>
        </p:nvSpPr>
        <p:spPr bwMode="auto">
          <a:xfrm flipH="1">
            <a:off x="6038850" y="2028825"/>
            <a:ext cx="555625" cy="287338"/>
          </a:xfrm>
          <a:prstGeom prst="line">
            <a:avLst/>
          </a:prstGeom>
          <a:noFill/>
          <a:ln w="222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0792" name="Text Box 56"/>
          <p:cNvSpPr txBox="1">
            <a:spLocks noChangeArrowheads="1"/>
          </p:cNvSpPr>
          <p:nvPr/>
        </p:nvSpPr>
        <p:spPr bwMode="auto">
          <a:xfrm>
            <a:off x="3333750" y="5103813"/>
            <a:ext cx="366713" cy="1423987"/>
          </a:xfrm>
          <a:prstGeom prst="rect">
            <a:avLst/>
          </a:prstGeom>
          <a:noFill/>
          <a:ln w="12700">
            <a:noFill/>
            <a:miter lim="800000"/>
            <a:headEnd/>
            <a:tailEnd/>
          </a:ln>
          <a:effectLst/>
        </p:spPr>
        <p:txBody>
          <a:bodyPr vert="eaVert">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en-US" altLang="ja-JP" sz="1200">
                <a:effectLst>
                  <a:outerShdw blurRad="38100" dist="38100" dir="2700000" algn="tl">
                    <a:srgbClr val="000000"/>
                  </a:outerShdw>
                </a:effectLst>
                <a:latin typeface="Times New Roman" panose="02020603050405020304" pitchFamily="18" charset="0"/>
                <a:ea typeface="イワタ中丸ゴシック体(GT)" charset="-128"/>
              </a:rPr>
              <a:t>Find out the theme</a:t>
            </a:r>
          </a:p>
        </p:txBody>
      </p:sp>
      <p:sp>
        <p:nvSpPr>
          <p:cNvPr id="500793" name="Text Box 57"/>
          <p:cNvSpPr txBox="1">
            <a:spLocks noChangeArrowheads="1"/>
          </p:cNvSpPr>
          <p:nvPr/>
        </p:nvSpPr>
        <p:spPr bwMode="auto">
          <a:xfrm>
            <a:off x="3706813" y="5103813"/>
            <a:ext cx="549275" cy="1423987"/>
          </a:xfrm>
          <a:prstGeom prst="rect">
            <a:avLst/>
          </a:prstGeom>
          <a:noFill/>
          <a:ln w="12700">
            <a:noFill/>
            <a:miter lim="800000"/>
            <a:headEnd/>
            <a:tailEnd/>
          </a:ln>
          <a:effectLst/>
        </p:spPr>
        <p:txBody>
          <a:bodyPr vert="eaVert">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en-US" altLang="ja-JP" sz="1200">
                <a:effectLst>
                  <a:outerShdw blurRad="38100" dist="38100" dir="2700000" algn="tl">
                    <a:srgbClr val="000000"/>
                  </a:outerShdw>
                </a:effectLst>
                <a:latin typeface="Times New Roman" panose="02020603050405020304" pitchFamily="18" charset="0"/>
              </a:rPr>
              <a:t>perform the meeting</a:t>
            </a:r>
            <a:r>
              <a:rPr lang="th-TH" altLang="ja-JP" sz="1200">
                <a:effectLst>
                  <a:outerShdw blurRad="38100" dist="38100" dir="2700000" algn="tl">
                    <a:srgbClr val="000000"/>
                  </a:outerShdw>
                </a:effectLst>
                <a:latin typeface="Times New Roman" panose="02020603050405020304" pitchFamily="18" charset="0"/>
              </a:rPr>
              <a:t> </a:t>
            </a:r>
            <a:endParaRPr lang="en-US" altLang="ja-JP" sz="1200">
              <a:effectLst>
                <a:outerShdw blurRad="38100" dist="38100" dir="2700000" algn="tl">
                  <a:srgbClr val="000000"/>
                </a:outerShdw>
              </a:effectLst>
              <a:latin typeface="Times New Roman" panose="02020603050405020304" pitchFamily="18" charset="0"/>
            </a:endParaRPr>
          </a:p>
        </p:txBody>
      </p:sp>
      <p:sp>
        <p:nvSpPr>
          <p:cNvPr id="500794" name="Text Box 58"/>
          <p:cNvSpPr txBox="1">
            <a:spLocks noChangeArrowheads="1"/>
          </p:cNvSpPr>
          <p:nvPr/>
        </p:nvSpPr>
        <p:spPr bwMode="auto">
          <a:xfrm>
            <a:off x="4264025" y="5103813"/>
            <a:ext cx="549275" cy="1423987"/>
          </a:xfrm>
          <a:prstGeom prst="rect">
            <a:avLst/>
          </a:prstGeom>
          <a:noFill/>
          <a:ln w="12700">
            <a:noFill/>
            <a:miter lim="800000"/>
            <a:headEnd/>
            <a:tailEnd/>
          </a:ln>
          <a:effectLst/>
        </p:spPr>
        <p:txBody>
          <a:bodyPr vert="eaVert">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en-US" altLang="ja-JP" sz="1200">
                <a:effectLst>
                  <a:outerShdw blurRad="38100" dist="38100" dir="2700000" algn="tl">
                    <a:srgbClr val="000000"/>
                  </a:outerShdw>
                </a:effectLst>
                <a:latin typeface="Times New Roman" panose="02020603050405020304" pitchFamily="18" charset="0"/>
                <a:ea typeface="イワタ中丸ゴシック体(GT)" charset="-128"/>
              </a:rPr>
              <a:t>Partipation of all member</a:t>
            </a:r>
          </a:p>
        </p:txBody>
      </p:sp>
      <p:sp>
        <p:nvSpPr>
          <p:cNvPr id="500795" name="Text Box 59"/>
          <p:cNvSpPr txBox="1">
            <a:spLocks noChangeArrowheads="1"/>
          </p:cNvSpPr>
          <p:nvPr/>
        </p:nvSpPr>
        <p:spPr bwMode="auto">
          <a:xfrm>
            <a:off x="4819650" y="5141913"/>
            <a:ext cx="549275" cy="1423987"/>
          </a:xfrm>
          <a:prstGeom prst="rect">
            <a:avLst/>
          </a:prstGeom>
          <a:noFill/>
          <a:ln w="12700">
            <a:noFill/>
            <a:miter lim="800000"/>
            <a:headEnd/>
            <a:tailEnd/>
          </a:ln>
          <a:effectLst/>
        </p:spPr>
        <p:txBody>
          <a:bodyPr vert="eaVert">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en-US" altLang="ja-JP" sz="1200">
                <a:effectLst>
                  <a:outerShdw blurRad="38100" dist="38100" dir="2700000" algn="tl">
                    <a:srgbClr val="000000"/>
                  </a:outerShdw>
                </a:effectLst>
                <a:latin typeface="Times New Roman" panose="02020603050405020304" pitchFamily="18" charset="0"/>
                <a:ea typeface="イワタ中丸ゴシック体(GT)" charset="-128"/>
              </a:rPr>
              <a:t>Using the techniques</a:t>
            </a:r>
          </a:p>
        </p:txBody>
      </p:sp>
      <p:sp>
        <p:nvSpPr>
          <p:cNvPr id="500796" name="Text Box 60"/>
          <p:cNvSpPr txBox="1">
            <a:spLocks noChangeArrowheads="1"/>
          </p:cNvSpPr>
          <p:nvPr/>
        </p:nvSpPr>
        <p:spPr bwMode="auto">
          <a:xfrm>
            <a:off x="5757863" y="5118100"/>
            <a:ext cx="366712" cy="1568450"/>
          </a:xfrm>
          <a:prstGeom prst="rect">
            <a:avLst/>
          </a:prstGeom>
          <a:noFill/>
          <a:ln w="12700">
            <a:noFill/>
            <a:miter lim="800000"/>
            <a:headEnd/>
            <a:tailEnd/>
          </a:ln>
          <a:effectLst/>
        </p:spPr>
        <p:txBody>
          <a:bodyPr vert="eaVert">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en-US" altLang="ja-JP" sz="1200">
                <a:effectLst>
                  <a:outerShdw blurRad="38100" dist="38100" dir="2700000" algn="tl">
                    <a:srgbClr val="000000"/>
                  </a:outerShdw>
                </a:effectLst>
                <a:latin typeface="Times New Roman" panose="02020603050405020304" pitchFamily="18" charset="0"/>
                <a:ea typeface="イワタ中丸ゴシック体(GT)" charset="-128"/>
              </a:rPr>
              <a:t>Being leadership</a:t>
            </a:r>
          </a:p>
        </p:txBody>
      </p:sp>
      <p:sp>
        <p:nvSpPr>
          <p:cNvPr id="500797" name="Text Box 61"/>
          <p:cNvSpPr txBox="1">
            <a:spLocks noChangeArrowheads="1"/>
          </p:cNvSpPr>
          <p:nvPr/>
        </p:nvSpPr>
        <p:spPr bwMode="auto">
          <a:xfrm>
            <a:off x="6118225" y="5116513"/>
            <a:ext cx="366713" cy="1423987"/>
          </a:xfrm>
          <a:prstGeom prst="rect">
            <a:avLst/>
          </a:prstGeom>
          <a:noFill/>
          <a:ln w="12700">
            <a:noFill/>
            <a:miter lim="800000"/>
            <a:headEnd/>
            <a:tailEnd/>
          </a:ln>
          <a:effectLst/>
        </p:spPr>
        <p:txBody>
          <a:bodyPr vert="eaVert">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en-US" altLang="ja-JP" sz="1200">
                <a:effectLst>
                  <a:outerShdw blurRad="38100" dist="38100" dir="2700000" algn="tl">
                    <a:srgbClr val="000000"/>
                  </a:outerShdw>
                </a:effectLst>
                <a:latin typeface="Times New Roman" panose="02020603050405020304" pitchFamily="18" charset="0"/>
                <a:ea typeface="イワタ中丸ゴシック体(GT)" charset="-128"/>
              </a:rPr>
              <a:t>Other</a:t>
            </a:r>
          </a:p>
        </p:txBody>
      </p:sp>
      <p:sp>
        <p:nvSpPr>
          <p:cNvPr id="500798" name="Text Box 62"/>
          <p:cNvSpPr txBox="1">
            <a:spLocks noChangeArrowheads="1"/>
          </p:cNvSpPr>
          <p:nvPr/>
        </p:nvSpPr>
        <p:spPr bwMode="auto">
          <a:xfrm>
            <a:off x="6877050" y="3162300"/>
            <a:ext cx="366713" cy="2043113"/>
          </a:xfrm>
          <a:prstGeom prst="rect">
            <a:avLst/>
          </a:prstGeom>
          <a:noFill/>
          <a:ln w="9525">
            <a:noFill/>
            <a:miter lim="800000"/>
            <a:headEnd/>
            <a:tailEnd/>
          </a:ln>
          <a:effectLst/>
        </p:spPr>
        <p:txBody>
          <a:bodyPr vert="eaVert">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200">
                <a:effectLst>
                  <a:outerShdw blurRad="38100" dist="38100" dir="2700000" algn="tl">
                    <a:srgbClr val="000000"/>
                  </a:outerShdw>
                </a:effectLst>
                <a:latin typeface="Times New Roman" panose="02020603050405020304" pitchFamily="18" charset="0"/>
                <a:ea typeface="イワタ中丸ゴシック体(GT)" charset="-128"/>
              </a:rPr>
              <a:t>Cumulative ratio</a:t>
            </a:r>
          </a:p>
        </p:txBody>
      </p:sp>
      <p:sp>
        <p:nvSpPr>
          <p:cNvPr id="500799" name="Text Box 63"/>
          <p:cNvSpPr txBox="1">
            <a:spLocks noChangeArrowheads="1"/>
          </p:cNvSpPr>
          <p:nvPr/>
        </p:nvSpPr>
        <p:spPr bwMode="auto">
          <a:xfrm>
            <a:off x="76200" y="2679700"/>
            <a:ext cx="1758950" cy="304800"/>
          </a:xfrm>
          <a:prstGeom prst="rect">
            <a:avLst/>
          </a:prstGeom>
          <a:noFill/>
          <a:ln w="9525">
            <a:noFill/>
            <a:miter lim="800000"/>
            <a:headEnd/>
            <a:tailEnd/>
          </a:ln>
          <a:effectLst/>
        </p:spPr>
        <p:txBody>
          <a:bodyPr wrap="none">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400">
                <a:solidFill>
                  <a:schemeClr val="folHlink"/>
                </a:solidFill>
                <a:effectLst>
                  <a:outerShdw blurRad="38100" dist="38100" dir="2700000" algn="tl">
                    <a:srgbClr val="000000"/>
                  </a:outerShdw>
                </a:effectLst>
                <a:latin typeface="Times New Roman" panose="02020603050405020304" pitchFamily="18" charset="0"/>
              </a:rPr>
              <a:t>●</a:t>
            </a:r>
            <a:r>
              <a:rPr lang="th-TH" altLang="ja-JP" sz="1400">
                <a:solidFill>
                  <a:schemeClr val="folHlink"/>
                </a:solidFill>
                <a:effectLst>
                  <a:outerShdw blurRad="38100" dist="38100" dir="2700000" algn="tl">
                    <a:srgbClr val="000000"/>
                  </a:outerShdw>
                </a:effectLst>
                <a:latin typeface="Times New Roman" panose="02020603050405020304" pitchFamily="18" charset="0"/>
              </a:rPr>
              <a:t>Put scale on inside</a:t>
            </a:r>
            <a:endParaRPr lang="en-US" altLang="ja-JP" sz="1400">
              <a:solidFill>
                <a:schemeClr val="folHlink"/>
              </a:solidFill>
              <a:effectLst>
                <a:outerShdw blurRad="38100" dist="38100" dir="2700000" algn="tl">
                  <a:srgbClr val="000000"/>
                </a:outerShdw>
              </a:effectLst>
              <a:latin typeface="Times New Roman" panose="02020603050405020304" pitchFamily="18" charset="0"/>
            </a:endParaRPr>
          </a:p>
        </p:txBody>
      </p:sp>
      <p:sp>
        <p:nvSpPr>
          <p:cNvPr id="500800" name="Text Box 64"/>
          <p:cNvSpPr txBox="1">
            <a:spLocks noChangeArrowheads="1"/>
          </p:cNvSpPr>
          <p:nvPr/>
        </p:nvSpPr>
        <p:spPr bwMode="auto">
          <a:xfrm>
            <a:off x="76200" y="3357563"/>
            <a:ext cx="2189163" cy="581025"/>
          </a:xfrm>
          <a:prstGeom prst="rect">
            <a:avLst/>
          </a:prstGeom>
          <a:noFill/>
          <a:ln w="9525">
            <a:noFill/>
            <a:miter lim="800000"/>
            <a:headEnd/>
            <a:tailEnd/>
          </a:ln>
          <a:effectLst/>
        </p:spPr>
        <p:txBody>
          <a:bodyPr wrap="none">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600">
                <a:solidFill>
                  <a:schemeClr val="folHlink"/>
                </a:solidFill>
                <a:effectLst>
                  <a:outerShdw blurRad="38100" dist="38100" dir="2700000" algn="tl">
                    <a:srgbClr val="000000"/>
                  </a:outerShdw>
                </a:effectLst>
                <a:latin typeface="Times New Roman" panose="02020603050405020304" pitchFamily="18" charset="0"/>
              </a:rPr>
              <a:t>●</a:t>
            </a:r>
            <a:r>
              <a:rPr lang="th-TH" altLang="ja-JP" sz="1600">
                <a:solidFill>
                  <a:schemeClr val="folHlink"/>
                </a:solidFill>
                <a:effectLst>
                  <a:outerShdw blurRad="38100" dist="38100" dir="2700000" algn="tl">
                    <a:srgbClr val="000000"/>
                  </a:outerShdw>
                </a:effectLst>
                <a:latin typeface="Times New Roman" panose="02020603050405020304" pitchFamily="18" charset="0"/>
              </a:rPr>
              <a:t>Write characteristic </a:t>
            </a:r>
            <a:endParaRPr lang="th-TH" altLang="ja-JP" sz="1600">
              <a:solidFill>
                <a:schemeClr val="folHlink"/>
              </a:solidFill>
              <a:effectLst>
                <a:outerShdw blurRad="38100" dist="38100" dir="2700000" algn="tl">
                  <a:srgbClr val="000000"/>
                </a:outerShdw>
              </a:effectLst>
              <a:latin typeface="Times New Roman" panose="02020603050405020304" pitchFamily="18" charset="0"/>
              <a:cs typeface="Angsana New" pitchFamily="18" charset="-34"/>
            </a:endParaRPr>
          </a:p>
          <a:p>
            <a:pPr eaLnBrk="1" hangingPunct="1"/>
            <a:r>
              <a:rPr lang="th-TH" altLang="ja-JP" sz="1600">
                <a:solidFill>
                  <a:schemeClr val="folHlink"/>
                </a:solidFill>
                <a:effectLst>
                  <a:outerShdw blurRad="38100" dist="38100" dir="2700000" algn="tl">
                    <a:srgbClr val="000000"/>
                  </a:outerShdw>
                </a:effectLst>
                <a:latin typeface="Times New Roman" panose="02020603050405020304" pitchFamily="18" charset="0"/>
              </a:rPr>
              <a:t>value</a:t>
            </a:r>
            <a:endParaRPr lang="en-US" altLang="ja-JP" sz="1600">
              <a:solidFill>
                <a:schemeClr val="folHlink"/>
              </a:solidFill>
              <a:effectLst>
                <a:outerShdw blurRad="38100" dist="38100" dir="2700000" algn="tl">
                  <a:srgbClr val="000000"/>
                </a:outerShdw>
              </a:effectLst>
              <a:latin typeface="Times New Roman" panose="02020603050405020304" pitchFamily="18" charset="0"/>
            </a:endParaRPr>
          </a:p>
        </p:txBody>
      </p:sp>
      <p:sp>
        <p:nvSpPr>
          <p:cNvPr id="500801" name="Text Box 65"/>
          <p:cNvSpPr txBox="1">
            <a:spLocks noChangeArrowheads="1"/>
          </p:cNvSpPr>
          <p:nvPr/>
        </p:nvSpPr>
        <p:spPr bwMode="auto">
          <a:xfrm>
            <a:off x="76200" y="4005263"/>
            <a:ext cx="2035175" cy="517525"/>
          </a:xfrm>
          <a:prstGeom prst="rect">
            <a:avLst/>
          </a:prstGeom>
          <a:noFill/>
          <a:ln w="9525">
            <a:noFill/>
            <a:miter lim="800000"/>
            <a:headEnd/>
            <a:tailEnd/>
          </a:ln>
          <a:effectLst/>
        </p:spPr>
        <p:txBody>
          <a:bodyPr wrap="none">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400">
                <a:solidFill>
                  <a:schemeClr val="folHlink"/>
                </a:solidFill>
                <a:effectLst>
                  <a:outerShdw blurRad="38100" dist="38100" dir="2700000" algn="tl">
                    <a:srgbClr val="000000"/>
                  </a:outerShdw>
                </a:effectLst>
                <a:latin typeface="Times New Roman" panose="02020603050405020304" pitchFamily="18" charset="0"/>
              </a:rPr>
              <a:t>●</a:t>
            </a:r>
            <a:r>
              <a:rPr lang="th-TH" altLang="ja-JP" sz="1400">
                <a:solidFill>
                  <a:schemeClr val="folHlink"/>
                </a:solidFill>
                <a:effectLst>
                  <a:outerShdw blurRad="38100" dist="38100" dir="2700000" algn="tl">
                    <a:srgbClr val="000000"/>
                  </a:outerShdw>
                </a:effectLst>
                <a:latin typeface="Times New Roman" panose="02020603050405020304" pitchFamily="18" charset="0"/>
              </a:rPr>
              <a:t>Draw cumulative line </a:t>
            </a:r>
            <a:endParaRPr lang="th-TH" altLang="ja-JP" sz="1400">
              <a:solidFill>
                <a:schemeClr val="folHlink"/>
              </a:solidFill>
              <a:effectLst>
                <a:outerShdw blurRad="38100" dist="38100" dir="2700000" algn="tl">
                  <a:srgbClr val="000000"/>
                </a:outerShdw>
              </a:effectLst>
              <a:latin typeface="Times New Roman" panose="02020603050405020304" pitchFamily="18" charset="0"/>
              <a:cs typeface="Angsana New" pitchFamily="18" charset="-34"/>
            </a:endParaRPr>
          </a:p>
          <a:p>
            <a:pPr eaLnBrk="1" hangingPunct="1"/>
            <a:r>
              <a:rPr lang="th-TH" altLang="ja-JP" sz="1400">
                <a:solidFill>
                  <a:schemeClr val="folHlink"/>
                </a:solidFill>
                <a:effectLst>
                  <a:outerShdw blurRad="38100" dist="38100" dir="2700000" algn="tl">
                    <a:srgbClr val="000000"/>
                  </a:outerShdw>
                </a:effectLst>
                <a:latin typeface="Times New Roman" panose="02020603050405020304" pitchFamily="18" charset="0"/>
              </a:rPr>
              <a:t>from the first item</a:t>
            </a:r>
            <a:endParaRPr lang="en-US" altLang="ja-JP" sz="1400">
              <a:solidFill>
                <a:schemeClr val="folHlink"/>
              </a:solidFill>
              <a:effectLst>
                <a:outerShdw blurRad="38100" dist="38100" dir="2700000" algn="tl">
                  <a:srgbClr val="000000"/>
                </a:outerShdw>
              </a:effectLst>
              <a:latin typeface="Times New Roman" panose="02020603050405020304" pitchFamily="18" charset="0"/>
            </a:endParaRPr>
          </a:p>
        </p:txBody>
      </p:sp>
      <p:sp>
        <p:nvSpPr>
          <p:cNvPr id="500802" name="Text Box 66"/>
          <p:cNvSpPr txBox="1">
            <a:spLocks noChangeArrowheads="1"/>
          </p:cNvSpPr>
          <p:nvPr/>
        </p:nvSpPr>
        <p:spPr bwMode="auto">
          <a:xfrm>
            <a:off x="76200" y="5038725"/>
            <a:ext cx="2359025" cy="304800"/>
          </a:xfrm>
          <a:prstGeom prst="rect">
            <a:avLst/>
          </a:prstGeom>
          <a:noFill/>
          <a:ln w="9525">
            <a:noFill/>
            <a:miter lim="800000"/>
            <a:headEnd/>
            <a:tailEnd/>
          </a:ln>
          <a:effectLst/>
        </p:spPr>
        <p:txBody>
          <a:bodyPr wrap="none">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400">
                <a:solidFill>
                  <a:schemeClr val="folHlink"/>
                </a:solidFill>
                <a:latin typeface="Times New Roman" panose="02020603050405020304" pitchFamily="18" charset="0"/>
              </a:rPr>
              <a:t>●</a:t>
            </a:r>
            <a:r>
              <a:rPr lang="th-TH" altLang="ja-JP" sz="1400">
                <a:solidFill>
                  <a:schemeClr val="folHlink"/>
                </a:solidFill>
                <a:latin typeface="Times New Roman" panose="02020603050405020304" pitchFamily="18" charset="0"/>
              </a:rPr>
              <a:t>Do not forget to fill in “0”</a:t>
            </a:r>
            <a:r>
              <a:rPr lang="en-US" altLang="ja-JP" sz="1400">
                <a:solidFill>
                  <a:schemeClr val="folHlink"/>
                </a:solidFill>
                <a:effectLst>
                  <a:outerShdw blurRad="38100" dist="38100" dir="2700000" algn="tl">
                    <a:srgbClr val="000000"/>
                  </a:outerShdw>
                </a:effectLst>
                <a:latin typeface="Times New Roman" panose="02020603050405020304" pitchFamily="18" charset="0"/>
              </a:rPr>
              <a:t> </a:t>
            </a:r>
          </a:p>
        </p:txBody>
      </p:sp>
      <p:sp>
        <p:nvSpPr>
          <p:cNvPr id="500803" name="Line 67"/>
          <p:cNvSpPr>
            <a:spLocks noChangeShapeType="1"/>
          </p:cNvSpPr>
          <p:nvPr/>
        </p:nvSpPr>
        <p:spPr bwMode="auto">
          <a:xfrm>
            <a:off x="2097088" y="1998663"/>
            <a:ext cx="1347787" cy="0"/>
          </a:xfrm>
          <a:prstGeom prst="line">
            <a:avLst/>
          </a:prstGeom>
          <a:noFill/>
          <a:ln w="38100">
            <a:solidFill>
              <a:schemeClr val="folHlink"/>
            </a:solidFill>
            <a:round/>
            <a:headEnd/>
            <a:tailEnd type="triangle" w="sm" len="sm"/>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0804" name="Line 68"/>
          <p:cNvSpPr>
            <a:spLocks noChangeShapeType="1"/>
          </p:cNvSpPr>
          <p:nvPr/>
        </p:nvSpPr>
        <p:spPr bwMode="auto">
          <a:xfrm>
            <a:off x="1600200" y="3733800"/>
            <a:ext cx="990600" cy="0"/>
          </a:xfrm>
          <a:prstGeom prst="line">
            <a:avLst/>
          </a:prstGeom>
          <a:noFill/>
          <a:ln w="38100">
            <a:solidFill>
              <a:schemeClr val="folHlink"/>
            </a:solidFill>
            <a:round/>
            <a:headEnd/>
            <a:tailEnd type="triangle" w="sm" len="sm"/>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0805" name="Line 69"/>
          <p:cNvSpPr>
            <a:spLocks noChangeShapeType="1"/>
          </p:cNvSpPr>
          <p:nvPr/>
        </p:nvSpPr>
        <p:spPr bwMode="auto">
          <a:xfrm flipV="1">
            <a:off x="1851025" y="2312988"/>
            <a:ext cx="1471613" cy="469900"/>
          </a:xfrm>
          <a:prstGeom prst="line">
            <a:avLst/>
          </a:prstGeom>
          <a:noFill/>
          <a:ln w="38100">
            <a:solidFill>
              <a:schemeClr val="folHlink"/>
            </a:solidFill>
            <a:round/>
            <a:headEnd/>
            <a:tailEnd type="triangle" w="sm" len="sm"/>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0806" name="Text Box 70"/>
          <p:cNvSpPr txBox="1">
            <a:spLocks noChangeArrowheads="1"/>
          </p:cNvSpPr>
          <p:nvPr/>
        </p:nvSpPr>
        <p:spPr bwMode="auto">
          <a:xfrm>
            <a:off x="76200" y="1735138"/>
            <a:ext cx="1897063" cy="517525"/>
          </a:xfrm>
          <a:prstGeom prst="rect">
            <a:avLst/>
          </a:prstGeom>
          <a:noFill/>
          <a:ln w="9525">
            <a:noFill/>
            <a:miter lim="800000"/>
            <a:headEnd/>
            <a:tailEnd/>
          </a:ln>
          <a:effectLst/>
        </p:spPr>
        <p:txBody>
          <a:bodyPr wrap="none">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400">
                <a:solidFill>
                  <a:schemeClr val="folHlink"/>
                </a:solidFill>
                <a:effectLst>
                  <a:outerShdw blurRad="38100" dist="38100" dir="2700000" algn="tl">
                    <a:srgbClr val="000000"/>
                  </a:outerShdw>
                </a:effectLst>
                <a:latin typeface="Times New Roman" panose="02020603050405020304" pitchFamily="18" charset="0"/>
              </a:rPr>
              <a:t>● </a:t>
            </a:r>
            <a:r>
              <a:rPr lang="th-TH" altLang="ja-JP" sz="1400">
                <a:solidFill>
                  <a:schemeClr val="folHlink"/>
                </a:solidFill>
                <a:effectLst>
                  <a:outerShdw blurRad="38100" dist="38100" dir="2700000" algn="tl">
                    <a:srgbClr val="000000"/>
                  </a:outerShdw>
                </a:effectLst>
                <a:latin typeface="Times New Roman" panose="02020603050405020304" pitchFamily="18" charset="0"/>
              </a:rPr>
              <a:t>Enter the period of </a:t>
            </a:r>
            <a:endParaRPr lang="th-TH" altLang="ja-JP" sz="1400">
              <a:solidFill>
                <a:schemeClr val="folHlink"/>
              </a:solidFill>
              <a:effectLst>
                <a:outerShdw blurRad="38100" dist="38100" dir="2700000" algn="tl">
                  <a:srgbClr val="000000"/>
                </a:outerShdw>
              </a:effectLst>
              <a:latin typeface="Times New Roman" panose="02020603050405020304" pitchFamily="18" charset="0"/>
              <a:cs typeface="Angsana New" pitchFamily="18" charset="-34"/>
            </a:endParaRPr>
          </a:p>
          <a:p>
            <a:pPr eaLnBrk="1" hangingPunct="1"/>
            <a:r>
              <a:rPr lang="th-TH" altLang="ja-JP" sz="1400">
                <a:solidFill>
                  <a:schemeClr val="folHlink"/>
                </a:solidFill>
                <a:effectLst>
                  <a:outerShdw blurRad="38100" dist="38100" dir="2700000" algn="tl">
                    <a:srgbClr val="000000"/>
                  </a:outerShdw>
                </a:effectLst>
                <a:latin typeface="Times New Roman" panose="02020603050405020304" pitchFamily="18" charset="0"/>
              </a:rPr>
              <a:t>collecting the data </a:t>
            </a:r>
            <a:r>
              <a:rPr lang="en-US" altLang="ja-JP" sz="1400">
                <a:solidFill>
                  <a:schemeClr val="folHlink"/>
                </a:solidFill>
                <a:effectLst>
                  <a:outerShdw blurRad="38100" dist="38100" dir="2700000" algn="tl">
                    <a:srgbClr val="000000"/>
                  </a:outerShdw>
                </a:effectLst>
                <a:latin typeface="Times New Roman" panose="02020603050405020304" pitchFamily="18" charset="0"/>
              </a:rPr>
              <a:t>n</a:t>
            </a:r>
          </a:p>
        </p:txBody>
      </p:sp>
      <p:sp>
        <p:nvSpPr>
          <p:cNvPr id="500807" name="Text Box 71"/>
          <p:cNvSpPr txBox="1">
            <a:spLocks noChangeArrowheads="1"/>
          </p:cNvSpPr>
          <p:nvPr/>
        </p:nvSpPr>
        <p:spPr bwMode="auto">
          <a:xfrm>
            <a:off x="7113588" y="1312863"/>
            <a:ext cx="2892425" cy="304800"/>
          </a:xfrm>
          <a:prstGeom prst="rect">
            <a:avLst/>
          </a:prstGeom>
          <a:noFill/>
          <a:ln w="9525">
            <a:noFill/>
            <a:miter lim="800000"/>
            <a:headEnd/>
            <a:tailEnd/>
          </a:ln>
          <a:effectLst/>
        </p:spPr>
        <p:txBody>
          <a:bodyPr wrap="none">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400">
                <a:solidFill>
                  <a:schemeClr val="folHlink"/>
                </a:solidFill>
                <a:effectLst>
                  <a:outerShdw blurRad="38100" dist="38100" dir="2700000" algn="tl">
                    <a:srgbClr val="000000"/>
                  </a:outerShdw>
                </a:effectLst>
                <a:latin typeface="Times New Roman" panose="02020603050405020304" pitchFamily="18" charset="0"/>
              </a:rPr>
              <a:t>●</a:t>
            </a:r>
            <a:r>
              <a:rPr lang="th-TH" altLang="ja-JP" sz="1400">
                <a:solidFill>
                  <a:schemeClr val="folHlink"/>
                </a:solidFill>
                <a:effectLst>
                  <a:outerShdw blurRad="38100" dist="38100" dir="2700000" algn="tl">
                    <a:srgbClr val="000000"/>
                  </a:outerShdw>
                </a:effectLst>
                <a:latin typeface="Times New Roman" panose="02020603050405020304" pitchFamily="18" charset="0"/>
              </a:rPr>
              <a:t>Do not extend furthe</a:t>
            </a:r>
            <a:r>
              <a:rPr lang="en-US" altLang="ja-JP" sz="1400">
                <a:solidFill>
                  <a:schemeClr val="folHlink"/>
                </a:solidFill>
                <a:effectLst>
                  <a:outerShdw blurRad="38100" dist="38100" dir="2700000" algn="tl">
                    <a:srgbClr val="000000"/>
                  </a:outerShdw>
                </a:effectLst>
                <a:latin typeface="Times New Roman" panose="02020603050405020304" pitchFamily="18" charset="0"/>
              </a:rPr>
              <a:t>r</a:t>
            </a:r>
            <a:r>
              <a:rPr lang="th-TH" altLang="ja-JP" sz="1400">
                <a:solidFill>
                  <a:schemeClr val="folHlink"/>
                </a:solidFill>
                <a:effectLst>
                  <a:outerShdw blurRad="38100" dist="38100" dir="2700000" algn="tl">
                    <a:srgbClr val="000000"/>
                  </a:outerShdw>
                </a:effectLst>
                <a:latin typeface="Times New Roman" panose="02020603050405020304" pitchFamily="18" charset="0"/>
              </a:rPr>
              <a:t> than </a:t>
            </a:r>
            <a:r>
              <a:rPr lang="en-US" altLang="ja-JP" sz="1400">
                <a:solidFill>
                  <a:schemeClr val="folHlink"/>
                </a:solidFill>
                <a:effectLst>
                  <a:outerShdw blurRad="38100" dist="38100" dir="2700000" algn="tl">
                    <a:srgbClr val="000000"/>
                  </a:outerShdw>
                </a:effectLst>
                <a:latin typeface="Times New Roman" panose="02020603050405020304" pitchFamily="18" charset="0"/>
              </a:rPr>
              <a:t>100%</a:t>
            </a:r>
          </a:p>
        </p:txBody>
      </p:sp>
      <p:sp>
        <p:nvSpPr>
          <p:cNvPr id="500808" name="Line 72"/>
          <p:cNvSpPr>
            <a:spLocks noChangeShapeType="1"/>
          </p:cNvSpPr>
          <p:nvPr/>
        </p:nvSpPr>
        <p:spPr bwMode="auto">
          <a:xfrm>
            <a:off x="2341563" y="5133975"/>
            <a:ext cx="612775" cy="0"/>
          </a:xfrm>
          <a:prstGeom prst="line">
            <a:avLst/>
          </a:prstGeom>
          <a:noFill/>
          <a:ln w="38100">
            <a:solidFill>
              <a:schemeClr val="folHlink"/>
            </a:solidFill>
            <a:round/>
            <a:headEnd/>
            <a:tailEnd type="triangle" w="sm" len="sm"/>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0809" name="Text Box 73"/>
          <p:cNvSpPr txBox="1">
            <a:spLocks noChangeArrowheads="1"/>
          </p:cNvSpPr>
          <p:nvPr/>
        </p:nvSpPr>
        <p:spPr bwMode="auto">
          <a:xfrm>
            <a:off x="7467600" y="2001838"/>
            <a:ext cx="1949450" cy="517525"/>
          </a:xfrm>
          <a:prstGeom prst="rect">
            <a:avLst/>
          </a:prstGeom>
          <a:noFill/>
          <a:ln w="9525">
            <a:noFill/>
            <a:miter lim="800000"/>
            <a:headEnd/>
            <a:tailEnd/>
          </a:ln>
          <a:effectLst/>
        </p:spPr>
        <p:txBody>
          <a:bodyPr wrap="none">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400">
                <a:solidFill>
                  <a:schemeClr val="folHlink"/>
                </a:solidFill>
                <a:effectLst>
                  <a:outerShdw blurRad="38100" dist="38100" dir="2700000" algn="tl">
                    <a:srgbClr val="000000"/>
                  </a:outerShdw>
                </a:effectLst>
                <a:latin typeface="Times New Roman" panose="02020603050405020304" pitchFamily="18" charset="0"/>
              </a:rPr>
              <a:t>●</a:t>
            </a:r>
            <a:r>
              <a:rPr lang="th-TH" altLang="ja-JP" sz="1400">
                <a:solidFill>
                  <a:schemeClr val="folHlink"/>
                </a:solidFill>
                <a:effectLst>
                  <a:outerShdw blurRad="38100" dist="38100" dir="2700000" algn="tl">
                    <a:srgbClr val="000000"/>
                  </a:outerShdw>
                </a:effectLst>
                <a:latin typeface="Times New Roman" panose="02020603050405020304" pitchFamily="18" charset="0"/>
              </a:rPr>
              <a:t>The scale is taken as </a:t>
            </a:r>
            <a:endParaRPr lang="th-TH" altLang="ja-JP" sz="1400">
              <a:solidFill>
                <a:schemeClr val="folHlink"/>
              </a:solidFill>
              <a:effectLst>
                <a:outerShdw blurRad="38100" dist="38100" dir="2700000" algn="tl">
                  <a:srgbClr val="000000"/>
                </a:outerShdw>
              </a:effectLst>
              <a:latin typeface="Times New Roman" panose="02020603050405020304" pitchFamily="18" charset="0"/>
              <a:cs typeface="Angsana New" pitchFamily="18" charset="-34"/>
            </a:endParaRPr>
          </a:p>
          <a:p>
            <a:pPr eaLnBrk="1" hangingPunct="1"/>
            <a:r>
              <a:rPr lang="th-TH" altLang="ja-JP" sz="1400">
                <a:solidFill>
                  <a:schemeClr val="folHlink"/>
                </a:solidFill>
                <a:effectLst>
                  <a:outerShdw blurRad="38100" dist="38100" dir="2700000" algn="tl">
                    <a:srgbClr val="000000"/>
                  </a:outerShdw>
                </a:effectLst>
                <a:latin typeface="Times New Roman" panose="02020603050405020304" pitchFamily="18" charset="0"/>
              </a:rPr>
              <a:t>a square overall</a:t>
            </a:r>
            <a:endParaRPr lang="en-US" altLang="ja-JP" sz="1400">
              <a:solidFill>
                <a:schemeClr val="folHlink"/>
              </a:solidFill>
              <a:effectLst>
                <a:outerShdw blurRad="38100" dist="38100" dir="2700000" algn="tl">
                  <a:srgbClr val="000000"/>
                </a:outerShdw>
              </a:effectLst>
              <a:latin typeface="Times New Roman" panose="02020603050405020304" pitchFamily="18" charset="0"/>
            </a:endParaRPr>
          </a:p>
        </p:txBody>
      </p:sp>
      <p:sp>
        <p:nvSpPr>
          <p:cNvPr id="500810" name="Text Box 74"/>
          <p:cNvSpPr txBox="1">
            <a:spLocks noChangeArrowheads="1"/>
          </p:cNvSpPr>
          <p:nvPr/>
        </p:nvSpPr>
        <p:spPr bwMode="auto">
          <a:xfrm>
            <a:off x="7467600" y="2660650"/>
            <a:ext cx="184150" cy="274638"/>
          </a:xfrm>
          <a:prstGeom prst="rect">
            <a:avLst/>
          </a:prstGeom>
          <a:noFill/>
          <a:ln w="9525">
            <a:noFill/>
            <a:miter lim="800000"/>
            <a:headEnd/>
            <a:tailEnd/>
          </a:ln>
          <a:effectLst/>
        </p:spPr>
        <p:txBody>
          <a:bodyPr wrap="none">
            <a:spAutoFit/>
          </a:bodyPr>
          <a:lstStyle/>
          <a:p>
            <a:pPr>
              <a:defRPr/>
            </a:pPr>
            <a:endParaRPr lang="en-US" sz="1200">
              <a:solidFill>
                <a:schemeClr val="folHlink"/>
              </a:solidFill>
              <a:effectLst>
                <a:outerShdw blurRad="38100" dist="38100" dir="2700000" algn="tl">
                  <a:srgbClr val="000000"/>
                </a:outerShdw>
              </a:effectLst>
            </a:endParaRPr>
          </a:p>
        </p:txBody>
      </p:sp>
      <p:sp>
        <p:nvSpPr>
          <p:cNvPr id="500811" name="Text Box 75"/>
          <p:cNvSpPr txBox="1">
            <a:spLocks noChangeArrowheads="1"/>
          </p:cNvSpPr>
          <p:nvPr/>
        </p:nvSpPr>
        <p:spPr bwMode="auto">
          <a:xfrm>
            <a:off x="7467600" y="3883025"/>
            <a:ext cx="2479675" cy="304800"/>
          </a:xfrm>
          <a:prstGeom prst="rect">
            <a:avLst/>
          </a:prstGeom>
          <a:noFill/>
          <a:ln w="9525">
            <a:noFill/>
            <a:miter lim="800000"/>
            <a:headEnd/>
            <a:tailEnd/>
          </a:ln>
          <a:effectLst/>
        </p:spPr>
        <p:txBody>
          <a:bodyPr wrap="none">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400">
                <a:solidFill>
                  <a:schemeClr val="folHlink"/>
                </a:solidFill>
                <a:effectLst>
                  <a:outerShdw blurRad="38100" dist="38100" dir="2700000" algn="tl">
                    <a:srgbClr val="000000"/>
                  </a:outerShdw>
                </a:effectLst>
                <a:latin typeface="Times New Roman" panose="02020603050405020304" pitchFamily="18" charset="0"/>
              </a:rPr>
              <a:t>●</a:t>
            </a:r>
            <a:r>
              <a:rPr lang="th-TH" altLang="ja-JP" sz="1400">
                <a:solidFill>
                  <a:schemeClr val="folHlink"/>
                </a:solidFill>
                <a:effectLst>
                  <a:outerShdw blurRad="38100" dist="38100" dir="2700000" algn="tl">
                    <a:srgbClr val="000000"/>
                  </a:outerShdw>
                </a:effectLst>
                <a:latin typeface="Times New Roman" panose="02020603050405020304" pitchFamily="18" charset="0"/>
              </a:rPr>
              <a:t>Write cumulative ratio here</a:t>
            </a:r>
            <a:endParaRPr lang="en-US" altLang="ja-JP" sz="1400">
              <a:solidFill>
                <a:schemeClr val="folHlink"/>
              </a:solidFill>
              <a:effectLst>
                <a:outerShdw blurRad="38100" dist="38100" dir="2700000" algn="tl">
                  <a:srgbClr val="000000"/>
                </a:outerShdw>
              </a:effectLst>
              <a:latin typeface="Times New Roman" panose="02020603050405020304" pitchFamily="18" charset="0"/>
            </a:endParaRPr>
          </a:p>
        </p:txBody>
      </p:sp>
      <p:sp>
        <p:nvSpPr>
          <p:cNvPr id="500812" name="Text Box 76"/>
          <p:cNvSpPr txBox="1">
            <a:spLocks noChangeArrowheads="1"/>
          </p:cNvSpPr>
          <p:nvPr/>
        </p:nvSpPr>
        <p:spPr bwMode="auto">
          <a:xfrm>
            <a:off x="7185025" y="4419600"/>
            <a:ext cx="2403475" cy="336550"/>
          </a:xfrm>
          <a:prstGeom prst="rect">
            <a:avLst/>
          </a:prstGeom>
          <a:noFill/>
          <a:ln w="9525">
            <a:noFill/>
            <a:miter lim="800000"/>
            <a:headEnd/>
            <a:tailEnd/>
          </a:ln>
          <a:effectLst/>
        </p:spPr>
        <p:txBody>
          <a:bodyPr wrap="none">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400">
                <a:solidFill>
                  <a:schemeClr val="folHlink"/>
                </a:solidFill>
                <a:effectLst>
                  <a:outerShdw blurRad="38100" dist="38100" dir="2700000" algn="tl">
                    <a:srgbClr val="000000"/>
                  </a:outerShdw>
                </a:effectLst>
                <a:latin typeface="Times New Roman" panose="02020603050405020304" pitchFamily="18" charset="0"/>
              </a:rPr>
              <a:t>●</a:t>
            </a:r>
            <a:r>
              <a:rPr lang="th-TH" altLang="ja-JP" sz="1400">
                <a:solidFill>
                  <a:schemeClr val="folHlink"/>
                </a:solidFill>
                <a:effectLst>
                  <a:outerShdw blurRad="38100" dist="38100" dir="2700000" algn="tl">
                    <a:srgbClr val="000000"/>
                  </a:outerShdw>
                </a:effectLst>
                <a:latin typeface="Times New Roman" panose="02020603050405020304" pitchFamily="18" charset="0"/>
                <a:cs typeface="Angsana New" pitchFamily="18" charset="-34"/>
              </a:rPr>
              <a:t> </a:t>
            </a:r>
            <a:r>
              <a:rPr lang="en-US" altLang="ja-JP" sz="1400">
                <a:solidFill>
                  <a:schemeClr val="folHlink"/>
                </a:solidFill>
                <a:effectLst>
                  <a:outerShdw blurRad="38100" dist="38100" dir="2700000" algn="tl">
                    <a:srgbClr val="000000"/>
                  </a:outerShdw>
                </a:effectLst>
                <a:latin typeface="Times New Roman" panose="02020603050405020304" pitchFamily="18" charset="0"/>
                <a:cs typeface="Angsana New" pitchFamily="18" charset="-34"/>
              </a:rPr>
              <a:t>  </a:t>
            </a:r>
            <a:r>
              <a:rPr lang="en-US" altLang="ja-JP" sz="1600">
                <a:effectLst>
                  <a:outerShdw blurRad="38100" dist="38100" dir="2700000" algn="tl">
                    <a:srgbClr val="000000"/>
                  </a:outerShdw>
                </a:effectLst>
              </a:rPr>
              <a:t>●</a:t>
            </a:r>
            <a:r>
              <a:rPr lang="th-TH" altLang="ja-JP" sz="1400">
                <a:solidFill>
                  <a:schemeClr val="folHlink"/>
                </a:solidFill>
                <a:effectLst>
                  <a:outerShdw blurRad="38100" dist="38100" dir="2700000" algn="tl">
                    <a:srgbClr val="000000"/>
                  </a:outerShdw>
                </a:effectLst>
                <a:latin typeface="Times New Roman" panose="02020603050405020304" pitchFamily="18" charset="0"/>
              </a:rPr>
              <a:t>Draw the point clearly</a:t>
            </a:r>
            <a:endParaRPr lang="en-US" altLang="ja-JP" sz="1400">
              <a:solidFill>
                <a:schemeClr val="folHlink"/>
              </a:solidFill>
              <a:effectLst>
                <a:outerShdw blurRad="38100" dist="38100" dir="2700000" algn="tl">
                  <a:srgbClr val="000000"/>
                </a:outerShdw>
              </a:effectLst>
              <a:latin typeface="Times New Roman" panose="02020603050405020304" pitchFamily="18" charset="0"/>
            </a:endParaRPr>
          </a:p>
        </p:txBody>
      </p:sp>
      <p:sp>
        <p:nvSpPr>
          <p:cNvPr id="500813" name="Text Box 77"/>
          <p:cNvSpPr txBox="1">
            <a:spLocks noChangeArrowheads="1"/>
          </p:cNvSpPr>
          <p:nvPr/>
        </p:nvSpPr>
        <p:spPr bwMode="auto">
          <a:xfrm>
            <a:off x="7200900" y="5292725"/>
            <a:ext cx="2716213" cy="517525"/>
          </a:xfrm>
          <a:prstGeom prst="rect">
            <a:avLst/>
          </a:prstGeom>
          <a:noFill/>
          <a:ln w="9525">
            <a:noFill/>
            <a:miter lim="800000"/>
            <a:headEnd/>
            <a:tailEnd/>
          </a:ln>
          <a:effectLst/>
        </p:spPr>
        <p:txBody>
          <a:bodyPr wrap="none">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400">
                <a:solidFill>
                  <a:schemeClr val="folHlink"/>
                </a:solidFill>
                <a:effectLst>
                  <a:outerShdw blurRad="38100" dist="38100" dir="2700000" algn="tl">
                    <a:srgbClr val="000000"/>
                  </a:outerShdw>
                </a:effectLst>
                <a:latin typeface="Times New Roman" panose="02020603050405020304" pitchFamily="18" charset="0"/>
              </a:rPr>
              <a:t>● </a:t>
            </a:r>
            <a:r>
              <a:rPr lang="th-TH" altLang="ja-JP" sz="1400">
                <a:solidFill>
                  <a:schemeClr val="folHlink"/>
                </a:solidFill>
                <a:effectLst>
                  <a:outerShdw blurRad="38100" dist="38100" dir="2700000" algn="tl">
                    <a:srgbClr val="000000"/>
                  </a:outerShdw>
                </a:effectLst>
                <a:latin typeface="Times New Roman" panose="02020603050405020304" pitchFamily="18" charset="0"/>
              </a:rPr>
              <a:t>Enter other data at right edge </a:t>
            </a:r>
            <a:endParaRPr lang="th-TH" altLang="ja-JP" sz="1400">
              <a:solidFill>
                <a:schemeClr val="folHlink"/>
              </a:solidFill>
              <a:effectLst>
                <a:outerShdw blurRad="38100" dist="38100" dir="2700000" algn="tl">
                  <a:srgbClr val="000000"/>
                </a:outerShdw>
              </a:effectLst>
              <a:latin typeface="Times New Roman" panose="02020603050405020304" pitchFamily="18" charset="0"/>
              <a:cs typeface="Angsana New" pitchFamily="18" charset="-34"/>
            </a:endParaRPr>
          </a:p>
          <a:p>
            <a:pPr eaLnBrk="1" hangingPunct="1"/>
            <a:r>
              <a:rPr lang="th-TH" altLang="ja-JP" sz="1400">
                <a:solidFill>
                  <a:schemeClr val="folHlink"/>
                </a:solidFill>
                <a:effectLst>
                  <a:outerShdw blurRad="38100" dist="38100" dir="2700000" algn="tl">
                    <a:srgbClr val="000000"/>
                  </a:outerShdw>
                </a:effectLst>
                <a:latin typeface="Times New Roman" panose="02020603050405020304" pitchFamily="18" charset="0"/>
              </a:rPr>
              <a:t>even if the figure s high</a:t>
            </a:r>
            <a:endParaRPr lang="en-US" altLang="ja-JP" sz="1400">
              <a:solidFill>
                <a:schemeClr val="folHlink"/>
              </a:solidFill>
              <a:effectLst>
                <a:outerShdw blurRad="38100" dist="38100" dir="2700000" algn="tl">
                  <a:srgbClr val="000000"/>
                </a:outerShdw>
              </a:effectLst>
              <a:latin typeface="Times New Roman" panose="02020603050405020304" pitchFamily="18" charset="0"/>
            </a:endParaRPr>
          </a:p>
        </p:txBody>
      </p:sp>
      <p:sp>
        <p:nvSpPr>
          <p:cNvPr id="500814" name="Text Box 78"/>
          <p:cNvSpPr txBox="1">
            <a:spLocks noChangeArrowheads="1"/>
          </p:cNvSpPr>
          <p:nvPr/>
        </p:nvSpPr>
        <p:spPr bwMode="auto">
          <a:xfrm>
            <a:off x="7467600" y="6413500"/>
            <a:ext cx="2373313" cy="274638"/>
          </a:xfrm>
          <a:prstGeom prst="rect">
            <a:avLst/>
          </a:prstGeom>
          <a:noFill/>
          <a:ln w="9525">
            <a:noFill/>
            <a:miter lim="800000"/>
            <a:headEnd/>
            <a:tailEnd/>
          </a:ln>
          <a:effectLst/>
        </p:spPr>
        <p:txBody>
          <a:bodyPr wrap="none">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000">
                <a:solidFill>
                  <a:schemeClr val="folHlink"/>
                </a:solidFill>
                <a:effectLst>
                  <a:outerShdw blurRad="38100" dist="38100" dir="2700000" algn="tl">
                    <a:srgbClr val="000000"/>
                  </a:outerShdw>
                </a:effectLst>
                <a:latin typeface="Times New Roman" panose="02020603050405020304" pitchFamily="18" charset="0"/>
              </a:rPr>
              <a:t>●  </a:t>
            </a:r>
            <a:r>
              <a:rPr lang="en-US" altLang="ja-JP" sz="1200">
                <a:solidFill>
                  <a:schemeClr val="folHlink"/>
                </a:solidFill>
                <a:effectLst>
                  <a:outerShdw blurRad="38100" dist="38100" dir="2700000" algn="tl">
                    <a:srgbClr val="000000"/>
                  </a:outerShdw>
                </a:effectLst>
                <a:latin typeface="Times New Roman" panose="02020603050405020304" pitchFamily="18" charset="0"/>
                <a:ea typeface="イワタ中丸ゴシック体(GT)" charset="-128"/>
                <a:cs typeface="Angsana New" pitchFamily="18" charset="-34"/>
              </a:rPr>
              <a:t>Write name chart and number</a:t>
            </a:r>
          </a:p>
        </p:txBody>
      </p:sp>
      <p:sp>
        <p:nvSpPr>
          <p:cNvPr id="500815" name="Line 79"/>
          <p:cNvSpPr>
            <a:spLocks noChangeShapeType="1"/>
          </p:cNvSpPr>
          <p:nvPr/>
        </p:nvSpPr>
        <p:spPr bwMode="auto">
          <a:xfrm>
            <a:off x="1484313" y="4506913"/>
            <a:ext cx="1960562" cy="0"/>
          </a:xfrm>
          <a:prstGeom prst="line">
            <a:avLst/>
          </a:prstGeom>
          <a:noFill/>
          <a:ln w="38100">
            <a:solidFill>
              <a:schemeClr val="folHlink"/>
            </a:solidFill>
            <a:round/>
            <a:headEnd/>
            <a:tailEnd type="triangle" w="sm" len="sm"/>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0816" name="Line 80"/>
          <p:cNvSpPr>
            <a:spLocks noChangeShapeType="1"/>
          </p:cNvSpPr>
          <p:nvPr/>
        </p:nvSpPr>
        <p:spPr bwMode="auto">
          <a:xfrm flipH="1" flipV="1">
            <a:off x="7010400" y="1828800"/>
            <a:ext cx="457200" cy="304800"/>
          </a:xfrm>
          <a:prstGeom prst="line">
            <a:avLst/>
          </a:prstGeom>
          <a:noFill/>
          <a:ln w="38100">
            <a:solidFill>
              <a:schemeClr val="folHlink"/>
            </a:solidFill>
            <a:round/>
            <a:headEnd/>
            <a:tailEnd type="triangle" w="sm" len="sm"/>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0817" name="Line 81"/>
          <p:cNvSpPr>
            <a:spLocks noChangeShapeType="1"/>
          </p:cNvSpPr>
          <p:nvPr/>
        </p:nvSpPr>
        <p:spPr bwMode="auto">
          <a:xfrm flipH="1">
            <a:off x="6019800" y="2819400"/>
            <a:ext cx="1471613" cy="0"/>
          </a:xfrm>
          <a:prstGeom prst="line">
            <a:avLst/>
          </a:prstGeom>
          <a:noFill/>
          <a:ln w="38100">
            <a:solidFill>
              <a:schemeClr val="folHlink"/>
            </a:solidFill>
            <a:round/>
            <a:headEnd/>
            <a:tailEnd type="triangle" w="sm" len="sm"/>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0818" name="Line 82"/>
          <p:cNvSpPr>
            <a:spLocks noChangeShapeType="1"/>
          </p:cNvSpPr>
          <p:nvPr/>
        </p:nvSpPr>
        <p:spPr bwMode="auto">
          <a:xfrm flipH="1" flipV="1">
            <a:off x="7119938" y="3567113"/>
            <a:ext cx="354012" cy="366712"/>
          </a:xfrm>
          <a:prstGeom prst="line">
            <a:avLst/>
          </a:prstGeom>
          <a:noFill/>
          <a:ln w="38100">
            <a:solidFill>
              <a:schemeClr val="folHlink"/>
            </a:solidFill>
            <a:round/>
            <a:headEnd/>
            <a:tailEnd type="triangle" w="sm" len="sm"/>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0819" name="Line 83"/>
          <p:cNvSpPr>
            <a:spLocks noChangeShapeType="1"/>
          </p:cNvSpPr>
          <p:nvPr/>
        </p:nvSpPr>
        <p:spPr bwMode="auto">
          <a:xfrm flipH="1" flipV="1">
            <a:off x="5037138" y="3097213"/>
            <a:ext cx="2206625" cy="1409700"/>
          </a:xfrm>
          <a:prstGeom prst="line">
            <a:avLst/>
          </a:prstGeom>
          <a:noFill/>
          <a:ln w="38100">
            <a:solidFill>
              <a:schemeClr val="folHlink"/>
            </a:solidFill>
            <a:round/>
            <a:headEnd/>
            <a:tailEnd type="triangle" w="sm" len="sm"/>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0820" name="Line 84"/>
          <p:cNvSpPr>
            <a:spLocks noChangeShapeType="1"/>
          </p:cNvSpPr>
          <p:nvPr/>
        </p:nvSpPr>
        <p:spPr bwMode="auto">
          <a:xfrm flipH="1" flipV="1">
            <a:off x="6262688" y="4976813"/>
            <a:ext cx="981075" cy="469900"/>
          </a:xfrm>
          <a:prstGeom prst="line">
            <a:avLst/>
          </a:prstGeom>
          <a:noFill/>
          <a:ln w="38100">
            <a:solidFill>
              <a:schemeClr val="folHlink"/>
            </a:solidFill>
            <a:round/>
            <a:headEnd/>
            <a:tailEnd type="triangle" w="sm" len="sm"/>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0821" name="Line 85"/>
          <p:cNvSpPr>
            <a:spLocks noChangeShapeType="1"/>
          </p:cNvSpPr>
          <p:nvPr/>
        </p:nvSpPr>
        <p:spPr bwMode="auto">
          <a:xfrm flipH="1">
            <a:off x="6858000" y="6553200"/>
            <a:ext cx="609600" cy="76200"/>
          </a:xfrm>
          <a:prstGeom prst="line">
            <a:avLst/>
          </a:prstGeom>
          <a:noFill/>
          <a:ln w="38100">
            <a:solidFill>
              <a:schemeClr val="folHlink"/>
            </a:solidFill>
            <a:round/>
            <a:headEnd/>
            <a:tailEnd type="triangle" w="sm" len="sm"/>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0822" name="Oval 86"/>
          <p:cNvSpPr>
            <a:spLocks noChangeArrowheads="1"/>
          </p:cNvSpPr>
          <p:nvPr/>
        </p:nvSpPr>
        <p:spPr bwMode="auto">
          <a:xfrm>
            <a:off x="6429375" y="1433513"/>
            <a:ext cx="276225" cy="471487"/>
          </a:xfrm>
          <a:prstGeom prst="ellipse">
            <a:avLst/>
          </a:prstGeom>
          <a:noFill/>
          <a:ln w="34925">
            <a:solidFill>
              <a:srgbClr val="FF00FF"/>
            </a:solidFill>
            <a:round/>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00823" name="Line 87"/>
          <p:cNvSpPr>
            <a:spLocks noChangeShapeType="1"/>
          </p:cNvSpPr>
          <p:nvPr/>
        </p:nvSpPr>
        <p:spPr bwMode="auto">
          <a:xfrm flipH="1">
            <a:off x="6705600" y="1484313"/>
            <a:ext cx="479425" cy="39687"/>
          </a:xfrm>
          <a:prstGeom prst="line">
            <a:avLst/>
          </a:prstGeom>
          <a:noFill/>
          <a:ln w="38100">
            <a:solidFill>
              <a:schemeClr val="folHlink"/>
            </a:solidFill>
            <a:round/>
            <a:headEnd/>
            <a:tailEnd type="triangle" w="sm" len="sm"/>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0829" name="AutoShape 93"/>
          <p:cNvSpPr>
            <a:spLocks noChangeArrowheads="1"/>
          </p:cNvSpPr>
          <p:nvPr/>
        </p:nvSpPr>
        <p:spPr bwMode="auto">
          <a:xfrm>
            <a:off x="1423988" y="152400"/>
            <a:ext cx="6477000" cy="533400"/>
          </a:xfrm>
          <a:prstGeom prst="roundRect">
            <a:avLst>
              <a:gd name="adj" fmla="val 16667"/>
            </a:avLst>
          </a:prstGeom>
          <a:solidFill>
            <a:srgbClr val="008000"/>
          </a:solidFill>
          <a:ln w="9525">
            <a:solidFill>
              <a:schemeClr val="tx1"/>
            </a:solidFill>
            <a:round/>
            <a:headEnd/>
            <a:tailEnd/>
          </a:ln>
          <a:effectLst>
            <a:outerShdw blurRad="63500" dist="107763" dir="2700000" algn="ctr" rotWithShape="0">
              <a:schemeClr val="bg2">
                <a:alpha val="74998"/>
              </a:schemeClr>
            </a:outerShdw>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en-US" altLang="ja-JP">
                <a:effectLst>
                  <a:outerShdw blurRad="38100" dist="38100" dir="2700000" algn="tl">
                    <a:srgbClr val="000000"/>
                  </a:outerShdw>
                </a:effectLst>
                <a:latin typeface="Times New Roman" panose="02020603050405020304" pitchFamily="18" charset="0"/>
                <a:ea typeface="イワタ中丸ゴシック体(GT)" charset="-128"/>
              </a:rPr>
              <a:t>Creating method of 7 QC tools -3 </a:t>
            </a:r>
          </a:p>
        </p:txBody>
      </p:sp>
      <p:sp>
        <p:nvSpPr>
          <p:cNvPr id="2" name="Text Box 73"/>
          <p:cNvSpPr txBox="1">
            <a:spLocks noChangeArrowheads="1"/>
          </p:cNvSpPr>
          <p:nvPr/>
        </p:nvSpPr>
        <p:spPr bwMode="auto">
          <a:xfrm>
            <a:off x="7618413" y="2636838"/>
            <a:ext cx="194310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700">
                <a:solidFill>
                  <a:srgbClr val="FFFF00"/>
                </a:solidFill>
                <a:effectLst>
                  <a:outerShdw blurRad="38100" dist="38100" dir="2700000" algn="tl">
                    <a:srgbClr val="000000"/>
                  </a:outerShdw>
                </a:effectLst>
                <a:latin typeface="Times New Roman" panose="02020603050405020304" pitchFamily="18" charset="0"/>
              </a:rPr>
              <a:t>●</a:t>
            </a:r>
            <a:r>
              <a:rPr lang="en-US" altLang="ja-JP" sz="700">
                <a:solidFill>
                  <a:srgbClr val="FFFF00"/>
                </a:solidFill>
                <a:latin typeface="Times New Roman" panose="02020603050405020304" pitchFamily="18" charset="0"/>
              </a:rPr>
              <a:t> </a:t>
            </a:r>
            <a:r>
              <a:rPr lang="th-TH" altLang="ja-JP" sz="1400">
                <a:solidFill>
                  <a:srgbClr val="FFFF00"/>
                </a:solidFill>
                <a:effectLst>
                  <a:outerShdw blurRad="38100" dist="38100" dir="2700000" algn="tl">
                    <a:srgbClr val="000000"/>
                  </a:outerShdw>
                </a:effectLst>
                <a:latin typeface="Times New Roman" panose="02020603050405020304" pitchFamily="18" charset="0"/>
                <a:cs typeface="Angsana New" pitchFamily="18" charset="-34"/>
              </a:rPr>
              <a:t>The scale is taken as a square overall</a:t>
            </a:r>
            <a:endParaRPr lang="en-US" altLang="ja-JP" sz="1400">
              <a:solidFill>
                <a:srgbClr val="FFFF00"/>
              </a:solidFill>
              <a:effectLst>
                <a:outerShdw blurRad="38100" dist="38100" dir="2700000" algn="tl">
                  <a:srgbClr val="000000"/>
                </a:outerShdw>
              </a:effectLst>
              <a:latin typeface="Times New Roman" panose="02020603050405020304" pitchFamily="18" charset="0"/>
              <a:cs typeface="Angsana New" pitchFamily="18" charset="-34"/>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2788" name="Text Box 4"/>
          <p:cNvSpPr txBox="1">
            <a:spLocks noChangeArrowheads="1"/>
          </p:cNvSpPr>
          <p:nvPr/>
        </p:nvSpPr>
        <p:spPr bwMode="auto">
          <a:xfrm>
            <a:off x="139700" y="800100"/>
            <a:ext cx="2984500" cy="593725"/>
          </a:xfrm>
          <a:prstGeom prst="rect">
            <a:avLst/>
          </a:prstGeom>
          <a:solidFill>
            <a:srgbClr val="008000"/>
          </a:solidFill>
          <a:ln w="12700">
            <a:solidFill>
              <a:schemeClr val="tx1"/>
            </a:solidFill>
            <a:miter lim="800000"/>
            <a:headEnd/>
            <a:tailEnd/>
          </a:ln>
          <a:effectLst>
            <a:outerShdw blurRad="63500" dist="107763" dir="2700000" algn="ctr" rotWithShape="0">
              <a:schemeClr val="bg2">
                <a:alpha val="74998"/>
              </a:schemeClr>
            </a:outerShdw>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en-US" altLang="ja-JP" sz="1600">
                <a:effectLst>
                  <a:outerShdw blurRad="38100" dist="38100" dir="2700000" algn="tl">
                    <a:srgbClr val="000000"/>
                  </a:outerShdw>
                </a:effectLst>
                <a:latin typeface="Times New Roman" panose="02020603050405020304" pitchFamily="18" charset="0"/>
                <a:ea typeface="イワタ中丸ゴシック体(GT)" charset="-128"/>
              </a:rPr>
              <a:t>(4)  The cause and effect diagram </a:t>
            </a:r>
          </a:p>
        </p:txBody>
      </p:sp>
      <p:grpSp>
        <p:nvGrpSpPr>
          <p:cNvPr id="48131" name="Group 101"/>
          <p:cNvGrpSpPr>
            <a:grpSpLocks/>
          </p:cNvGrpSpPr>
          <p:nvPr/>
        </p:nvGrpSpPr>
        <p:grpSpPr bwMode="auto">
          <a:xfrm>
            <a:off x="277813" y="1371600"/>
            <a:ext cx="9888537" cy="5375275"/>
            <a:chOff x="175" y="864"/>
            <a:chExt cx="6229" cy="3386"/>
          </a:xfrm>
        </p:grpSpPr>
        <p:sp>
          <p:nvSpPr>
            <p:cNvPr id="502806" name="AutoShape 22"/>
            <p:cNvSpPr>
              <a:spLocks noChangeArrowheads="1"/>
            </p:cNvSpPr>
            <p:nvPr/>
          </p:nvSpPr>
          <p:spPr bwMode="auto">
            <a:xfrm>
              <a:off x="217" y="1706"/>
              <a:ext cx="5870" cy="2077"/>
            </a:xfrm>
            <a:prstGeom prst="roundRect">
              <a:avLst>
                <a:gd name="adj" fmla="val 4440"/>
              </a:avLst>
            </a:prstGeom>
            <a:solidFill>
              <a:srgbClr val="000080"/>
            </a:solidFill>
            <a:ln w="9525">
              <a:noFill/>
              <a:round/>
              <a:headEnd/>
              <a:tailEnd/>
            </a:ln>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endParaRPr lang="en-US" altLang="ms-MY" sz="3200">
                <a:effectLst>
                  <a:outerShdw blurRad="38100" dist="38100" dir="2700000" algn="tl">
                    <a:srgbClr val="000000"/>
                  </a:outerShdw>
                </a:effectLst>
                <a:latin typeface="Times New Roman" panose="02020603050405020304" pitchFamily="18" charset="0"/>
              </a:endParaRPr>
            </a:p>
          </p:txBody>
        </p:sp>
        <p:sp>
          <p:nvSpPr>
            <p:cNvPr id="502791" name="Rectangle 7"/>
            <p:cNvSpPr>
              <a:spLocks noChangeArrowheads="1"/>
            </p:cNvSpPr>
            <p:nvPr/>
          </p:nvSpPr>
          <p:spPr bwMode="auto">
            <a:xfrm>
              <a:off x="192" y="864"/>
              <a:ext cx="5952" cy="3352"/>
            </a:xfrm>
            <a:prstGeom prst="rect">
              <a:avLst/>
            </a:prstGeom>
            <a:noFill/>
            <a:ln w="9525">
              <a:solidFill>
                <a:schemeClr val="tx1"/>
              </a:solidFill>
              <a:miter lim="800000"/>
              <a:headEnd/>
              <a:tailEnd/>
            </a:ln>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endParaRPr lang="en-US" altLang="ms-MY" sz="3200">
                <a:effectLst>
                  <a:outerShdw blurRad="38100" dist="38100" dir="2700000" algn="tl">
                    <a:srgbClr val="000000"/>
                  </a:outerShdw>
                </a:effectLst>
                <a:latin typeface="Times New Roman" panose="02020603050405020304" pitchFamily="18" charset="0"/>
              </a:endParaRPr>
            </a:p>
          </p:txBody>
        </p:sp>
        <p:sp>
          <p:nvSpPr>
            <p:cNvPr id="502792" name="Text Box 8"/>
            <p:cNvSpPr txBox="1">
              <a:spLocks noChangeArrowheads="1"/>
            </p:cNvSpPr>
            <p:nvPr/>
          </p:nvSpPr>
          <p:spPr bwMode="auto">
            <a:xfrm>
              <a:off x="4608" y="1015"/>
              <a:ext cx="1427" cy="173"/>
            </a:xfrm>
            <a:prstGeom prst="rect">
              <a:avLst/>
            </a:prstGeom>
            <a:noFill/>
            <a:ln w="9525">
              <a:noFill/>
              <a:miter lim="800000"/>
              <a:headEnd/>
              <a:tailEnd/>
            </a:ln>
            <a:effectLst/>
          </p:spPr>
          <p:txBody>
            <a:bodyPr wrap="none">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200">
                  <a:solidFill>
                    <a:schemeClr val="folHlink"/>
                  </a:solidFill>
                  <a:effectLst>
                    <a:outerShdw blurRad="38100" dist="38100" dir="2700000" algn="tl">
                      <a:srgbClr val="000000"/>
                    </a:outerShdw>
                  </a:effectLst>
                  <a:latin typeface="Times New Roman" panose="02020603050405020304" pitchFamily="18" charset="0"/>
                </a:rPr>
                <a:t>● Enclose the effect with frame</a:t>
              </a:r>
            </a:p>
          </p:txBody>
        </p:sp>
        <p:sp>
          <p:nvSpPr>
            <p:cNvPr id="502793" name="Text Box 9"/>
            <p:cNvSpPr txBox="1">
              <a:spLocks noChangeArrowheads="1"/>
            </p:cNvSpPr>
            <p:nvPr/>
          </p:nvSpPr>
          <p:spPr bwMode="auto">
            <a:xfrm>
              <a:off x="4161" y="897"/>
              <a:ext cx="1207" cy="173"/>
            </a:xfrm>
            <a:prstGeom prst="rect">
              <a:avLst/>
            </a:prstGeom>
            <a:noFill/>
            <a:ln w="9525">
              <a:noFill/>
              <a:miter lim="800000"/>
              <a:headEnd/>
              <a:tailEnd/>
            </a:ln>
            <a:effectLst/>
          </p:spPr>
          <p:txBody>
            <a:bodyPr wrap="none">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200">
                  <a:solidFill>
                    <a:schemeClr val="folHlink"/>
                  </a:solidFill>
                  <a:effectLst>
                    <a:outerShdw blurRad="38100" dist="38100" dir="2700000" algn="tl">
                      <a:srgbClr val="000000"/>
                    </a:outerShdw>
                  </a:effectLst>
                  <a:latin typeface="Times New Roman" panose="02020603050405020304" pitchFamily="18" charset="0"/>
                </a:rPr>
                <a:t>● D</a:t>
              </a:r>
              <a:r>
                <a:rPr lang="th-TH" altLang="ja-JP" sz="1200">
                  <a:solidFill>
                    <a:schemeClr val="folHlink"/>
                  </a:solidFill>
                  <a:effectLst>
                    <a:outerShdw blurRad="38100" dist="38100" dir="2700000" algn="tl">
                      <a:srgbClr val="000000"/>
                    </a:outerShdw>
                  </a:effectLst>
                  <a:latin typeface="Times New Roman" panose="02020603050405020304" pitchFamily="18" charset="0"/>
                </a:rPr>
                <a:t>o not forget the arrow</a:t>
              </a:r>
              <a:endParaRPr lang="en-US" altLang="ja-JP" sz="1200">
                <a:solidFill>
                  <a:schemeClr val="folHlink"/>
                </a:solidFill>
                <a:effectLst>
                  <a:outerShdw blurRad="38100" dist="38100" dir="2700000" algn="tl">
                    <a:srgbClr val="000000"/>
                  </a:outerShdw>
                </a:effectLst>
                <a:latin typeface="Times New Roman" panose="02020603050405020304" pitchFamily="18" charset="0"/>
              </a:endParaRPr>
            </a:p>
          </p:txBody>
        </p:sp>
        <p:sp>
          <p:nvSpPr>
            <p:cNvPr id="502794" name="Text Box 10"/>
            <p:cNvSpPr txBox="1">
              <a:spLocks noChangeArrowheads="1"/>
            </p:cNvSpPr>
            <p:nvPr/>
          </p:nvSpPr>
          <p:spPr bwMode="auto">
            <a:xfrm>
              <a:off x="4617" y="3906"/>
              <a:ext cx="1787" cy="162"/>
            </a:xfrm>
            <a:prstGeom prst="rect">
              <a:avLst/>
            </a:prstGeom>
            <a:noFill/>
            <a:ln w="9525">
              <a:noFill/>
              <a:miter lim="800000"/>
              <a:headEnd/>
              <a:tailEnd/>
            </a:ln>
            <a:effectLst/>
          </p:spPr>
          <p:txBody>
            <a:bodyPr wrap="none">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lnSpc>
                  <a:spcPct val="90000"/>
                </a:lnSpc>
              </a:pPr>
              <a:r>
                <a:rPr lang="en-US" altLang="ja-JP" sz="1200">
                  <a:solidFill>
                    <a:schemeClr val="folHlink"/>
                  </a:solidFill>
                  <a:effectLst>
                    <a:outerShdw blurRad="38100" dist="38100" dir="2700000" algn="tl">
                      <a:srgbClr val="000000"/>
                    </a:outerShdw>
                  </a:effectLst>
                  <a:latin typeface="Times New Roman" panose="02020603050405020304" pitchFamily="18" charset="0"/>
                </a:rPr>
                <a:t>●  Fill in creating date and participants.</a:t>
              </a:r>
            </a:p>
          </p:txBody>
        </p:sp>
        <p:sp>
          <p:nvSpPr>
            <p:cNvPr id="502795" name="Text Box 11"/>
            <p:cNvSpPr txBox="1">
              <a:spLocks noChangeArrowheads="1"/>
            </p:cNvSpPr>
            <p:nvPr/>
          </p:nvSpPr>
          <p:spPr bwMode="auto">
            <a:xfrm>
              <a:off x="1515" y="3857"/>
              <a:ext cx="1273" cy="266"/>
            </a:xfrm>
            <a:prstGeom prst="rect">
              <a:avLst/>
            </a:prstGeom>
            <a:noFill/>
            <a:ln w="9525">
              <a:noFill/>
              <a:miter lim="800000"/>
              <a:headEnd/>
              <a:tailEnd/>
            </a:ln>
            <a:effectLst/>
          </p:spPr>
          <p:txBody>
            <a:bodyPr wrap="none">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lnSpc>
                  <a:spcPct val="90000"/>
                </a:lnSpc>
              </a:pPr>
              <a:r>
                <a:rPr lang="en-US" altLang="ja-JP" sz="1200">
                  <a:solidFill>
                    <a:schemeClr val="folHlink"/>
                  </a:solidFill>
                  <a:effectLst>
                    <a:outerShdw blurRad="38100" dist="38100" dir="2700000" algn="tl">
                      <a:srgbClr val="000000"/>
                    </a:outerShdw>
                  </a:effectLst>
                  <a:latin typeface="Times New Roman" panose="02020603050405020304" pitchFamily="18" charset="0"/>
                </a:rPr>
                <a:t>●  Narrow down the factor </a:t>
              </a:r>
            </a:p>
            <a:p>
              <a:pPr eaLnBrk="1" hangingPunct="1">
                <a:lnSpc>
                  <a:spcPct val="90000"/>
                </a:lnSpc>
              </a:pPr>
              <a:r>
                <a:rPr lang="en-US" altLang="ja-JP" sz="1200">
                  <a:solidFill>
                    <a:schemeClr val="folHlink"/>
                  </a:solidFill>
                  <a:effectLst>
                    <a:outerShdw blurRad="38100" dist="38100" dir="2700000" algn="tl">
                      <a:srgbClr val="000000"/>
                    </a:outerShdw>
                  </a:effectLst>
                  <a:latin typeface="Times New Roman" panose="02020603050405020304" pitchFamily="18" charset="0"/>
                </a:rPr>
                <a:t>and enclose with circle.</a:t>
              </a:r>
            </a:p>
          </p:txBody>
        </p:sp>
        <p:sp>
          <p:nvSpPr>
            <p:cNvPr id="502796" name="Text Box 12"/>
            <p:cNvSpPr txBox="1">
              <a:spLocks noChangeArrowheads="1"/>
            </p:cNvSpPr>
            <p:nvPr/>
          </p:nvSpPr>
          <p:spPr bwMode="auto">
            <a:xfrm>
              <a:off x="226" y="897"/>
              <a:ext cx="1836" cy="173"/>
            </a:xfrm>
            <a:prstGeom prst="rect">
              <a:avLst/>
            </a:prstGeom>
            <a:noFill/>
            <a:ln w="9525">
              <a:noFill/>
              <a:miter lim="800000"/>
              <a:headEnd/>
              <a:tailEnd/>
            </a:ln>
            <a:effectLst/>
          </p:spPr>
          <p:txBody>
            <a:bodyPr wrap="none">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200">
                  <a:solidFill>
                    <a:schemeClr val="folHlink"/>
                  </a:solidFill>
                  <a:effectLst>
                    <a:outerShdw blurRad="38100" dist="38100" dir="2700000" algn="tl">
                      <a:srgbClr val="000000"/>
                    </a:outerShdw>
                  </a:effectLst>
                  <a:latin typeface="Times New Roman" panose="02020603050405020304" pitchFamily="18" charset="0"/>
                </a:rPr>
                <a:t>●The large bone is mutually independent</a:t>
              </a:r>
            </a:p>
          </p:txBody>
        </p:sp>
        <p:sp>
          <p:nvSpPr>
            <p:cNvPr id="502797" name="Text Box 13"/>
            <p:cNvSpPr txBox="1">
              <a:spLocks noChangeArrowheads="1"/>
            </p:cNvSpPr>
            <p:nvPr/>
          </p:nvSpPr>
          <p:spPr bwMode="auto">
            <a:xfrm>
              <a:off x="1962" y="900"/>
              <a:ext cx="1279" cy="173"/>
            </a:xfrm>
            <a:prstGeom prst="rect">
              <a:avLst/>
            </a:prstGeom>
            <a:noFill/>
            <a:ln w="9525">
              <a:noFill/>
              <a:miter lim="800000"/>
              <a:headEnd/>
              <a:tailEnd/>
            </a:ln>
            <a:effectLst/>
          </p:spPr>
          <p:txBody>
            <a:bodyPr wrap="none">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200">
                  <a:solidFill>
                    <a:schemeClr val="folHlink"/>
                  </a:solidFill>
                  <a:effectLst>
                    <a:outerShdw blurRad="38100" dist="38100" dir="2700000" algn="tl">
                      <a:srgbClr val="000000"/>
                    </a:outerShdw>
                  </a:effectLst>
                  <a:latin typeface="Times New Roman" panose="02020603050405020304" pitchFamily="18" charset="0"/>
                </a:rPr>
                <a:t>● The degree is about 75% </a:t>
              </a:r>
            </a:p>
          </p:txBody>
        </p:sp>
        <p:sp>
          <p:nvSpPr>
            <p:cNvPr id="502798" name="Text Box 14"/>
            <p:cNvSpPr txBox="1">
              <a:spLocks noChangeArrowheads="1"/>
            </p:cNvSpPr>
            <p:nvPr/>
          </p:nvSpPr>
          <p:spPr bwMode="auto">
            <a:xfrm>
              <a:off x="2706" y="1338"/>
              <a:ext cx="1590" cy="173"/>
            </a:xfrm>
            <a:prstGeom prst="rect">
              <a:avLst/>
            </a:prstGeom>
            <a:noFill/>
            <a:ln w="9525">
              <a:noFill/>
              <a:miter lim="800000"/>
              <a:headEnd/>
              <a:tailEnd/>
            </a:ln>
            <a:effectLst/>
          </p:spPr>
          <p:txBody>
            <a:bodyPr wrap="none">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200">
                  <a:solidFill>
                    <a:schemeClr val="folHlink"/>
                  </a:solidFill>
                  <a:effectLst>
                    <a:outerShdw blurRad="38100" dist="38100" dir="2700000" algn="tl">
                      <a:srgbClr val="000000"/>
                    </a:outerShdw>
                  </a:effectLst>
                  <a:latin typeface="Times New Roman" panose="02020603050405020304" pitchFamily="18" charset="0"/>
                </a:rPr>
                <a:t>● Draw a backbone with  thick line</a:t>
              </a:r>
            </a:p>
          </p:txBody>
        </p:sp>
        <p:sp>
          <p:nvSpPr>
            <p:cNvPr id="502799" name="Text Box 15"/>
            <p:cNvSpPr txBox="1">
              <a:spLocks noChangeArrowheads="1"/>
            </p:cNvSpPr>
            <p:nvPr/>
          </p:nvSpPr>
          <p:spPr bwMode="auto">
            <a:xfrm>
              <a:off x="557" y="1047"/>
              <a:ext cx="1624" cy="173"/>
            </a:xfrm>
            <a:prstGeom prst="rect">
              <a:avLst/>
            </a:prstGeom>
            <a:noFill/>
            <a:ln w="9525">
              <a:noFill/>
              <a:miter lim="800000"/>
              <a:headEnd/>
              <a:tailEnd/>
            </a:ln>
            <a:effectLst/>
          </p:spPr>
          <p:txBody>
            <a:bodyPr wrap="none">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200">
                  <a:solidFill>
                    <a:schemeClr val="folHlink"/>
                  </a:solidFill>
                  <a:effectLst>
                    <a:outerShdw blurRad="38100" dist="38100" dir="2700000" algn="tl">
                      <a:srgbClr val="000000"/>
                    </a:outerShdw>
                  </a:effectLst>
                  <a:latin typeface="Times New Roman" panose="02020603050405020304" pitchFamily="18" charset="0"/>
                </a:rPr>
                <a:t>● Enclose a large bone with a frame</a:t>
              </a:r>
            </a:p>
          </p:txBody>
        </p:sp>
        <p:sp>
          <p:nvSpPr>
            <p:cNvPr id="502800" name="Text Box 16"/>
            <p:cNvSpPr txBox="1">
              <a:spLocks noChangeArrowheads="1"/>
            </p:cNvSpPr>
            <p:nvPr/>
          </p:nvSpPr>
          <p:spPr bwMode="auto">
            <a:xfrm>
              <a:off x="2312" y="1083"/>
              <a:ext cx="1624" cy="230"/>
            </a:xfrm>
            <a:prstGeom prst="rect">
              <a:avLst/>
            </a:prstGeom>
            <a:noFill/>
            <a:ln w="9525">
              <a:noFill/>
              <a:miter lim="800000"/>
              <a:headEnd/>
              <a:tailEnd/>
            </a:ln>
            <a:effectLst/>
          </p:spPr>
          <p:txBody>
            <a:bodyPr wrap="none">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lnSpc>
                  <a:spcPct val="90000"/>
                </a:lnSpc>
              </a:pPr>
              <a:r>
                <a:rPr lang="en-US" altLang="ja-JP" sz="1000">
                  <a:solidFill>
                    <a:schemeClr val="folHlink"/>
                  </a:solidFill>
                  <a:effectLst>
                    <a:outerShdw blurRad="38100" dist="38100" dir="2700000" algn="tl">
                      <a:srgbClr val="000000"/>
                    </a:outerShdw>
                  </a:effectLst>
                  <a:latin typeface="Times New Roman" panose="02020603050405020304" pitchFamily="18" charset="0"/>
                </a:rPr>
                <a:t>● The bones are smaller than middle bone, </a:t>
              </a:r>
            </a:p>
            <a:p>
              <a:pPr eaLnBrk="1" hangingPunct="1">
                <a:lnSpc>
                  <a:spcPct val="90000"/>
                </a:lnSpc>
              </a:pPr>
              <a:r>
                <a:rPr lang="en-US" altLang="ja-JP" sz="1000">
                  <a:solidFill>
                    <a:schemeClr val="folHlink"/>
                  </a:solidFill>
                  <a:effectLst>
                    <a:outerShdw blurRad="38100" dist="38100" dir="2700000" algn="tl">
                      <a:srgbClr val="000000"/>
                    </a:outerShdw>
                  </a:effectLst>
                  <a:latin typeface="Times New Roman" panose="02020603050405020304" pitchFamily="18" charset="0"/>
                </a:rPr>
                <a:t>show the sentence with subj.+ predicate.</a:t>
              </a:r>
            </a:p>
          </p:txBody>
        </p:sp>
        <p:sp>
          <p:nvSpPr>
            <p:cNvPr id="502801" name="Text Box 17"/>
            <p:cNvSpPr txBox="1">
              <a:spLocks noChangeArrowheads="1"/>
            </p:cNvSpPr>
            <p:nvPr/>
          </p:nvSpPr>
          <p:spPr bwMode="auto">
            <a:xfrm>
              <a:off x="2984" y="1525"/>
              <a:ext cx="1845" cy="242"/>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lnSpc>
                  <a:spcPct val="80000"/>
                </a:lnSpc>
              </a:pPr>
              <a:r>
                <a:rPr lang="en-US" altLang="ja-JP" sz="1200">
                  <a:solidFill>
                    <a:schemeClr val="folHlink"/>
                  </a:solidFill>
                  <a:effectLst>
                    <a:outerShdw blurRad="38100" dist="38100" dir="2700000" algn="tl">
                      <a:srgbClr val="000000"/>
                    </a:outerShdw>
                  </a:effectLst>
                  <a:latin typeface="Times New Roman" panose="02020603050405020304" pitchFamily="18" charset="0"/>
                </a:rPr>
                <a:t>● Do not fill in the phenomenon on tiny bone, should fill in work details.</a:t>
              </a:r>
            </a:p>
          </p:txBody>
        </p:sp>
        <p:sp>
          <p:nvSpPr>
            <p:cNvPr id="502802" name="Text Box 18"/>
            <p:cNvSpPr txBox="1">
              <a:spLocks noChangeArrowheads="1"/>
            </p:cNvSpPr>
            <p:nvPr/>
          </p:nvSpPr>
          <p:spPr bwMode="auto">
            <a:xfrm>
              <a:off x="2872" y="3833"/>
              <a:ext cx="1909" cy="370"/>
            </a:xfrm>
            <a:prstGeom prst="rect">
              <a:avLst/>
            </a:prstGeom>
            <a:noFill/>
            <a:ln w="9525">
              <a:noFill/>
              <a:miter lim="800000"/>
              <a:headEnd/>
              <a:tailEnd/>
            </a:ln>
            <a:effectLst/>
          </p:spPr>
          <p:txBody>
            <a:bodyPr wrap="none">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lnSpc>
                  <a:spcPct val="90000"/>
                </a:lnSpc>
              </a:pPr>
              <a:r>
                <a:rPr lang="en-US" altLang="ja-JP" sz="1200">
                  <a:solidFill>
                    <a:schemeClr val="folHlink"/>
                  </a:solidFill>
                  <a:effectLst>
                    <a:outerShdw blurRad="38100" dist="38100" dir="2700000" algn="tl">
                      <a:srgbClr val="000000"/>
                    </a:outerShdw>
                  </a:effectLst>
                  <a:latin typeface="Times New Roman" panose="02020603050405020304" pitchFamily="18" charset="0"/>
                </a:rPr>
                <a:t>● Fill in  factors systematically </a:t>
              </a:r>
            </a:p>
            <a:p>
              <a:pPr eaLnBrk="1" hangingPunct="1">
                <a:lnSpc>
                  <a:spcPct val="90000"/>
                </a:lnSpc>
              </a:pPr>
              <a:r>
                <a:rPr lang="en-US" altLang="ja-JP" sz="1200">
                  <a:solidFill>
                    <a:schemeClr val="folHlink"/>
                  </a:solidFill>
                  <a:effectLst>
                    <a:outerShdw blurRad="38100" dist="38100" dir="2700000" algn="tl">
                      <a:srgbClr val="000000"/>
                    </a:outerShdw>
                  </a:effectLst>
                  <a:latin typeface="Times New Roman" panose="02020603050405020304" pitchFamily="18" charset="0"/>
                </a:rPr>
                <a:t>from large bone→middle bone→small bone</a:t>
              </a:r>
              <a:endParaRPr lang="th-TH" altLang="ja-JP" sz="1200">
                <a:solidFill>
                  <a:schemeClr val="folHlink"/>
                </a:solidFill>
                <a:effectLst>
                  <a:outerShdw blurRad="38100" dist="38100" dir="2700000" algn="tl">
                    <a:srgbClr val="000000"/>
                  </a:outerShdw>
                </a:effectLst>
                <a:latin typeface="Times New Roman" panose="02020603050405020304" pitchFamily="18" charset="0"/>
              </a:endParaRPr>
            </a:p>
            <a:p>
              <a:pPr eaLnBrk="1" hangingPunct="1">
                <a:lnSpc>
                  <a:spcPct val="90000"/>
                </a:lnSpc>
              </a:pPr>
              <a:r>
                <a:rPr lang="th-TH" altLang="ja-JP" sz="1200">
                  <a:solidFill>
                    <a:schemeClr val="folHlink"/>
                  </a:solidFill>
                  <a:effectLst>
                    <a:outerShdw blurRad="38100" dist="38100" dir="2700000" algn="tl">
                      <a:srgbClr val="000000"/>
                    </a:outerShdw>
                  </a:effectLst>
                  <a:latin typeface="Times New Roman" panose="02020603050405020304" pitchFamily="18" charset="0"/>
                </a:rPr>
                <a:t> </a:t>
              </a:r>
              <a:endParaRPr lang="en-US" altLang="ja-JP" sz="1200">
                <a:solidFill>
                  <a:schemeClr val="folHlink"/>
                </a:solidFill>
                <a:effectLst>
                  <a:outerShdw blurRad="38100" dist="38100" dir="2700000" algn="tl">
                    <a:srgbClr val="000000"/>
                  </a:outerShdw>
                </a:effectLst>
                <a:latin typeface="Times New Roman" panose="02020603050405020304" pitchFamily="18" charset="0"/>
              </a:endParaRPr>
            </a:p>
          </p:txBody>
        </p:sp>
        <p:sp>
          <p:nvSpPr>
            <p:cNvPr id="502804" name="Text Box 20"/>
            <p:cNvSpPr txBox="1">
              <a:spLocks noChangeArrowheads="1"/>
            </p:cNvSpPr>
            <p:nvPr/>
          </p:nvSpPr>
          <p:spPr bwMode="auto">
            <a:xfrm>
              <a:off x="2672" y="4077"/>
              <a:ext cx="2600" cy="173"/>
            </a:xfrm>
            <a:prstGeom prst="rect">
              <a:avLst/>
            </a:prstGeom>
            <a:noFill/>
            <a:ln w="9525">
              <a:noFill/>
              <a:miter lim="800000"/>
              <a:headEnd/>
              <a:tailEnd/>
            </a:ln>
            <a:effectLst/>
          </p:spPr>
          <p:txBody>
            <a:bodyPr wrap="none">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200">
                  <a:solidFill>
                    <a:schemeClr val="folHlink"/>
                  </a:solidFill>
                  <a:effectLst>
                    <a:outerShdw blurRad="38100" dist="38100" dir="2700000" algn="tl">
                      <a:srgbClr val="000000"/>
                    </a:outerShdw>
                  </a:effectLst>
                  <a:latin typeface="Times New Roman" panose="02020603050405020304" pitchFamily="18" charset="0"/>
                </a:rPr>
                <a:t>●  Fill in the number at the important factor by permuting. </a:t>
              </a:r>
            </a:p>
          </p:txBody>
        </p:sp>
        <p:sp>
          <p:nvSpPr>
            <p:cNvPr id="502803" name="Text Box 19"/>
            <p:cNvSpPr txBox="1">
              <a:spLocks noChangeArrowheads="1"/>
            </p:cNvSpPr>
            <p:nvPr/>
          </p:nvSpPr>
          <p:spPr bwMode="auto">
            <a:xfrm>
              <a:off x="4971" y="1118"/>
              <a:ext cx="1101" cy="518"/>
            </a:xfrm>
            <a:prstGeom prst="rect">
              <a:avLst/>
            </a:prstGeom>
            <a:noFill/>
            <a:ln w="9525">
              <a:noFill/>
              <a:miter lim="800000"/>
              <a:headEnd/>
              <a:tailEnd/>
            </a:ln>
            <a:effectLst/>
          </p:spPr>
          <p:txBody>
            <a:bodyPr wrap="none">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200">
                  <a:solidFill>
                    <a:schemeClr val="folHlink"/>
                  </a:solidFill>
                  <a:effectLst>
                    <a:outerShdw blurRad="38100" dist="38100" dir="2700000" algn="tl">
                      <a:srgbClr val="000000"/>
                    </a:outerShdw>
                  </a:effectLst>
                  <a:latin typeface="Times New Roman" panose="02020603050405020304" pitchFamily="18" charset="0"/>
                </a:rPr>
                <a:t>● Clarify the effects as </a:t>
              </a:r>
            </a:p>
            <a:p>
              <a:pPr eaLnBrk="1" hangingPunct="1"/>
              <a:r>
                <a:rPr lang="en-US" altLang="ja-JP" sz="1200">
                  <a:solidFill>
                    <a:schemeClr val="folHlink"/>
                  </a:solidFill>
                  <a:effectLst>
                    <a:outerShdw blurRad="38100" dist="38100" dir="2700000" algn="tl">
                      <a:srgbClr val="000000"/>
                    </a:outerShdw>
                  </a:effectLst>
                  <a:latin typeface="Times New Roman" panose="02020603050405020304" pitchFamily="18" charset="0"/>
                </a:rPr>
                <a:t>pursuing the factor or </a:t>
              </a:r>
            </a:p>
            <a:p>
              <a:pPr eaLnBrk="1" hangingPunct="1"/>
              <a:r>
                <a:rPr lang="en-US" altLang="ja-JP" sz="1200">
                  <a:solidFill>
                    <a:schemeClr val="folHlink"/>
                  </a:solidFill>
                  <a:effectLst>
                    <a:outerShdw blurRad="38100" dist="38100" dir="2700000" algn="tl">
                      <a:srgbClr val="000000"/>
                    </a:outerShdw>
                  </a:effectLst>
                  <a:latin typeface="Times New Roman" panose="02020603050405020304" pitchFamily="18" charset="0"/>
                </a:rPr>
                <a:t>developing measure</a:t>
              </a:r>
            </a:p>
            <a:p>
              <a:pPr eaLnBrk="1" hangingPunct="1"/>
              <a:r>
                <a:rPr lang="en-US" altLang="ja-JP" sz="1200">
                  <a:solidFill>
                    <a:schemeClr val="folHlink"/>
                  </a:solidFill>
                  <a:effectLst>
                    <a:outerShdw blurRad="38100" dist="38100" dir="2700000" algn="tl">
                      <a:srgbClr val="000000"/>
                    </a:outerShdw>
                  </a:effectLst>
                  <a:latin typeface="Times New Roman" panose="02020603050405020304" pitchFamily="18" charset="0"/>
                </a:rPr>
                <a:t> </a:t>
              </a:r>
            </a:p>
          </p:txBody>
        </p:sp>
        <p:sp>
          <p:nvSpPr>
            <p:cNvPr id="502805" name="Text Box 21"/>
            <p:cNvSpPr txBox="1">
              <a:spLocks noChangeArrowheads="1"/>
            </p:cNvSpPr>
            <p:nvPr/>
          </p:nvSpPr>
          <p:spPr bwMode="auto">
            <a:xfrm>
              <a:off x="226" y="3809"/>
              <a:ext cx="1130" cy="326"/>
            </a:xfrm>
            <a:prstGeom prst="rect">
              <a:avLst/>
            </a:prstGeom>
            <a:noFill/>
            <a:ln w="9525">
              <a:noFill/>
              <a:miter lim="800000"/>
              <a:headEnd/>
              <a:tailEnd/>
            </a:ln>
            <a:effectLst/>
          </p:spPr>
          <p:txBody>
            <a:bodyPr wrap="none">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400">
                  <a:solidFill>
                    <a:schemeClr val="folHlink"/>
                  </a:solidFill>
                  <a:effectLst>
                    <a:outerShdw blurRad="38100" dist="38100" dir="2700000" algn="tl">
                      <a:srgbClr val="000000"/>
                    </a:outerShdw>
                  </a:effectLst>
                  <a:latin typeface="Times New Roman" panose="02020603050405020304" pitchFamily="18" charset="0"/>
                </a:rPr>
                <a:t>● Repeat “why” for </a:t>
              </a:r>
            </a:p>
            <a:p>
              <a:pPr eaLnBrk="1" hangingPunct="1"/>
              <a:r>
                <a:rPr lang="en-US" altLang="ja-JP" sz="1400">
                  <a:solidFill>
                    <a:schemeClr val="folHlink"/>
                  </a:solidFill>
                  <a:effectLst>
                    <a:outerShdw blurRad="38100" dist="38100" dir="2700000" algn="tl">
                      <a:srgbClr val="000000"/>
                    </a:outerShdw>
                  </a:effectLst>
                  <a:latin typeface="Times New Roman" panose="02020603050405020304" pitchFamily="18" charset="0"/>
                </a:rPr>
                <a:t>finding the causes.</a:t>
              </a:r>
            </a:p>
          </p:txBody>
        </p:sp>
        <p:sp>
          <p:nvSpPr>
            <p:cNvPr id="502807" name="Text Box 23"/>
            <p:cNvSpPr txBox="1">
              <a:spLocks noChangeArrowheads="1"/>
            </p:cNvSpPr>
            <p:nvPr/>
          </p:nvSpPr>
          <p:spPr bwMode="auto">
            <a:xfrm>
              <a:off x="1076" y="3624"/>
              <a:ext cx="3490" cy="192"/>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en-US" altLang="ja-JP" sz="1400">
                  <a:solidFill>
                    <a:schemeClr val="folHlink"/>
                  </a:solidFill>
                  <a:effectLst>
                    <a:outerShdw blurRad="38100" dist="38100" dir="2700000" algn="tl">
                      <a:srgbClr val="000000"/>
                    </a:outerShdw>
                  </a:effectLst>
                  <a:latin typeface="Times New Roman" panose="02020603050405020304" pitchFamily="18" charset="0"/>
                  <a:ea typeface="イワタ中丸ゴシック体(GT)" charset="-128"/>
                </a:rPr>
                <a:t>Chart 2. The cause and effect diagram “Time for watering tree</a:t>
              </a:r>
            </a:p>
          </p:txBody>
        </p:sp>
        <p:sp>
          <p:nvSpPr>
            <p:cNvPr id="502808" name="Line 24"/>
            <p:cNvSpPr>
              <a:spLocks noChangeShapeType="1"/>
            </p:cNvSpPr>
            <p:nvPr/>
          </p:nvSpPr>
          <p:spPr bwMode="auto">
            <a:xfrm>
              <a:off x="394" y="2638"/>
              <a:ext cx="4768" cy="0"/>
            </a:xfrm>
            <a:prstGeom prst="line">
              <a:avLst/>
            </a:prstGeom>
            <a:noFill/>
            <a:ln w="38100">
              <a:solidFill>
                <a:schemeClr val="tx1"/>
              </a:solidFill>
              <a:round/>
              <a:headEnd/>
              <a:tailEnd type="triangle" w="lg" len="me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2809" name="Text Box 25"/>
            <p:cNvSpPr txBox="1">
              <a:spLocks noChangeArrowheads="1"/>
            </p:cNvSpPr>
            <p:nvPr/>
          </p:nvSpPr>
          <p:spPr bwMode="auto">
            <a:xfrm>
              <a:off x="5166" y="1989"/>
              <a:ext cx="396" cy="1291"/>
            </a:xfrm>
            <a:prstGeom prst="rect">
              <a:avLst/>
            </a:prstGeom>
            <a:solidFill>
              <a:srgbClr val="993300"/>
            </a:solidFill>
            <a:ln w="19050">
              <a:solidFill>
                <a:schemeClr val="tx1"/>
              </a:solidFill>
              <a:miter lim="800000"/>
              <a:headEnd/>
              <a:tailEnd/>
            </a:ln>
            <a:effectLst/>
          </p:spPr>
          <p:txBody>
            <a:bodyPr vert="eaVert">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spcBef>
                  <a:spcPct val="50000"/>
                </a:spcBef>
              </a:pPr>
              <a:r>
                <a:rPr lang="en-US" altLang="ja-JP" sz="1400">
                  <a:effectLst>
                    <a:outerShdw blurRad="38100" dist="38100" dir="2700000" algn="tl">
                      <a:srgbClr val="000000"/>
                    </a:outerShdw>
                  </a:effectLst>
                  <a:latin typeface="Times New Roman" panose="02020603050405020304" pitchFamily="18" charset="0"/>
                  <a:ea typeface="イワタ中丸ゴシック体(GT)" charset="-128"/>
                </a:rPr>
                <a:t>Time taken for watering tree</a:t>
              </a:r>
            </a:p>
          </p:txBody>
        </p:sp>
        <p:sp>
          <p:nvSpPr>
            <p:cNvPr id="502810" name="Text Box 26"/>
            <p:cNvSpPr txBox="1">
              <a:spLocks noChangeArrowheads="1"/>
            </p:cNvSpPr>
            <p:nvPr/>
          </p:nvSpPr>
          <p:spPr bwMode="auto">
            <a:xfrm>
              <a:off x="1074" y="1749"/>
              <a:ext cx="852" cy="220"/>
            </a:xfrm>
            <a:prstGeom prst="rect">
              <a:avLst/>
            </a:prstGeom>
            <a:solidFill>
              <a:srgbClr val="CC0099"/>
            </a:solidFill>
            <a:ln w="12700">
              <a:solidFill>
                <a:schemeClr val="tx1"/>
              </a:solid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spcBef>
                  <a:spcPct val="50000"/>
                </a:spcBef>
              </a:pPr>
              <a:r>
                <a:rPr lang="en-US" altLang="ja-JP" sz="1600">
                  <a:effectLst>
                    <a:outerShdw blurRad="38100" dist="38100" dir="2700000" algn="tl">
                      <a:srgbClr val="000000"/>
                    </a:outerShdw>
                  </a:effectLst>
                  <a:latin typeface="Times New Roman" panose="02020603050405020304" pitchFamily="18" charset="0"/>
                  <a:ea typeface="イワタ中丸ゴシック体(GT)" charset="-128"/>
                </a:rPr>
                <a:t>Method</a:t>
              </a:r>
            </a:p>
          </p:txBody>
        </p:sp>
        <p:sp>
          <p:nvSpPr>
            <p:cNvPr id="502811" name="Text Box 27"/>
            <p:cNvSpPr txBox="1">
              <a:spLocks noChangeArrowheads="1"/>
            </p:cNvSpPr>
            <p:nvPr/>
          </p:nvSpPr>
          <p:spPr bwMode="auto">
            <a:xfrm>
              <a:off x="2777" y="1757"/>
              <a:ext cx="853" cy="239"/>
            </a:xfrm>
            <a:prstGeom prst="rect">
              <a:avLst/>
            </a:prstGeom>
            <a:solidFill>
              <a:srgbClr val="CC0099"/>
            </a:solidFill>
            <a:ln w="12700">
              <a:solidFill>
                <a:schemeClr val="tx1"/>
              </a:solid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spcBef>
                  <a:spcPct val="50000"/>
                </a:spcBef>
              </a:pPr>
              <a:r>
                <a:rPr lang="en-US" altLang="ja-JP" sz="1800">
                  <a:effectLst>
                    <a:outerShdw blurRad="38100" dist="38100" dir="2700000" algn="tl">
                      <a:srgbClr val="000000"/>
                    </a:outerShdw>
                  </a:effectLst>
                  <a:latin typeface="Times New Roman" panose="02020603050405020304" pitchFamily="18" charset="0"/>
                  <a:ea typeface="イワタ中丸ゴシック体(GT)" charset="-128"/>
                </a:rPr>
                <a:t>Worker</a:t>
              </a:r>
            </a:p>
          </p:txBody>
        </p:sp>
        <p:sp>
          <p:nvSpPr>
            <p:cNvPr id="502812" name="Text Box 28"/>
            <p:cNvSpPr txBox="1">
              <a:spLocks noChangeArrowheads="1"/>
            </p:cNvSpPr>
            <p:nvPr/>
          </p:nvSpPr>
          <p:spPr bwMode="auto">
            <a:xfrm>
              <a:off x="1926" y="3340"/>
              <a:ext cx="851" cy="239"/>
            </a:xfrm>
            <a:prstGeom prst="rect">
              <a:avLst/>
            </a:prstGeom>
            <a:solidFill>
              <a:srgbClr val="CC0099"/>
            </a:solidFill>
            <a:ln w="12700">
              <a:solidFill>
                <a:schemeClr val="tx1"/>
              </a:solid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spcBef>
                  <a:spcPct val="50000"/>
                </a:spcBef>
              </a:pPr>
              <a:r>
                <a:rPr lang="en-US" altLang="ja-JP" sz="1800">
                  <a:effectLst>
                    <a:outerShdw blurRad="38100" dist="38100" dir="2700000" algn="tl">
                      <a:srgbClr val="000000"/>
                    </a:outerShdw>
                  </a:effectLst>
                  <a:latin typeface="Times New Roman" panose="02020603050405020304" pitchFamily="18" charset="0"/>
                  <a:ea typeface="イワタ中丸ゴシック体(GT)" charset="-128"/>
                </a:rPr>
                <a:t>Equipment</a:t>
              </a:r>
            </a:p>
          </p:txBody>
        </p:sp>
        <p:sp>
          <p:nvSpPr>
            <p:cNvPr id="502813" name="Line 29"/>
            <p:cNvSpPr>
              <a:spLocks noChangeShapeType="1"/>
            </p:cNvSpPr>
            <p:nvPr/>
          </p:nvSpPr>
          <p:spPr bwMode="auto">
            <a:xfrm>
              <a:off x="1488" y="1968"/>
              <a:ext cx="695" cy="670"/>
            </a:xfrm>
            <a:prstGeom prst="line">
              <a:avLst/>
            </a:prstGeom>
            <a:noFill/>
            <a:ln w="19050">
              <a:solidFill>
                <a:schemeClr val="tx1"/>
              </a:solidFill>
              <a:round/>
              <a:headEnd/>
              <a:tailEnd type="triangle" w="med" len="me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2814" name="Line 30"/>
            <p:cNvSpPr>
              <a:spLocks noChangeShapeType="1"/>
            </p:cNvSpPr>
            <p:nvPr/>
          </p:nvSpPr>
          <p:spPr bwMode="auto">
            <a:xfrm>
              <a:off x="3204" y="1973"/>
              <a:ext cx="680" cy="665"/>
            </a:xfrm>
            <a:prstGeom prst="line">
              <a:avLst/>
            </a:prstGeom>
            <a:noFill/>
            <a:ln w="19050">
              <a:solidFill>
                <a:schemeClr val="tx1"/>
              </a:solidFill>
              <a:round/>
              <a:headEnd/>
              <a:tailEnd type="triangle" w="med" len="me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2815" name="Line 31"/>
            <p:cNvSpPr>
              <a:spLocks noChangeShapeType="1"/>
            </p:cNvSpPr>
            <p:nvPr/>
          </p:nvSpPr>
          <p:spPr bwMode="auto">
            <a:xfrm flipV="1">
              <a:off x="2352" y="2638"/>
              <a:ext cx="682" cy="710"/>
            </a:xfrm>
            <a:prstGeom prst="line">
              <a:avLst/>
            </a:prstGeom>
            <a:noFill/>
            <a:ln w="19050">
              <a:solidFill>
                <a:schemeClr val="tx1"/>
              </a:solidFill>
              <a:round/>
              <a:headEnd/>
              <a:tailEnd type="triangle" w="med" len="me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2816" name="Line 32"/>
            <p:cNvSpPr>
              <a:spLocks noChangeShapeType="1"/>
            </p:cNvSpPr>
            <p:nvPr/>
          </p:nvSpPr>
          <p:spPr bwMode="auto">
            <a:xfrm>
              <a:off x="2777" y="2107"/>
              <a:ext cx="596" cy="0"/>
            </a:xfrm>
            <a:prstGeom prst="line">
              <a:avLst/>
            </a:prstGeom>
            <a:noFill/>
            <a:ln w="12700">
              <a:solidFill>
                <a:schemeClr val="tx1"/>
              </a:solidFill>
              <a:round/>
              <a:headEnd/>
              <a:tailEnd type="triangle" w="sm" len="me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2817" name="Line 33"/>
            <p:cNvSpPr>
              <a:spLocks noChangeShapeType="1"/>
            </p:cNvSpPr>
            <p:nvPr/>
          </p:nvSpPr>
          <p:spPr bwMode="auto">
            <a:xfrm>
              <a:off x="2949" y="2284"/>
              <a:ext cx="596" cy="0"/>
            </a:xfrm>
            <a:prstGeom prst="line">
              <a:avLst/>
            </a:prstGeom>
            <a:noFill/>
            <a:ln w="12700">
              <a:solidFill>
                <a:schemeClr val="tx1"/>
              </a:solidFill>
              <a:round/>
              <a:headEnd/>
              <a:tailEnd type="triangle" w="sm" len="me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2818" name="Line 34"/>
            <p:cNvSpPr>
              <a:spLocks noChangeShapeType="1"/>
            </p:cNvSpPr>
            <p:nvPr/>
          </p:nvSpPr>
          <p:spPr bwMode="auto">
            <a:xfrm>
              <a:off x="1212" y="3295"/>
              <a:ext cx="343" cy="0"/>
            </a:xfrm>
            <a:prstGeom prst="line">
              <a:avLst/>
            </a:prstGeom>
            <a:noFill/>
            <a:ln w="12700">
              <a:solidFill>
                <a:schemeClr val="tx1"/>
              </a:solidFill>
              <a:round/>
              <a:headEnd/>
              <a:tailEnd type="triangle" w="sm" len="me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2819" name="Line 35"/>
            <p:cNvSpPr>
              <a:spLocks noChangeShapeType="1"/>
            </p:cNvSpPr>
            <p:nvPr/>
          </p:nvSpPr>
          <p:spPr bwMode="auto">
            <a:xfrm>
              <a:off x="1417" y="3126"/>
              <a:ext cx="1172" cy="0"/>
            </a:xfrm>
            <a:prstGeom prst="line">
              <a:avLst/>
            </a:prstGeom>
            <a:noFill/>
            <a:ln w="12700">
              <a:solidFill>
                <a:schemeClr val="tx1"/>
              </a:solidFill>
              <a:round/>
              <a:headEnd/>
              <a:tailEnd type="triangle" w="sm" len="me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2820" name="Line 36"/>
            <p:cNvSpPr>
              <a:spLocks noChangeShapeType="1"/>
            </p:cNvSpPr>
            <p:nvPr/>
          </p:nvSpPr>
          <p:spPr bwMode="auto">
            <a:xfrm>
              <a:off x="2011" y="2860"/>
              <a:ext cx="826" cy="0"/>
            </a:xfrm>
            <a:prstGeom prst="line">
              <a:avLst/>
            </a:prstGeom>
            <a:noFill/>
            <a:ln w="12700">
              <a:solidFill>
                <a:schemeClr val="tx1"/>
              </a:solidFill>
              <a:round/>
              <a:headEnd/>
              <a:tailEnd type="triangle" w="sm" len="me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2821" name="Line 37"/>
            <p:cNvSpPr>
              <a:spLocks noChangeShapeType="1"/>
            </p:cNvSpPr>
            <p:nvPr/>
          </p:nvSpPr>
          <p:spPr bwMode="auto">
            <a:xfrm>
              <a:off x="1244" y="2284"/>
              <a:ext cx="598" cy="0"/>
            </a:xfrm>
            <a:prstGeom prst="line">
              <a:avLst/>
            </a:prstGeom>
            <a:noFill/>
            <a:ln w="12700">
              <a:solidFill>
                <a:schemeClr val="tx1"/>
              </a:solidFill>
              <a:round/>
              <a:headEnd/>
              <a:tailEnd type="triangle" w="sm" len="me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2822" name="Line 38"/>
            <p:cNvSpPr>
              <a:spLocks noChangeShapeType="1"/>
            </p:cNvSpPr>
            <p:nvPr/>
          </p:nvSpPr>
          <p:spPr bwMode="auto">
            <a:xfrm flipH="1">
              <a:off x="3289" y="2063"/>
              <a:ext cx="935" cy="0"/>
            </a:xfrm>
            <a:prstGeom prst="line">
              <a:avLst/>
            </a:prstGeom>
            <a:noFill/>
            <a:ln w="12700">
              <a:solidFill>
                <a:schemeClr val="tx1"/>
              </a:solidFill>
              <a:round/>
              <a:headEnd/>
              <a:tailEnd type="triangle" w="sm" len="me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2823" name="Line 39"/>
            <p:cNvSpPr>
              <a:spLocks noChangeShapeType="1"/>
            </p:cNvSpPr>
            <p:nvPr/>
          </p:nvSpPr>
          <p:spPr bwMode="auto">
            <a:xfrm flipH="1">
              <a:off x="3884" y="2239"/>
              <a:ext cx="512" cy="0"/>
            </a:xfrm>
            <a:prstGeom prst="line">
              <a:avLst/>
            </a:prstGeom>
            <a:noFill/>
            <a:ln w="12700">
              <a:solidFill>
                <a:schemeClr val="tx1"/>
              </a:solidFill>
              <a:round/>
              <a:headEnd/>
              <a:tailEnd type="triangle" w="sm" len="me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2824" name="Line 40"/>
            <p:cNvSpPr>
              <a:spLocks noChangeShapeType="1"/>
            </p:cNvSpPr>
            <p:nvPr/>
          </p:nvSpPr>
          <p:spPr bwMode="auto">
            <a:xfrm flipH="1" flipV="1">
              <a:off x="3630" y="2063"/>
              <a:ext cx="339" cy="266"/>
            </a:xfrm>
            <a:prstGeom prst="line">
              <a:avLst/>
            </a:prstGeom>
            <a:noFill/>
            <a:ln w="12700">
              <a:solidFill>
                <a:schemeClr val="tx1"/>
              </a:solidFill>
              <a:round/>
              <a:headEnd/>
              <a:tailEnd type="triangle" w="sm" len="me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2825" name="Line 41"/>
            <p:cNvSpPr>
              <a:spLocks noChangeShapeType="1"/>
            </p:cNvSpPr>
            <p:nvPr/>
          </p:nvSpPr>
          <p:spPr bwMode="auto">
            <a:xfrm flipH="1">
              <a:off x="2438" y="3259"/>
              <a:ext cx="1446" cy="0"/>
            </a:xfrm>
            <a:prstGeom prst="line">
              <a:avLst/>
            </a:prstGeom>
            <a:noFill/>
            <a:ln w="12700">
              <a:solidFill>
                <a:schemeClr val="tx1"/>
              </a:solidFill>
              <a:round/>
              <a:headEnd/>
              <a:tailEnd type="triangle" w="sm" len="me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2826" name="Line 42"/>
            <p:cNvSpPr>
              <a:spLocks noChangeShapeType="1"/>
            </p:cNvSpPr>
            <p:nvPr/>
          </p:nvSpPr>
          <p:spPr bwMode="auto">
            <a:xfrm flipH="1">
              <a:off x="2693" y="2993"/>
              <a:ext cx="937" cy="0"/>
            </a:xfrm>
            <a:prstGeom prst="line">
              <a:avLst/>
            </a:prstGeom>
            <a:noFill/>
            <a:ln w="12700">
              <a:solidFill>
                <a:schemeClr val="tx1"/>
              </a:solidFill>
              <a:round/>
              <a:headEnd/>
              <a:tailEnd type="triangle" w="sm" len="me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2827" name="Line 43"/>
            <p:cNvSpPr>
              <a:spLocks noChangeShapeType="1"/>
            </p:cNvSpPr>
            <p:nvPr/>
          </p:nvSpPr>
          <p:spPr bwMode="auto">
            <a:xfrm flipH="1">
              <a:off x="2863" y="2817"/>
              <a:ext cx="767" cy="0"/>
            </a:xfrm>
            <a:prstGeom prst="line">
              <a:avLst/>
            </a:prstGeom>
            <a:noFill/>
            <a:ln w="12700">
              <a:solidFill>
                <a:schemeClr val="tx1"/>
              </a:solidFill>
              <a:round/>
              <a:headEnd/>
              <a:tailEnd type="triangle" w="sm" len="me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2828" name="Line 44"/>
            <p:cNvSpPr>
              <a:spLocks noChangeShapeType="1"/>
            </p:cNvSpPr>
            <p:nvPr/>
          </p:nvSpPr>
          <p:spPr bwMode="auto">
            <a:xfrm flipV="1">
              <a:off x="2352" y="2860"/>
              <a:ext cx="86" cy="89"/>
            </a:xfrm>
            <a:prstGeom prst="line">
              <a:avLst/>
            </a:prstGeom>
            <a:noFill/>
            <a:ln w="12700">
              <a:solidFill>
                <a:schemeClr val="tx1"/>
              </a:solidFill>
              <a:round/>
              <a:headEnd/>
              <a:tailEnd type="triangle" w="sm" len="me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2829" name="Line 45"/>
            <p:cNvSpPr>
              <a:spLocks noChangeShapeType="1"/>
            </p:cNvSpPr>
            <p:nvPr/>
          </p:nvSpPr>
          <p:spPr bwMode="auto">
            <a:xfrm flipH="1" flipV="1">
              <a:off x="4224" y="2239"/>
              <a:ext cx="256" cy="178"/>
            </a:xfrm>
            <a:prstGeom prst="line">
              <a:avLst/>
            </a:prstGeom>
            <a:noFill/>
            <a:ln w="12700">
              <a:solidFill>
                <a:schemeClr val="tx1"/>
              </a:solidFill>
              <a:round/>
              <a:headEnd/>
              <a:tailEnd type="triangle" w="sm" len="me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2830" name="Line 46"/>
            <p:cNvSpPr>
              <a:spLocks noChangeShapeType="1"/>
            </p:cNvSpPr>
            <p:nvPr/>
          </p:nvSpPr>
          <p:spPr bwMode="auto">
            <a:xfrm flipH="1" flipV="1">
              <a:off x="2949" y="3259"/>
              <a:ext cx="169" cy="89"/>
            </a:xfrm>
            <a:prstGeom prst="line">
              <a:avLst/>
            </a:prstGeom>
            <a:noFill/>
            <a:ln w="12700">
              <a:solidFill>
                <a:schemeClr val="tx1"/>
              </a:solidFill>
              <a:round/>
              <a:headEnd/>
              <a:tailEnd type="triangle" w="sm" len="me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2831" name="Line 47"/>
            <p:cNvSpPr>
              <a:spLocks noChangeShapeType="1"/>
            </p:cNvSpPr>
            <p:nvPr/>
          </p:nvSpPr>
          <p:spPr bwMode="auto">
            <a:xfrm flipH="1" flipV="1">
              <a:off x="2949" y="2993"/>
              <a:ext cx="169" cy="89"/>
            </a:xfrm>
            <a:prstGeom prst="line">
              <a:avLst/>
            </a:prstGeom>
            <a:noFill/>
            <a:ln w="12700">
              <a:solidFill>
                <a:schemeClr val="tx1"/>
              </a:solidFill>
              <a:round/>
              <a:headEnd/>
              <a:tailEnd type="triangle" w="sm" len="me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2832" name="Line 48"/>
            <p:cNvSpPr>
              <a:spLocks noChangeShapeType="1"/>
            </p:cNvSpPr>
            <p:nvPr/>
          </p:nvSpPr>
          <p:spPr bwMode="auto">
            <a:xfrm flipH="1" flipV="1">
              <a:off x="3118" y="2817"/>
              <a:ext cx="171" cy="88"/>
            </a:xfrm>
            <a:prstGeom prst="line">
              <a:avLst/>
            </a:prstGeom>
            <a:noFill/>
            <a:ln w="12700">
              <a:solidFill>
                <a:schemeClr val="tx1"/>
              </a:solidFill>
              <a:round/>
              <a:headEnd/>
              <a:tailEnd type="triangle" w="sm" len="me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2833" name="Line 49"/>
            <p:cNvSpPr>
              <a:spLocks noChangeShapeType="1"/>
            </p:cNvSpPr>
            <p:nvPr/>
          </p:nvSpPr>
          <p:spPr bwMode="auto">
            <a:xfrm>
              <a:off x="853" y="2417"/>
              <a:ext cx="610" cy="0"/>
            </a:xfrm>
            <a:prstGeom prst="line">
              <a:avLst/>
            </a:prstGeom>
            <a:noFill/>
            <a:ln w="12700">
              <a:solidFill>
                <a:schemeClr val="tx1"/>
              </a:solidFill>
              <a:round/>
              <a:headEnd/>
              <a:tailEnd type="triangle" w="sm" len="me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2834" name="Line 50"/>
            <p:cNvSpPr>
              <a:spLocks noChangeShapeType="1"/>
            </p:cNvSpPr>
            <p:nvPr/>
          </p:nvSpPr>
          <p:spPr bwMode="auto">
            <a:xfrm flipV="1">
              <a:off x="1417" y="2284"/>
              <a:ext cx="170" cy="178"/>
            </a:xfrm>
            <a:prstGeom prst="line">
              <a:avLst/>
            </a:prstGeom>
            <a:noFill/>
            <a:ln w="12700">
              <a:solidFill>
                <a:schemeClr val="tx1"/>
              </a:solidFill>
              <a:round/>
              <a:headEnd/>
              <a:tailEnd type="triangle" w="sm" len="me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2835" name="Line 51"/>
            <p:cNvSpPr>
              <a:spLocks noChangeShapeType="1"/>
            </p:cNvSpPr>
            <p:nvPr/>
          </p:nvSpPr>
          <p:spPr bwMode="auto">
            <a:xfrm flipV="1">
              <a:off x="3034" y="2284"/>
              <a:ext cx="170" cy="178"/>
            </a:xfrm>
            <a:prstGeom prst="line">
              <a:avLst/>
            </a:prstGeom>
            <a:noFill/>
            <a:ln w="12700">
              <a:solidFill>
                <a:schemeClr val="tx1"/>
              </a:solidFill>
              <a:round/>
              <a:headEnd/>
              <a:tailEnd type="triangle" w="sm" len="me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2836" name="Line 52"/>
            <p:cNvSpPr>
              <a:spLocks noChangeShapeType="1"/>
            </p:cNvSpPr>
            <p:nvPr/>
          </p:nvSpPr>
          <p:spPr bwMode="auto">
            <a:xfrm flipV="1">
              <a:off x="1440" y="3126"/>
              <a:ext cx="316" cy="282"/>
            </a:xfrm>
            <a:prstGeom prst="line">
              <a:avLst/>
            </a:prstGeom>
            <a:noFill/>
            <a:ln w="12700">
              <a:solidFill>
                <a:schemeClr val="tx1"/>
              </a:solidFill>
              <a:round/>
              <a:headEnd/>
              <a:tailEnd type="triangle" w="sm" len="me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2837" name="Line 53"/>
            <p:cNvSpPr>
              <a:spLocks noChangeShapeType="1"/>
            </p:cNvSpPr>
            <p:nvPr/>
          </p:nvSpPr>
          <p:spPr bwMode="auto">
            <a:xfrm>
              <a:off x="1160" y="2107"/>
              <a:ext cx="257" cy="177"/>
            </a:xfrm>
            <a:prstGeom prst="line">
              <a:avLst/>
            </a:prstGeom>
            <a:noFill/>
            <a:ln w="12700">
              <a:solidFill>
                <a:schemeClr val="tx1"/>
              </a:solidFill>
              <a:round/>
              <a:headEnd/>
              <a:tailEnd type="triangle" w="sm" len="me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2838" name="Text Box 54"/>
            <p:cNvSpPr txBox="1">
              <a:spLocks noChangeArrowheads="1"/>
            </p:cNvSpPr>
            <p:nvPr/>
          </p:nvSpPr>
          <p:spPr bwMode="auto">
            <a:xfrm>
              <a:off x="1850" y="2020"/>
              <a:ext cx="972" cy="403"/>
            </a:xfrm>
            <a:prstGeom prst="rect">
              <a:avLst/>
            </a:prstGeom>
            <a:noFill/>
            <a:ln w="12700">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en-US" altLang="ja-JP" sz="1200">
                  <a:effectLst>
                    <a:outerShdw blurRad="38100" dist="38100" dir="2700000" algn="tl">
                      <a:srgbClr val="000000"/>
                    </a:outerShdw>
                  </a:effectLst>
                  <a:latin typeface="Times New Roman" panose="02020603050405020304" pitchFamily="18" charset="0"/>
                  <a:ea typeface="イワタ中丸ゴシック体(GT)" charset="-128"/>
                </a:rPr>
                <a:t>Ability of work is low because of hard work.</a:t>
              </a:r>
            </a:p>
          </p:txBody>
        </p:sp>
        <p:sp>
          <p:nvSpPr>
            <p:cNvPr id="502839" name="Text Box 55"/>
            <p:cNvSpPr txBox="1">
              <a:spLocks noChangeArrowheads="1"/>
            </p:cNvSpPr>
            <p:nvPr/>
          </p:nvSpPr>
          <p:spPr bwMode="auto">
            <a:xfrm>
              <a:off x="2666" y="2221"/>
              <a:ext cx="452" cy="173"/>
            </a:xfrm>
            <a:prstGeom prst="rect">
              <a:avLst/>
            </a:prstGeom>
            <a:noFill/>
            <a:ln w="12700">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en-US" altLang="ja-JP" sz="1200">
                  <a:effectLst>
                    <a:outerShdw blurRad="38100" dist="38100" dir="2700000" algn="tl">
                      <a:srgbClr val="000000"/>
                    </a:outerShdw>
                  </a:effectLst>
                  <a:latin typeface="Times New Roman" panose="02020603050405020304" pitchFamily="18" charset="0"/>
                  <a:ea typeface="イワタ中丸ゴシック体(GT)" charset="-128"/>
                </a:rPr>
                <a:t>Tired</a:t>
              </a:r>
            </a:p>
          </p:txBody>
        </p:sp>
        <p:sp>
          <p:nvSpPr>
            <p:cNvPr id="502840" name="Text Box 56"/>
            <p:cNvSpPr txBox="1">
              <a:spLocks noChangeArrowheads="1"/>
            </p:cNvSpPr>
            <p:nvPr/>
          </p:nvSpPr>
          <p:spPr bwMode="auto">
            <a:xfrm>
              <a:off x="2666" y="2405"/>
              <a:ext cx="879" cy="250"/>
            </a:xfrm>
            <a:prstGeom prst="rect">
              <a:avLst/>
            </a:prstGeom>
            <a:noFill/>
            <a:ln w="12700">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en-US" altLang="ja-JP" sz="1000">
                  <a:effectLst>
                    <a:outerShdw blurRad="38100" dist="38100" dir="2700000" algn="tl">
                      <a:srgbClr val="000000"/>
                    </a:outerShdw>
                  </a:effectLst>
                  <a:latin typeface="Times New Roman" panose="02020603050405020304" pitchFamily="18" charset="0"/>
                  <a:ea typeface="イワタ中丸ゴシック体(GT)" charset="-128"/>
                </a:rPr>
                <a:t>Work under the flaming sun</a:t>
              </a:r>
            </a:p>
          </p:txBody>
        </p:sp>
        <p:sp>
          <p:nvSpPr>
            <p:cNvPr id="502841" name="Text Box 57"/>
            <p:cNvSpPr txBox="1">
              <a:spLocks noChangeArrowheads="1"/>
            </p:cNvSpPr>
            <p:nvPr/>
          </p:nvSpPr>
          <p:spPr bwMode="auto">
            <a:xfrm>
              <a:off x="4224" y="1917"/>
              <a:ext cx="937" cy="288"/>
            </a:xfrm>
            <a:prstGeom prst="rect">
              <a:avLst/>
            </a:prstGeom>
            <a:noFill/>
            <a:ln w="12700">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en-US" altLang="ja-JP" sz="1200">
                  <a:effectLst>
                    <a:outerShdw blurRad="38100" dist="38100" dir="2700000" algn="tl">
                      <a:srgbClr val="000000"/>
                    </a:outerShdw>
                  </a:effectLst>
                  <a:latin typeface="Times New Roman" panose="02020603050405020304" pitchFamily="18" charset="0"/>
                  <a:ea typeface="イワタ中丸ゴシック体(GT)" charset="-128"/>
                </a:rPr>
                <a:t>Need to 2 women for working</a:t>
              </a:r>
            </a:p>
          </p:txBody>
        </p:sp>
        <p:sp>
          <p:nvSpPr>
            <p:cNvPr id="502842" name="Text Box 58"/>
            <p:cNvSpPr txBox="1">
              <a:spLocks noChangeArrowheads="1"/>
            </p:cNvSpPr>
            <p:nvPr/>
          </p:nvSpPr>
          <p:spPr bwMode="auto">
            <a:xfrm>
              <a:off x="4396" y="2176"/>
              <a:ext cx="851" cy="173"/>
            </a:xfrm>
            <a:prstGeom prst="rect">
              <a:avLst/>
            </a:prstGeom>
            <a:noFill/>
            <a:ln w="12700">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en-US" altLang="ja-JP" sz="1200">
                  <a:effectLst>
                    <a:outerShdw blurRad="38100" dist="38100" dir="2700000" algn="tl">
                      <a:srgbClr val="000000"/>
                    </a:outerShdw>
                  </a:effectLst>
                  <a:latin typeface="Times New Roman" panose="02020603050405020304" pitchFamily="18" charset="0"/>
                  <a:ea typeface="イワタ中丸ゴシック体(GT)" charset="-128"/>
                </a:rPr>
                <a:t>Hose is long</a:t>
              </a:r>
            </a:p>
          </p:txBody>
        </p:sp>
        <p:sp>
          <p:nvSpPr>
            <p:cNvPr id="502843" name="Text Box 59"/>
            <p:cNvSpPr txBox="1">
              <a:spLocks noChangeArrowheads="1"/>
            </p:cNvSpPr>
            <p:nvPr/>
          </p:nvSpPr>
          <p:spPr bwMode="auto">
            <a:xfrm>
              <a:off x="3704" y="2277"/>
              <a:ext cx="596" cy="154"/>
            </a:xfrm>
            <a:prstGeom prst="rect">
              <a:avLst/>
            </a:prstGeom>
            <a:noFill/>
            <a:ln w="12700">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en-US" altLang="ja-JP" sz="1000">
                  <a:effectLst>
                    <a:outerShdw blurRad="38100" dist="38100" dir="2700000" algn="tl">
                      <a:srgbClr val="000000"/>
                    </a:outerShdw>
                  </a:effectLst>
                  <a:latin typeface="Times New Roman" panose="02020603050405020304" pitchFamily="18" charset="0"/>
                  <a:ea typeface="イワタ中丸ゴシック体(GT)" charset="-128"/>
                </a:rPr>
                <a:t>Hose is heavy</a:t>
              </a:r>
            </a:p>
          </p:txBody>
        </p:sp>
        <p:sp>
          <p:nvSpPr>
            <p:cNvPr id="502844" name="Text Box 60"/>
            <p:cNvSpPr txBox="1">
              <a:spLocks noChangeArrowheads="1"/>
            </p:cNvSpPr>
            <p:nvPr/>
          </p:nvSpPr>
          <p:spPr bwMode="auto">
            <a:xfrm>
              <a:off x="3582" y="2728"/>
              <a:ext cx="1458" cy="173"/>
            </a:xfrm>
            <a:prstGeom prst="rect">
              <a:avLst/>
            </a:prstGeom>
            <a:noFill/>
            <a:ln w="12700">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en-US" altLang="ja-JP" sz="1200">
                  <a:effectLst>
                    <a:outerShdw blurRad="38100" dist="38100" dir="2700000" algn="tl">
                      <a:srgbClr val="000000"/>
                    </a:outerShdw>
                  </a:effectLst>
                  <a:latin typeface="Times New Roman" panose="02020603050405020304" pitchFamily="18" charset="0"/>
                  <a:ea typeface="イワタ中丸ゴシック体(GT)" charset="-128"/>
                </a:rPr>
                <a:t>Have to connect the hoses</a:t>
              </a:r>
            </a:p>
          </p:txBody>
        </p:sp>
        <p:sp>
          <p:nvSpPr>
            <p:cNvPr id="502845" name="Text Box 61"/>
            <p:cNvSpPr txBox="1">
              <a:spLocks noChangeArrowheads="1"/>
            </p:cNvSpPr>
            <p:nvPr/>
          </p:nvSpPr>
          <p:spPr bwMode="auto">
            <a:xfrm>
              <a:off x="3630" y="2905"/>
              <a:ext cx="1458" cy="173"/>
            </a:xfrm>
            <a:prstGeom prst="rect">
              <a:avLst/>
            </a:prstGeom>
            <a:noFill/>
            <a:ln w="12700">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en-US" altLang="ja-JP" sz="1200">
                  <a:effectLst>
                    <a:outerShdw blurRad="38100" dist="38100" dir="2700000" algn="tl">
                      <a:srgbClr val="000000"/>
                    </a:outerShdw>
                  </a:effectLst>
                  <a:latin typeface="Times New Roman" panose="02020603050405020304" pitchFamily="18" charset="0"/>
                  <a:ea typeface="イワタ中丸ゴシック体(GT)" charset="-128"/>
                </a:rPr>
                <a:t>Take time for connect the hoses</a:t>
              </a:r>
            </a:p>
          </p:txBody>
        </p:sp>
        <p:sp>
          <p:nvSpPr>
            <p:cNvPr id="502846" name="Text Box 62"/>
            <p:cNvSpPr txBox="1">
              <a:spLocks noChangeArrowheads="1"/>
            </p:cNvSpPr>
            <p:nvPr/>
          </p:nvSpPr>
          <p:spPr bwMode="auto">
            <a:xfrm>
              <a:off x="3876" y="3183"/>
              <a:ext cx="696" cy="288"/>
            </a:xfrm>
            <a:prstGeom prst="rect">
              <a:avLst/>
            </a:prstGeom>
            <a:noFill/>
            <a:ln w="12700">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en-US" altLang="ja-JP" sz="1200">
                  <a:effectLst>
                    <a:outerShdw blurRad="38100" dist="38100" dir="2700000" algn="tl">
                      <a:srgbClr val="000000"/>
                    </a:outerShdw>
                  </a:effectLst>
                  <a:latin typeface="Times New Roman" panose="02020603050405020304" pitchFamily="18" charset="0"/>
                  <a:ea typeface="イワタ中丸ゴシック体(GT)" charset="-128"/>
                </a:rPr>
                <a:t>Take time for delivery</a:t>
              </a:r>
            </a:p>
          </p:txBody>
        </p:sp>
        <p:sp>
          <p:nvSpPr>
            <p:cNvPr id="502847" name="Text Box 63"/>
            <p:cNvSpPr txBox="1">
              <a:spLocks noChangeArrowheads="1"/>
            </p:cNvSpPr>
            <p:nvPr/>
          </p:nvSpPr>
          <p:spPr bwMode="auto">
            <a:xfrm>
              <a:off x="816" y="2478"/>
              <a:ext cx="1248" cy="240"/>
            </a:xfrm>
            <a:prstGeom prst="rect">
              <a:avLst/>
            </a:prstGeom>
            <a:noFill/>
            <a:ln w="12700">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000">
                  <a:effectLst>
                    <a:outerShdw blurRad="38100" dist="38100" dir="2700000" algn="tl">
                      <a:srgbClr val="000000"/>
                    </a:outerShdw>
                  </a:effectLst>
                  <a:latin typeface="Times New Roman" panose="02020603050405020304" pitchFamily="18" charset="0"/>
                  <a:ea typeface="イワタ中丸ゴシック体(GT)" charset="-128"/>
                </a:rPr>
                <a:t> </a:t>
              </a:r>
              <a:r>
                <a:rPr lang="en-US" altLang="ja-JP" sz="900">
                  <a:effectLst>
                    <a:outerShdw blurRad="38100" dist="38100" dir="2700000" algn="tl">
                      <a:srgbClr val="000000"/>
                    </a:outerShdw>
                  </a:effectLst>
                  <a:latin typeface="Times New Roman" panose="02020603050405020304" pitchFamily="18" charset="0"/>
                  <a:ea typeface="イワタ中丸ゴシック体(GT)" charset="-128"/>
                </a:rPr>
                <a:t>Do not know the condition of sprinkling</a:t>
              </a:r>
            </a:p>
          </p:txBody>
        </p:sp>
        <p:sp>
          <p:nvSpPr>
            <p:cNvPr id="502848" name="Text Box 64"/>
            <p:cNvSpPr txBox="1">
              <a:spLocks noChangeArrowheads="1"/>
            </p:cNvSpPr>
            <p:nvPr/>
          </p:nvSpPr>
          <p:spPr bwMode="auto">
            <a:xfrm>
              <a:off x="716" y="2208"/>
              <a:ext cx="766" cy="154"/>
            </a:xfrm>
            <a:prstGeom prst="rect">
              <a:avLst/>
            </a:prstGeom>
            <a:noFill/>
            <a:ln w="12700">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en-US" altLang="ja-JP" sz="1000">
                  <a:effectLst>
                    <a:outerShdw blurRad="38100" dist="38100" dir="2700000" algn="tl">
                      <a:srgbClr val="000000"/>
                    </a:outerShdw>
                  </a:effectLst>
                  <a:latin typeface="Times New Roman" panose="02020603050405020304" pitchFamily="18" charset="0"/>
                  <a:ea typeface="イワタ中丸ゴシック体(GT)" charset="-128"/>
                </a:rPr>
                <a:t>Useless sprinkling</a:t>
              </a:r>
            </a:p>
          </p:txBody>
        </p:sp>
        <p:sp>
          <p:nvSpPr>
            <p:cNvPr id="502849" name="Text Box 65"/>
            <p:cNvSpPr txBox="1">
              <a:spLocks noChangeArrowheads="1"/>
            </p:cNvSpPr>
            <p:nvPr/>
          </p:nvSpPr>
          <p:spPr bwMode="auto">
            <a:xfrm>
              <a:off x="3162" y="2846"/>
              <a:ext cx="439" cy="173"/>
            </a:xfrm>
            <a:prstGeom prst="rect">
              <a:avLst/>
            </a:prstGeom>
            <a:noFill/>
            <a:ln w="12700">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en-US" altLang="ja-JP" sz="1200">
                  <a:effectLst>
                    <a:outerShdw blurRad="38100" dist="38100" dir="2700000" algn="tl">
                      <a:srgbClr val="000000"/>
                    </a:outerShdw>
                  </a:effectLst>
                  <a:latin typeface="Times New Roman" panose="02020603050405020304" pitchFamily="18" charset="0"/>
                  <a:ea typeface="イワタ中丸ゴシック体(GT)" charset="-128"/>
                </a:rPr>
                <a:t>Far</a:t>
              </a:r>
            </a:p>
          </p:txBody>
        </p:sp>
        <p:sp>
          <p:nvSpPr>
            <p:cNvPr id="502850" name="Text Box 66"/>
            <p:cNvSpPr txBox="1">
              <a:spLocks noChangeArrowheads="1"/>
            </p:cNvSpPr>
            <p:nvPr/>
          </p:nvSpPr>
          <p:spPr bwMode="auto">
            <a:xfrm>
              <a:off x="2951" y="3348"/>
              <a:ext cx="849" cy="288"/>
            </a:xfrm>
            <a:prstGeom prst="rect">
              <a:avLst/>
            </a:prstGeom>
            <a:noFill/>
            <a:ln w="12700">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en-US" altLang="ja-JP" sz="1200">
                  <a:effectLst>
                    <a:outerShdw blurRad="38100" dist="38100" dir="2700000" algn="tl">
                      <a:srgbClr val="000000"/>
                    </a:outerShdw>
                  </a:effectLst>
                  <a:latin typeface="Times New Roman" panose="02020603050405020304" pitchFamily="18" charset="0"/>
                  <a:ea typeface="イワタ中丸ゴシック体(GT)" charset="-128"/>
                </a:rPr>
                <a:t>Maintenance place is far</a:t>
              </a:r>
            </a:p>
          </p:txBody>
        </p:sp>
        <p:sp>
          <p:nvSpPr>
            <p:cNvPr id="502851" name="Text Box 67"/>
            <p:cNvSpPr txBox="1">
              <a:spLocks noChangeArrowheads="1"/>
            </p:cNvSpPr>
            <p:nvPr/>
          </p:nvSpPr>
          <p:spPr bwMode="auto">
            <a:xfrm>
              <a:off x="2077" y="2949"/>
              <a:ext cx="499" cy="250"/>
            </a:xfrm>
            <a:prstGeom prst="rect">
              <a:avLst/>
            </a:prstGeom>
            <a:noFill/>
            <a:ln w="12700">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en-US" altLang="ja-JP" sz="1000">
                  <a:effectLst>
                    <a:outerShdw blurRad="38100" dist="38100" dir="2700000" algn="tl">
                      <a:srgbClr val="000000"/>
                    </a:outerShdw>
                  </a:effectLst>
                  <a:latin typeface="Times New Roman" panose="02020603050405020304" pitchFamily="18" charset="0"/>
                  <a:ea typeface="イワタ中丸ゴシック体(GT)" charset="-128"/>
                </a:rPr>
                <a:t>A few of hose cap</a:t>
              </a:r>
            </a:p>
          </p:txBody>
        </p:sp>
        <p:sp>
          <p:nvSpPr>
            <p:cNvPr id="502852" name="Text Box 68"/>
            <p:cNvSpPr txBox="1">
              <a:spLocks noChangeArrowheads="1"/>
            </p:cNvSpPr>
            <p:nvPr/>
          </p:nvSpPr>
          <p:spPr bwMode="auto">
            <a:xfrm>
              <a:off x="897" y="3216"/>
              <a:ext cx="568" cy="173"/>
            </a:xfrm>
            <a:prstGeom prst="rect">
              <a:avLst/>
            </a:prstGeom>
            <a:noFill/>
            <a:ln w="12700">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en-US" altLang="ja-JP" sz="1200">
                  <a:effectLst>
                    <a:outerShdw blurRad="38100" dist="38100" dir="2700000" algn="tl">
                      <a:srgbClr val="000000"/>
                    </a:outerShdw>
                  </a:effectLst>
                  <a:latin typeface="Times New Roman" panose="02020603050405020304" pitchFamily="18" charset="0"/>
                  <a:ea typeface="イワタ中丸ゴシック体(GT)" charset="-128"/>
                </a:rPr>
                <a:t>Small hose</a:t>
              </a:r>
            </a:p>
          </p:txBody>
        </p:sp>
        <p:sp>
          <p:nvSpPr>
            <p:cNvPr id="502853" name="Text Box 69"/>
            <p:cNvSpPr txBox="1">
              <a:spLocks noChangeArrowheads="1"/>
            </p:cNvSpPr>
            <p:nvPr/>
          </p:nvSpPr>
          <p:spPr bwMode="auto">
            <a:xfrm>
              <a:off x="1079" y="3385"/>
              <a:ext cx="544" cy="288"/>
            </a:xfrm>
            <a:prstGeom prst="rect">
              <a:avLst/>
            </a:prstGeom>
            <a:noFill/>
            <a:ln w="12700">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en-US" altLang="ja-JP" sz="1200">
                  <a:effectLst>
                    <a:outerShdw blurRad="38100" dist="38100" dir="2700000" algn="tl">
                      <a:srgbClr val="000000"/>
                    </a:outerShdw>
                  </a:effectLst>
                  <a:latin typeface="Times New Roman" panose="02020603050405020304" pitchFamily="18" charset="0"/>
                  <a:ea typeface="イワタ中丸ゴシック体(GT)" charset="-128"/>
                </a:rPr>
                <a:t>Less water</a:t>
              </a:r>
            </a:p>
          </p:txBody>
        </p:sp>
        <p:sp>
          <p:nvSpPr>
            <p:cNvPr id="502854" name="AutoShape 70"/>
            <p:cNvSpPr>
              <a:spLocks noChangeArrowheads="1"/>
            </p:cNvSpPr>
            <p:nvPr/>
          </p:nvSpPr>
          <p:spPr bwMode="auto">
            <a:xfrm>
              <a:off x="394" y="2361"/>
              <a:ext cx="766" cy="133"/>
            </a:xfrm>
            <a:prstGeom prst="roundRect">
              <a:avLst>
                <a:gd name="adj" fmla="val 50000"/>
              </a:avLst>
            </a:prstGeom>
            <a:solidFill>
              <a:srgbClr val="006600"/>
            </a:solidFill>
            <a:ln w="6350">
              <a:solidFill>
                <a:schemeClr val="tx1"/>
              </a:solidFill>
              <a:round/>
              <a:headEnd/>
              <a:tailEnd/>
            </a:ln>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en-US" altLang="ja-JP" sz="1200">
                  <a:effectLst>
                    <a:outerShdw blurRad="38100" dist="38100" dir="2700000" algn="tl">
                      <a:srgbClr val="000000"/>
                    </a:outerShdw>
                  </a:effectLst>
                  <a:latin typeface="Times New Roman" panose="02020603050405020304" pitchFamily="18" charset="0"/>
                  <a:ea typeface="イワタ中丸ゴシック体(GT)" charset="-128"/>
                </a:rPr>
                <a:t>No sprinkle rstandard</a:t>
              </a:r>
            </a:p>
          </p:txBody>
        </p:sp>
        <p:sp>
          <p:nvSpPr>
            <p:cNvPr id="502855" name="AutoShape 71"/>
            <p:cNvSpPr>
              <a:spLocks noChangeArrowheads="1"/>
            </p:cNvSpPr>
            <p:nvPr/>
          </p:nvSpPr>
          <p:spPr bwMode="auto">
            <a:xfrm>
              <a:off x="480" y="1992"/>
              <a:ext cx="864" cy="240"/>
            </a:xfrm>
            <a:prstGeom prst="roundRect">
              <a:avLst>
                <a:gd name="adj" fmla="val 50000"/>
              </a:avLst>
            </a:prstGeom>
            <a:solidFill>
              <a:srgbClr val="006600"/>
            </a:solidFill>
            <a:ln w="6350">
              <a:solidFill>
                <a:schemeClr val="tx1"/>
              </a:solidFill>
              <a:round/>
              <a:headEnd/>
              <a:tailEnd/>
            </a:ln>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en-US" altLang="ja-JP" sz="1200">
                  <a:effectLst>
                    <a:outerShdw blurRad="38100" dist="38100" dir="2700000" algn="tl">
                      <a:srgbClr val="000000"/>
                    </a:outerShdw>
                  </a:effectLst>
                  <a:latin typeface="Times New Roman" panose="02020603050405020304" pitchFamily="18" charset="0"/>
                  <a:ea typeface="イワタ中丸ゴシック体(GT)" charset="-128"/>
                </a:rPr>
                <a:t>Do not know the </a:t>
              </a:r>
            </a:p>
            <a:p>
              <a:pPr algn="ctr" eaLnBrk="1" hangingPunct="1"/>
              <a:r>
                <a:rPr lang="en-US" altLang="ja-JP" sz="1200">
                  <a:effectLst>
                    <a:outerShdw blurRad="38100" dist="38100" dir="2700000" algn="tl">
                      <a:srgbClr val="000000"/>
                    </a:outerShdw>
                  </a:effectLst>
                  <a:latin typeface="Times New Roman" panose="02020603050405020304" pitchFamily="18" charset="0"/>
                  <a:ea typeface="イワタ中丸ゴシック体(GT)" charset="-128"/>
                </a:rPr>
                <a:t>characteristic of the tree</a:t>
              </a:r>
            </a:p>
          </p:txBody>
        </p:sp>
        <p:sp>
          <p:nvSpPr>
            <p:cNvPr id="502856" name="AutoShape 72"/>
            <p:cNvSpPr>
              <a:spLocks noChangeArrowheads="1"/>
            </p:cNvSpPr>
            <p:nvPr/>
          </p:nvSpPr>
          <p:spPr bwMode="auto">
            <a:xfrm>
              <a:off x="1248" y="2688"/>
              <a:ext cx="763" cy="240"/>
            </a:xfrm>
            <a:prstGeom prst="roundRect">
              <a:avLst>
                <a:gd name="adj" fmla="val 50000"/>
              </a:avLst>
            </a:prstGeom>
            <a:solidFill>
              <a:srgbClr val="006600"/>
            </a:solidFill>
            <a:ln w="6350">
              <a:solidFill>
                <a:schemeClr val="tx1"/>
              </a:solidFill>
              <a:round/>
              <a:headEnd/>
              <a:tailEnd/>
            </a:ln>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en-US" altLang="ja-JP" sz="1000">
                  <a:effectLst>
                    <a:outerShdw blurRad="38100" dist="38100" dir="2700000" algn="tl">
                      <a:srgbClr val="000000"/>
                    </a:outerShdw>
                  </a:effectLst>
                  <a:latin typeface="Times New Roman" panose="02020603050405020304" pitchFamily="18" charset="0"/>
                  <a:ea typeface="イワタ中丸ゴシック体(GT)" charset="-128"/>
                </a:rPr>
                <a:t>Delivery hose </a:t>
              </a:r>
            </a:p>
            <a:p>
              <a:pPr algn="ctr" eaLnBrk="1" hangingPunct="1"/>
              <a:r>
                <a:rPr lang="en-US" altLang="ja-JP" sz="1000">
                  <a:effectLst>
                    <a:outerShdw blurRad="38100" dist="38100" dir="2700000" algn="tl">
                      <a:srgbClr val="000000"/>
                    </a:outerShdw>
                  </a:effectLst>
                  <a:latin typeface="Times New Roman" panose="02020603050405020304" pitchFamily="18" charset="0"/>
                  <a:ea typeface="イワタ中丸ゴシック体(GT)" charset="-128"/>
                </a:rPr>
                <a:t>distance is far</a:t>
              </a:r>
            </a:p>
          </p:txBody>
        </p:sp>
        <p:sp>
          <p:nvSpPr>
            <p:cNvPr id="502857" name="AutoShape 73"/>
            <p:cNvSpPr>
              <a:spLocks noChangeArrowheads="1"/>
            </p:cNvSpPr>
            <p:nvPr/>
          </p:nvSpPr>
          <p:spPr bwMode="auto">
            <a:xfrm>
              <a:off x="480" y="3038"/>
              <a:ext cx="937" cy="133"/>
            </a:xfrm>
            <a:prstGeom prst="roundRect">
              <a:avLst>
                <a:gd name="adj" fmla="val 50000"/>
              </a:avLst>
            </a:prstGeom>
            <a:solidFill>
              <a:srgbClr val="006600"/>
            </a:solidFill>
            <a:ln w="6350">
              <a:solidFill>
                <a:schemeClr val="tx1"/>
              </a:solidFill>
              <a:round/>
              <a:headEnd/>
              <a:tailEnd/>
            </a:ln>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en-US" altLang="ja-JP" sz="1200">
                  <a:effectLst>
                    <a:outerShdw blurRad="38100" dist="38100" dir="2700000" algn="tl">
                      <a:srgbClr val="000000"/>
                    </a:outerShdw>
                  </a:effectLst>
                  <a:latin typeface="Times New Roman" panose="02020603050405020304" pitchFamily="18" charset="0"/>
                  <a:ea typeface="イワタ中丸ゴシック体(GT)" charset="-128"/>
                </a:rPr>
                <a:t>Sprinkling only 1 hose</a:t>
              </a:r>
            </a:p>
          </p:txBody>
        </p:sp>
        <p:sp>
          <p:nvSpPr>
            <p:cNvPr id="502858" name="AutoShape 74"/>
            <p:cNvSpPr>
              <a:spLocks noChangeArrowheads="1"/>
            </p:cNvSpPr>
            <p:nvPr/>
          </p:nvSpPr>
          <p:spPr bwMode="auto">
            <a:xfrm>
              <a:off x="2863" y="3082"/>
              <a:ext cx="1106" cy="133"/>
            </a:xfrm>
            <a:prstGeom prst="roundRect">
              <a:avLst>
                <a:gd name="adj" fmla="val 50000"/>
              </a:avLst>
            </a:prstGeom>
            <a:solidFill>
              <a:srgbClr val="006600"/>
            </a:solidFill>
            <a:ln w="6350">
              <a:solidFill>
                <a:schemeClr val="tx1"/>
              </a:solidFill>
              <a:round/>
              <a:headEnd/>
              <a:tailEnd/>
            </a:ln>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en-US" altLang="ja-JP" sz="1400">
                  <a:effectLst>
                    <a:outerShdw blurRad="38100" dist="38100" dir="2700000" algn="tl">
                      <a:srgbClr val="000000"/>
                    </a:outerShdw>
                  </a:effectLst>
                  <a:latin typeface="Times New Roman" panose="02020603050405020304" pitchFamily="18" charset="0"/>
                  <a:ea typeface="イワタ中丸ゴシック体(GT)" charset="-128"/>
                </a:rPr>
                <a:t>Many kinds of hose cap</a:t>
              </a:r>
            </a:p>
          </p:txBody>
        </p:sp>
        <p:sp>
          <p:nvSpPr>
            <p:cNvPr id="502859" name="AutoShape 75"/>
            <p:cNvSpPr>
              <a:spLocks noChangeArrowheads="1"/>
            </p:cNvSpPr>
            <p:nvPr/>
          </p:nvSpPr>
          <p:spPr bwMode="auto">
            <a:xfrm>
              <a:off x="4224" y="2360"/>
              <a:ext cx="768" cy="256"/>
            </a:xfrm>
            <a:prstGeom prst="roundRect">
              <a:avLst>
                <a:gd name="adj" fmla="val 50000"/>
              </a:avLst>
            </a:prstGeom>
            <a:solidFill>
              <a:srgbClr val="006600"/>
            </a:solidFill>
            <a:ln w="6350">
              <a:solidFill>
                <a:schemeClr val="tx1"/>
              </a:solidFill>
              <a:round/>
              <a:headEnd/>
              <a:tailEnd/>
            </a:ln>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en-US" altLang="ja-JP" sz="1000">
                  <a:effectLst>
                    <a:outerShdw blurRad="38100" dist="38100" dir="2700000" algn="tl">
                      <a:srgbClr val="000000"/>
                    </a:outerShdw>
                  </a:effectLst>
                  <a:latin typeface="Times New Roman" panose="02020603050405020304" pitchFamily="18" charset="0"/>
                  <a:ea typeface="イワタ中丸ゴシック体(GT)" charset="-128"/>
                </a:rPr>
                <a:t>Hose cap is far from tree</a:t>
              </a:r>
            </a:p>
          </p:txBody>
        </p:sp>
        <p:sp>
          <p:nvSpPr>
            <p:cNvPr id="502860" name="Text Box 76"/>
            <p:cNvSpPr txBox="1">
              <a:spLocks noChangeArrowheads="1"/>
            </p:cNvSpPr>
            <p:nvPr/>
          </p:nvSpPr>
          <p:spPr bwMode="auto">
            <a:xfrm>
              <a:off x="4368" y="3408"/>
              <a:ext cx="1632" cy="464"/>
            </a:xfrm>
            <a:prstGeom prst="rect">
              <a:avLst/>
            </a:prstGeom>
            <a:solidFill>
              <a:srgbClr val="008000"/>
            </a:solidFill>
            <a:ln w="6350">
              <a:solidFill>
                <a:schemeClr val="tx1"/>
              </a:solid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400">
                  <a:effectLst>
                    <a:outerShdw blurRad="38100" dist="38100" dir="2700000" algn="tl">
                      <a:srgbClr val="000000"/>
                    </a:outerShdw>
                  </a:effectLst>
                  <a:latin typeface="Times New Roman" panose="02020603050405020304" pitchFamily="18" charset="0"/>
                </a:rPr>
                <a:t>Creating date : year. month…</a:t>
              </a:r>
            </a:p>
            <a:p>
              <a:pPr eaLnBrk="1" hangingPunct="1"/>
              <a:r>
                <a:rPr lang="en-US" altLang="ja-JP" sz="1400">
                  <a:effectLst>
                    <a:outerShdw blurRad="38100" dist="38100" dir="2700000" algn="tl">
                      <a:srgbClr val="000000"/>
                    </a:outerShdw>
                  </a:effectLst>
                  <a:latin typeface="Times New Roman" panose="02020603050405020304" pitchFamily="18" charset="0"/>
                </a:rPr>
                <a:t>Participants : Toyoda, Honda, Takaoka.</a:t>
              </a:r>
            </a:p>
          </p:txBody>
        </p:sp>
        <p:sp>
          <p:nvSpPr>
            <p:cNvPr id="502861" name="Text Box 77"/>
            <p:cNvSpPr txBox="1">
              <a:spLocks noChangeArrowheads="1"/>
            </p:cNvSpPr>
            <p:nvPr/>
          </p:nvSpPr>
          <p:spPr bwMode="auto">
            <a:xfrm>
              <a:off x="319" y="1837"/>
              <a:ext cx="277" cy="250"/>
            </a:xfrm>
            <a:prstGeom prst="rect">
              <a:avLst/>
            </a:prstGeom>
            <a:noFill/>
            <a:ln w="12700">
              <a:noFill/>
              <a:miter lim="800000"/>
              <a:headEnd/>
              <a:tailEnd/>
            </a:ln>
            <a:effectLst/>
          </p:spPr>
          <p:txBody>
            <a:bodyPr wrap="none">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r" eaLnBrk="1" hangingPunct="1"/>
              <a:r>
                <a:rPr lang="en-US" altLang="ja-JP" sz="2000">
                  <a:solidFill>
                    <a:schemeClr val="folHlink"/>
                  </a:solidFill>
                  <a:effectLst>
                    <a:outerShdw blurRad="38100" dist="38100" dir="2700000" algn="tl">
                      <a:srgbClr val="000000"/>
                    </a:outerShdw>
                  </a:effectLst>
                  <a:latin typeface="Times New Roman" panose="02020603050405020304" pitchFamily="18" charset="0"/>
                </a:rPr>
                <a:t>④</a:t>
              </a:r>
            </a:p>
          </p:txBody>
        </p:sp>
        <p:sp>
          <p:nvSpPr>
            <p:cNvPr id="502862" name="Text Box 78"/>
            <p:cNvSpPr txBox="1">
              <a:spLocks noChangeArrowheads="1"/>
            </p:cNvSpPr>
            <p:nvPr/>
          </p:nvSpPr>
          <p:spPr bwMode="auto">
            <a:xfrm>
              <a:off x="1060" y="2629"/>
              <a:ext cx="277" cy="250"/>
            </a:xfrm>
            <a:prstGeom prst="rect">
              <a:avLst/>
            </a:prstGeom>
            <a:noFill/>
            <a:ln w="12700">
              <a:noFill/>
              <a:miter lim="800000"/>
              <a:headEnd/>
              <a:tailEnd/>
            </a:ln>
            <a:effectLst/>
          </p:spPr>
          <p:txBody>
            <a:bodyPr wrap="none">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r" eaLnBrk="1" hangingPunct="1"/>
              <a:r>
                <a:rPr lang="en-US" altLang="ja-JP" sz="2000">
                  <a:solidFill>
                    <a:schemeClr val="folHlink"/>
                  </a:solidFill>
                  <a:effectLst>
                    <a:outerShdw blurRad="38100" dist="38100" dir="2700000" algn="tl">
                      <a:srgbClr val="000000"/>
                    </a:outerShdw>
                  </a:effectLst>
                  <a:latin typeface="Times New Roman" panose="02020603050405020304" pitchFamily="18" charset="0"/>
                </a:rPr>
                <a:t>③</a:t>
              </a:r>
            </a:p>
          </p:txBody>
        </p:sp>
        <p:sp>
          <p:nvSpPr>
            <p:cNvPr id="502863" name="Text Box 79"/>
            <p:cNvSpPr txBox="1">
              <a:spLocks noChangeArrowheads="1"/>
            </p:cNvSpPr>
            <p:nvPr/>
          </p:nvSpPr>
          <p:spPr bwMode="auto">
            <a:xfrm>
              <a:off x="175" y="2301"/>
              <a:ext cx="277" cy="250"/>
            </a:xfrm>
            <a:prstGeom prst="rect">
              <a:avLst/>
            </a:prstGeom>
            <a:noFill/>
            <a:ln w="12700">
              <a:noFill/>
              <a:miter lim="800000"/>
              <a:headEnd/>
              <a:tailEnd/>
            </a:ln>
            <a:effectLst/>
          </p:spPr>
          <p:txBody>
            <a:bodyPr wrap="none">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r" eaLnBrk="1" hangingPunct="1"/>
              <a:r>
                <a:rPr lang="en-US" altLang="ja-JP" sz="2000">
                  <a:solidFill>
                    <a:schemeClr val="folHlink"/>
                  </a:solidFill>
                  <a:effectLst>
                    <a:outerShdw blurRad="38100" dist="38100" dir="2700000" algn="tl">
                      <a:srgbClr val="000000"/>
                    </a:outerShdw>
                  </a:effectLst>
                  <a:latin typeface="Times New Roman" panose="02020603050405020304" pitchFamily="18" charset="0"/>
                </a:rPr>
                <a:t>⑤</a:t>
              </a:r>
            </a:p>
          </p:txBody>
        </p:sp>
        <p:sp>
          <p:nvSpPr>
            <p:cNvPr id="502864" name="Text Box 80"/>
            <p:cNvSpPr txBox="1">
              <a:spLocks noChangeArrowheads="1"/>
            </p:cNvSpPr>
            <p:nvPr/>
          </p:nvSpPr>
          <p:spPr bwMode="auto">
            <a:xfrm>
              <a:off x="2631" y="3022"/>
              <a:ext cx="277" cy="250"/>
            </a:xfrm>
            <a:prstGeom prst="rect">
              <a:avLst/>
            </a:prstGeom>
            <a:noFill/>
            <a:ln w="12700">
              <a:noFill/>
              <a:miter lim="800000"/>
              <a:headEnd/>
              <a:tailEnd/>
            </a:ln>
            <a:effectLst/>
          </p:spPr>
          <p:txBody>
            <a:bodyPr wrap="none">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r" eaLnBrk="1" hangingPunct="1"/>
              <a:r>
                <a:rPr lang="en-US" altLang="ja-JP" sz="2000">
                  <a:solidFill>
                    <a:schemeClr val="folHlink"/>
                  </a:solidFill>
                  <a:effectLst>
                    <a:outerShdw blurRad="38100" dist="38100" dir="2700000" algn="tl">
                      <a:srgbClr val="000000"/>
                    </a:outerShdw>
                  </a:effectLst>
                  <a:latin typeface="Times New Roman" panose="02020603050405020304" pitchFamily="18" charset="0"/>
                </a:rPr>
                <a:t>⑥</a:t>
              </a:r>
            </a:p>
          </p:txBody>
        </p:sp>
        <p:sp>
          <p:nvSpPr>
            <p:cNvPr id="502865" name="Text Box 81"/>
            <p:cNvSpPr txBox="1">
              <a:spLocks noChangeArrowheads="1"/>
            </p:cNvSpPr>
            <p:nvPr/>
          </p:nvSpPr>
          <p:spPr bwMode="auto">
            <a:xfrm>
              <a:off x="4036" y="2371"/>
              <a:ext cx="277" cy="250"/>
            </a:xfrm>
            <a:prstGeom prst="rect">
              <a:avLst/>
            </a:prstGeom>
            <a:noFill/>
            <a:ln w="12700">
              <a:noFill/>
              <a:miter lim="800000"/>
              <a:headEnd/>
              <a:tailEnd/>
            </a:ln>
            <a:effectLst/>
          </p:spPr>
          <p:txBody>
            <a:bodyPr wrap="none">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r" eaLnBrk="1" hangingPunct="1"/>
              <a:r>
                <a:rPr lang="en-US" altLang="ja-JP" sz="2000">
                  <a:solidFill>
                    <a:schemeClr val="folHlink"/>
                  </a:solidFill>
                  <a:effectLst>
                    <a:outerShdw blurRad="38100" dist="38100" dir="2700000" algn="tl">
                      <a:srgbClr val="000000"/>
                    </a:outerShdw>
                  </a:effectLst>
                  <a:latin typeface="Times New Roman" panose="02020603050405020304" pitchFamily="18" charset="0"/>
                </a:rPr>
                <a:t>②</a:t>
              </a:r>
            </a:p>
          </p:txBody>
        </p:sp>
        <p:sp>
          <p:nvSpPr>
            <p:cNvPr id="502866" name="Text Box 82"/>
            <p:cNvSpPr txBox="1">
              <a:spLocks noChangeArrowheads="1"/>
            </p:cNvSpPr>
            <p:nvPr/>
          </p:nvSpPr>
          <p:spPr bwMode="auto">
            <a:xfrm>
              <a:off x="399" y="2833"/>
              <a:ext cx="277" cy="250"/>
            </a:xfrm>
            <a:prstGeom prst="rect">
              <a:avLst/>
            </a:prstGeom>
            <a:noFill/>
            <a:ln w="12700">
              <a:noFill/>
              <a:miter lim="800000"/>
              <a:headEnd/>
              <a:tailEnd/>
            </a:ln>
            <a:effectLst/>
          </p:spPr>
          <p:txBody>
            <a:bodyPr wrap="none">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r" eaLnBrk="1" hangingPunct="1"/>
              <a:r>
                <a:rPr lang="en-US" altLang="ja-JP" sz="2000">
                  <a:solidFill>
                    <a:schemeClr val="folHlink"/>
                  </a:solidFill>
                  <a:effectLst>
                    <a:outerShdw blurRad="38100" dist="38100" dir="2700000" algn="tl">
                      <a:srgbClr val="000000"/>
                    </a:outerShdw>
                  </a:effectLst>
                  <a:latin typeface="Times New Roman" panose="02020603050405020304" pitchFamily="18" charset="0"/>
                </a:rPr>
                <a:t>①</a:t>
              </a:r>
            </a:p>
          </p:txBody>
        </p:sp>
        <p:sp>
          <p:nvSpPr>
            <p:cNvPr id="502867" name="Line 83"/>
            <p:cNvSpPr>
              <a:spLocks noChangeShapeType="1"/>
            </p:cNvSpPr>
            <p:nvPr/>
          </p:nvSpPr>
          <p:spPr bwMode="auto">
            <a:xfrm>
              <a:off x="392" y="1038"/>
              <a:ext cx="792" cy="850"/>
            </a:xfrm>
            <a:prstGeom prst="line">
              <a:avLst/>
            </a:prstGeom>
            <a:noFill/>
            <a:ln w="31750">
              <a:solidFill>
                <a:schemeClr val="folHlink"/>
              </a:solidFill>
              <a:round/>
              <a:headEnd/>
              <a:tailEnd type="arrow" w="sm" len="sm"/>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2868" name="Line 84"/>
            <p:cNvSpPr>
              <a:spLocks noChangeShapeType="1"/>
            </p:cNvSpPr>
            <p:nvPr/>
          </p:nvSpPr>
          <p:spPr bwMode="auto">
            <a:xfrm>
              <a:off x="722" y="1187"/>
              <a:ext cx="496" cy="566"/>
            </a:xfrm>
            <a:prstGeom prst="line">
              <a:avLst/>
            </a:prstGeom>
            <a:noFill/>
            <a:ln w="31750">
              <a:solidFill>
                <a:schemeClr val="folHlink"/>
              </a:solidFill>
              <a:round/>
              <a:headEnd/>
              <a:tailEnd type="arrow" w="sm" len="sm"/>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2869" name="Line 85"/>
            <p:cNvSpPr>
              <a:spLocks noChangeShapeType="1"/>
            </p:cNvSpPr>
            <p:nvPr/>
          </p:nvSpPr>
          <p:spPr bwMode="auto">
            <a:xfrm flipH="1">
              <a:off x="1962" y="1045"/>
              <a:ext cx="248" cy="1542"/>
            </a:xfrm>
            <a:prstGeom prst="line">
              <a:avLst/>
            </a:prstGeom>
            <a:noFill/>
            <a:ln w="31750">
              <a:solidFill>
                <a:schemeClr val="folHlink"/>
              </a:solidFill>
              <a:round/>
              <a:headEnd/>
              <a:tailEnd type="arrow" w="sm" len="sm"/>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2870" name="Line 86"/>
            <p:cNvSpPr>
              <a:spLocks noChangeShapeType="1"/>
            </p:cNvSpPr>
            <p:nvPr/>
          </p:nvSpPr>
          <p:spPr bwMode="auto">
            <a:xfrm flipH="1">
              <a:off x="2293" y="1200"/>
              <a:ext cx="107" cy="790"/>
            </a:xfrm>
            <a:prstGeom prst="line">
              <a:avLst/>
            </a:prstGeom>
            <a:noFill/>
            <a:ln w="31750">
              <a:solidFill>
                <a:schemeClr val="folHlink"/>
              </a:solidFill>
              <a:round/>
              <a:headEnd/>
              <a:tailEnd type="arrow" w="sm" len="sm"/>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2871" name="Line 87"/>
            <p:cNvSpPr>
              <a:spLocks noChangeShapeType="1"/>
            </p:cNvSpPr>
            <p:nvPr/>
          </p:nvSpPr>
          <p:spPr bwMode="auto">
            <a:xfrm flipH="1">
              <a:off x="2466" y="1424"/>
              <a:ext cx="326" cy="1164"/>
            </a:xfrm>
            <a:prstGeom prst="line">
              <a:avLst/>
            </a:prstGeom>
            <a:noFill/>
            <a:ln w="31750">
              <a:solidFill>
                <a:schemeClr val="folHlink"/>
              </a:solidFill>
              <a:round/>
              <a:headEnd/>
              <a:tailEnd type="arrow" w="sm" len="sm"/>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2872" name="Line 88"/>
            <p:cNvSpPr>
              <a:spLocks noChangeShapeType="1"/>
            </p:cNvSpPr>
            <p:nvPr/>
          </p:nvSpPr>
          <p:spPr bwMode="auto">
            <a:xfrm>
              <a:off x="4704" y="1152"/>
              <a:ext cx="528" cy="864"/>
            </a:xfrm>
            <a:prstGeom prst="line">
              <a:avLst/>
            </a:prstGeom>
            <a:noFill/>
            <a:ln w="31750">
              <a:solidFill>
                <a:schemeClr val="folHlink"/>
              </a:solidFill>
              <a:round/>
              <a:headEnd/>
              <a:tailEnd type="arrow" w="sm" len="sm"/>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2873" name="Line 89"/>
            <p:cNvSpPr>
              <a:spLocks noChangeShapeType="1"/>
            </p:cNvSpPr>
            <p:nvPr/>
          </p:nvSpPr>
          <p:spPr bwMode="auto">
            <a:xfrm>
              <a:off x="4272" y="1008"/>
              <a:ext cx="832" cy="1596"/>
            </a:xfrm>
            <a:prstGeom prst="line">
              <a:avLst/>
            </a:prstGeom>
            <a:noFill/>
            <a:ln w="31750">
              <a:solidFill>
                <a:schemeClr val="folHlink"/>
              </a:solidFill>
              <a:round/>
              <a:headEnd/>
              <a:tailEnd type="arrow" w="sm" len="sm"/>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2874" name="Line 90"/>
            <p:cNvSpPr>
              <a:spLocks noChangeShapeType="1"/>
            </p:cNvSpPr>
            <p:nvPr/>
          </p:nvSpPr>
          <p:spPr bwMode="auto">
            <a:xfrm>
              <a:off x="5424" y="1728"/>
              <a:ext cx="10" cy="262"/>
            </a:xfrm>
            <a:prstGeom prst="line">
              <a:avLst/>
            </a:prstGeom>
            <a:noFill/>
            <a:ln w="31750">
              <a:solidFill>
                <a:schemeClr val="folHlink"/>
              </a:solidFill>
              <a:round/>
              <a:headEnd/>
              <a:tailEnd type="arrow" w="sm" len="sm"/>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2875" name="Line 91"/>
            <p:cNvSpPr>
              <a:spLocks noChangeShapeType="1"/>
            </p:cNvSpPr>
            <p:nvPr/>
          </p:nvSpPr>
          <p:spPr bwMode="auto">
            <a:xfrm flipV="1">
              <a:off x="4708" y="3609"/>
              <a:ext cx="8" cy="320"/>
            </a:xfrm>
            <a:prstGeom prst="line">
              <a:avLst/>
            </a:prstGeom>
            <a:noFill/>
            <a:ln w="31750">
              <a:solidFill>
                <a:schemeClr val="folHlink"/>
              </a:solidFill>
              <a:round/>
              <a:headEnd/>
              <a:tailEnd type="arrow" w="sm" len="sm"/>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2876" name="Line 92"/>
            <p:cNvSpPr>
              <a:spLocks noChangeShapeType="1"/>
            </p:cNvSpPr>
            <p:nvPr/>
          </p:nvSpPr>
          <p:spPr bwMode="auto">
            <a:xfrm flipH="1" flipV="1">
              <a:off x="2979" y="3324"/>
              <a:ext cx="0" cy="518"/>
            </a:xfrm>
            <a:prstGeom prst="line">
              <a:avLst/>
            </a:prstGeom>
            <a:noFill/>
            <a:ln w="31750">
              <a:solidFill>
                <a:schemeClr val="folHlink"/>
              </a:solidFill>
              <a:round/>
              <a:headEnd/>
              <a:tailEnd type="arrow" w="sm" len="sm"/>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2877" name="Line 93"/>
            <p:cNvSpPr>
              <a:spLocks noChangeShapeType="1"/>
            </p:cNvSpPr>
            <p:nvPr/>
          </p:nvSpPr>
          <p:spPr bwMode="auto">
            <a:xfrm flipV="1">
              <a:off x="2784" y="3264"/>
              <a:ext cx="0" cy="864"/>
            </a:xfrm>
            <a:prstGeom prst="line">
              <a:avLst/>
            </a:prstGeom>
            <a:noFill/>
            <a:ln w="31750">
              <a:solidFill>
                <a:schemeClr val="folHlink"/>
              </a:solidFill>
              <a:round/>
              <a:headEnd/>
              <a:tailEnd type="arrow" w="sm" len="sm"/>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2878" name="Line 94"/>
            <p:cNvSpPr>
              <a:spLocks noChangeShapeType="1"/>
            </p:cNvSpPr>
            <p:nvPr/>
          </p:nvSpPr>
          <p:spPr bwMode="auto">
            <a:xfrm flipV="1">
              <a:off x="384" y="3427"/>
              <a:ext cx="421" cy="413"/>
            </a:xfrm>
            <a:prstGeom prst="line">
              <a:avLst/>
            </a:prstGeom>
            <a:noFill/>
            <a:ln w="31750">
              <a:solidFill>
                <a:schemeClr val="folHlink"/>
              </a:solidFill>
              <a:round/>
              <a:headEnd/>
              <a:tailEnd type="arrow" w="sm" len="sm"/>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2879" name="Line 95"/>
            <p:cNvSpPr>
              <a:spLocks noChangeShapeType="1"/>
            </p:cNvSpPr>
            <p:nvPr/>
          </p:nvSpPr>
          <p:spPr bwMode="auto">
            <a:xfrm>
              <a:off x="3888" y="1728"/>
              <a:ext cx="520" cy="486"/>
            </a:xfrm>
            <a:prstGeom prst="line">
              <a:avLst/>
            </a:prstGeom>
            <a:noFill/>
            <a:ln w="31750">
              <a:solidFill>
                <a:schemeClr val="folHlink"/>
              </a:solidFill>
              <a:round/>
              <a:headEnd/>
              <a:tailEnd type="arrow" w="sm" len="sm"/>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02880" name="Line 96"/>
            <p:cNvSpPr>
              <a:spLocks noChangeShapeType="1"/>
            </p:cNvSpPr>
            <p:nvPr/>
          </p:nvSpPr>
          <p:spPr bwMode="auto">
            <a:xfrm flipH="1" flipV="1">
              <a:off x="1624" y="2937"/>
              <a:ext cx="0" cy="931"/>
            </a:xfrm>
            <a:prstGeom prst="line">
              <a:avLst/>
            </a:prstGeom>
            <a:noFill/>
            <a:ln w="31750">
              <a:solidFill>
                <a:schemeClr val="folHlink"/>
              </a:solidFill>
              <a:round/>
              <a:headEnd/>
              <a:tailEnd type="arrow" w="sm" len="sm"/>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grpSp>
      <p:sp>
        <p:nvSpPr>
          <p:cNvPr id="502884" name="AutoShape 100"/>
          <p:cNvSpPr>
            <a:spLocks noChangeArrowheads="1"/>
          </p:cNvSpPr>
          <p:nvPr/>
        </p:nvSpPr>
        <p:spPr bwMode="auto">
          <a:xfrm>
            <a:off x="1423988" y="152400"/>
            <a:ext cx="6477000" cy="533400"/>
          </a:xfrm>
          <a:prstGeom prst="roundRect">
            <a:avLst>
              <a:gd name="adj" fmla="val 16667"/>
            </a:avLst>
          </a:prstGeom>
          <a:solidFill>
            <a:srgbClr val="008000"/>
          </a:solidFill>
          <a:ln w="9525">
            <a:solidFill>
              <a:schemeClr val="tx1"/>
            </a:solidFill>
            <a:round/>
            <a:headEnd/>
            <a:tailEnd/>
          </a:ln>
          <a:effectLst>
            <a:outerShdw blurRad="63500" dist="107763" dir="2700000" algn="ctr" rotWithShape="0">
              <a:schemeClr val="bg2">
                <a:alpha val="74998"/>
              </a:schemeClr>
            </a:outerShdw>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en-US" altLang="ja-JP" sz="3200">
                <a:effectLst>
                  <a:outerShdw blurRad="38100" dist="38100" dir="2700000" algn="tl">
                    <a:srgbClr val="000000"/>
                  </a:outerShdw>
                </a:effectLst>
                <a:latin typeface="Times New Roman" panose="02020603050405020304" pitchFamily="18" charset="0"/>
                <a:ea typeface="イワタ中丸ゴシック体(GT)" charset="-128"/>
              </a:rPr>
              <a:t>Creating method of 7 QC tools -4 </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7364" name="Rectangle 4"/>
          <p:cNvSpPr>
            <a:spLocks noChangeArrowheads="1"/>
          </p:cNvSpPr>
          <p:nvPr/>
        </p:nvSpPr>
        <p:spPr bwMode="auto">
          <a:xfrm>
            <a:off x="155575" y="1371600"/>
            <a:ext cx="9601200" cy="5486400"/>
          </a:xfrm>
          <a:prstGeom prst="rect">
            <a:avLst/>
          </a:prstGeom>
          <a:noFill/>
          <a:ln w="9525">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27365" name="AutoShape 5"/>
          <p:cNvSpPr>
            <a:spLocks noChangeArrowheads="1"/>
          </p:cNvSpPr>
          <p:nvPr/>
        </p:nvSpPr>
        <p:spPr bwMode="auto">
          <a:xfrm>
            <a:off x="2314575" y="1616075"/>
            <a:ext cx="5334000" cy="5165725"/>
          </a:xfrm>
          <a:prstGeom prst="roundRect">
            <a:avLst>
              <a:gd name="adj" fmla="val 4440"/>
            </a:avLst>
          </a:prstGeom>
          <a:solidFill>
            <a:srgbClr val="000080"/>
          </a:solidFill>
          <a:ln w="9525">
            <a:noFill/>
            <a:round/>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27366" name="Text Box 6"/>
          <p:cNvSpPr txBox="1">
            <a:spLocks noChangeArrowheads="1"/>
          </p:cNvSpPr>
          <p:nvPr/>
        </p:nvSpPr>
        <p:spPr bwMode="auto">
          <a:xfrm>
            <a:off x="257175" y="1584325"/>
            <a:ext cx="741363" cy="304800"/>
          </a:xfrm>
          <a:prstGeom prst="rect">
            <a:avLst/>
          </a:prstGeom>
          <a:noFill/>
          <a:ln w="9525">
            <a:noFill/>
            <a:miter lim="800000"/>
            <a:headEnd/>
            <a:tailEnd/>
          </a:ln>
          <a:effectLst/>
        </p:spPr>
        <p:txBody>
          <a:bodyPr wrap="none">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400">
                <a:solidFill>
                  <a:schemeClr val="folHlink"/>
                </a:solidFill>
                <a:effectLst>
                  <a:outerShdw blurRad="38100" dist="38100" dir="2700000" algn="tl">
                    <a:srgbClr val="000000"/>
                  </a:outerShdw>
                </a:effectLst>
                <a:latin typeface="Times New Roman" panose="02020603050405020304" pitchFamily="18" charset="0"/>
              </a:rPr>
              <a:t>● Unit</a:t>
            </a:r>
          </a:p>
        </p:txBody>
      </p:sp>
      <p:sp>
        <p:nvSpPr>
          <p:cNvPr id="527367" name="Text Box 7"/>
          <p:cNvSpPr txBox="1">
            <a:spLocks noChangeArrowheads="1"/>
          </p:cNvSpPr>
          <p:nvPr/>
        </p:nvSpPr>
        <p:spPr bwMode="auto">
          <a:xfrm>
            <a:off x="257175" y="1971675"/>
            <a:ext cx="1239838" cy="304800"/>
          </a:xfrm>
          <a:prstGeom prst="rect">
            <a:avLst/>
          </a:prstGeom>
          <a:noFill/>
          <a:ln w="9525">
            <a:noFill/>
            <a:miter lim="800000"/>
            <a:headEnd/>
            <a:tailEnd/>
          </a:ln>
          <a:effectLst/>
        </p:spPr>
        <p:txBody>
          <a:bodyPr wrap="none">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400">
                <a:solidFill>
                  <a:schemeClr val="folHlink"/>
                </a:solidFill>
                <a:effectLst>
                  <a:outerShdw blurRad="38100" dist="38100" dir="2700000" algn="tl">
                    <a:srgbClr val="000000"/>
                  </a:outerShdw>
                </a:effectLst>
                <a:latin typeface="Times New Roman" panose="02020603050405020304" pitchFamily="18" charset="0"/>
              </a:rPr>
              <a:t>● </a:t>
            </a:r>
            <a:r>
              <a:rPr lang="th-TH" altLang="ja-JP" sz="1400">
                <a:solidFill>
                  <a:schemeClr val="folHlink"/>
                </a:solidFill>
                <a:effectLst>
                  <a:outerShdw blurRad="38100" dist="38100" dir="2700000" algn="tl">
                    <a:srgbClr val="000000"/>
                  </a:outerShdw>
                </a:effectLst>
                <a:latin typeface="Times New Roman" panose="02020603050405020304" pitchFamily="18" charset="0"/>
              </a:rPr>
              <a:t>No. of data</a:t>
            </a:r>
            <a:endParaRPr lang="en-US" altLang="ja-JP" sz="1400">
              <a:solidFill>
                <a:schemeClr val="folHlink"/>
              </a:solidFill>
              <a:effectLst>
                <a:outerShdw blurRad="38100" dist="38100" dir="2700000" algn="tl">
                  <a:srgbClr val="000000"/>
                </a:outerShdw>
              </a:effectLst>
              <a:latin typeface="Times New Roman" panose="02020603050405020304" pitchFamily="18" charset="0"/>
            </a:endParaRPr>
          </a:p>
        </p:txBody>
      </p:sp>
      <p:sp>
        <p:nvSpPr>
          <p:cNvPr id="527368" name="Text Box 8"/>
          <p:cNvSpPr txBox="1">
            <a:spLocks noChangeArrowheads="1"/>
          </p:cNvSpPr>
          <p:nvPr/>
        </p:nvSpPr>
        <p:spPr bwMode="auto">
          <a:xfrm>
            <a:off x="257175" y="2413000"/>
            <a:ext cx="2106613" cy="304800"/>
          </a:xfrm>
          <a:prstGeom prst="rect">
            <a:avLst/>
          </a:prstGeom>
          <a:noFill/>
          <a:ln w="9525">
            <a:noFill/>
            <a:miter lim="800000"/>
            <a:headEnd/>
            <a:tailEnd/>
          </a:ln>
          <a:effectLst/>
        </p:spPr>
        <p:txBody>
          <a:bodyPr wrap="none">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400">
                <a:solidFill>
                  <a:schemeClr val="folHlink"/>
                </a:solidFill>
                <a:effectLst>
                  <a:outerShdw blurRad="38100" dist="38100" dir="2700000" algn="tl">
                    <a:srgbClr val="000000"/>
                  </a:outerShdw>
                </a:effectLst>
                <a:latin typeface="Times New Roman" panose="02020603050405020304" pitchFamily="18" charset="0"/>
              </a:rPr>
              <a:t>● </a:t>
            </a:r>
            <a:r>
              <a:rPr lang="th-TH" altLang="ja-JP" sz="1400">
                <a:solidFill>
                  <a:schemeClr val="folHlink"/>
                </a:solidFill>
                <a:effectLst>
                  <a:outerShdw blurRad="38100" dist="38100" dir="2700000" algn="tl">
                    <a:srgbClr val="000000"/>
                  </a:outerShdw>
                </a:effectLst>
                <a:latin typeface="Times New Roman" panose="02020603050405020304" pitchFamily="18" charset="0"/>
              </a:rPr>
              <a:t>The correlation values</a:t>
            </a:r>
            <a:endParaRPr lang="en-US" altLang="ja-JP" sz="1400">
              <a:solidFill>
                <a:schemeClr val="folHlink"/>
              </a:solidFill>
              <a:effectLst>
                <a:outerShdw blurRad="38100" dist="38100" dir="2700000" algn="tl">
                  <a:srgbClr val="000000"/>
                </a:outerShdw>
              </a:effectLst>
              <a:latin typeface="Times New Roman" panose="02020603050405020304" pitchFamily="18" charset="0"/>
            </a:endParaRPr>
          </a:p>
        </p:txBody>
      </p:sp>
      <p:sp>
        <p:nvSpPr>
          <p:cNvPr id="527369" name="Text Box 9"/>
          <p:cNvSpPr txBox="1">
            <a:spLocks noChangeArrowheads="1"/>
          </p:cNvSpPr>
          <p:nvPr/>
        </p:nvSpPr>
        <p:spPr bwMode="auto">
          <a:xfrm>
            <a:off x="257175" y="4581525"/>
            <a:ext cx="2314575" cy="517525"/>
          </a:xfrm>
          <a:prstGeom prst="rect">
            <a:avLst/>
          </a:prstGeom>
          <a:noFill/>
          <a:ln w="9525">
            <a:noFill/>
            <a:miter lim="800000"/>
            <a:headEnd/>
            <a:tailEnd/>
          </a:ln>
          <a:effectLst/>
        </p:spPr>
        <p:txBody>
          <a:bodyPr wrap="none">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400">
                <a:solidFill>
                  <a:schemeClr val="folHlink"/>
                </a:solidFill>
                <a:effectLst>
                  <a:outerShdw blurRad="38100" dist="38100" dir="2700000" algn="tl">
                    <a:srgbClr val="000000"/>
                  </a:outerShdw>
                </a:effectLst>
                <a:latin typeface="Times New Roman" panose="02020603050405020304" pitchFamily="18" charset="0"/>
              </a:rPr>
              <a:t>●</a:t>
            </a:r>
            <a:r>
              <a:rPr lang="th-TH" altLang="ja-JP" sz="1400">
                <a:solidFill>
                  <a:schemeClr val="folHlink"/>
                </a:solidFill>
                <a:effectLst>
                  <a:outerShdw blurRad="38100" dist="38100" dir="2700000" algn="tl">
                    <a:srgbClr val="000000"/>
                  </a:outerShdw>
                </a:effectLst>
                <a:latin typeface="Times New Roman" panose="02020603050405020304" pitchFamily="18" charset="0"/>
              </a:rPr>
              <a:t>It is not necessary to start</a:t>
            </a:r>
            <a:endParaRPr lang="th-TH" altLang="ja-JP" sz="1400">
              <a:solidFill>
                <a:schemeClr val="folHlink"/>
              </a:solidFill>
              <a:effectLst>
                <a:outerShdw blurRad="38100" dist="38100" dir="2700000" algn="tl">
                  <a:srgbClr val="000000"/>
                </a:outerShdw>
              </a:effectLst>
              <a:latin typeface="Times New Roman" panose="02020603050405020304" pitchFamily="18" charset="0"/>
              <a:cs typeface="Angsana New" pitchFamily="18" charset="-34"/>
            </a:endParaRPr>
          </a:p>
          <a:p>
            <a:pPr eaLnBrk="1" hangingPunct="1"/>
            <a:r>
              <a:rPr lang="th-TH" altLang="ja-JP" sz="1400">
                <a:solidFill>
                  <a:schemeClr val="folHlink"/>
                </a:solidFill>
                <a:effectLst>
                  <a:outerShdw blurRad="38100" dist="38100" dir="2700000" algn="tl">
                    <a:srgbClr val="000000"/>
                  </a:outerShdw>
                </a:effectLst>
                <a:latin typeface="Times New Roman" panose="02020603050405020304" pitchFamily="18" charset="0"/>
              </a:rPr>
              <a:t> gradation from “0”.</a:t>
            </a:r>
            <a:endParaRPr lang="en-US" altLang="ja-JP" sz="1400">
              <a:solidFill>
                <a:schemeClr val="folHlink"/>
              </a:solidFill>
              <a:effectLst>
                <a:outerShdw blurRad="38100" dist="38100" dir="2700000" algn="tl">
                  <a:srgbClr val="000000"/>
                </a:outerShdw>
              </a:effectLst>
              <a:latin typeface="Times New Roman" panose="02020603050405020304" pitchFamily="18" charset="0"/>
            </a:endParaRPr>
          </a:p>
        </p:txBody>
      </p:sp>
      <p:sp>
        <p:nvSpPr>
          <p:cNvPr id="527370" name="Line 10"/>
          <p:cNvSpPr>
            <a:spLocks noChangeShapeType="1"/>
          </p:cNvSpPr>
          <p:nvPr/>
        </p:nvSpPr>
        <p:spPr bwMode="auto">
          <a:xfrm>
            <a:off x="1095375" y="1752600"/>
            <a:ext cx="1460500" cy="80963"/>
          </a:xfrm>
          <a:prstGeom prst="line">
            <a:avLst/>
          </a:prstGeom>
          <a:noFill/>
          <a:ln w="38100">
            <a:solidFill>
              <a:schemeClr val="folHlink"/>
            </a:solidFill>
            <a:round/>
            <a:headEnd/>
            <a:tailEnd type="triangle" w="sm" len="sm"/>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7371" name="Line 11"/>
          <p:cNvSpPr>
            <a:spLocks noChangeShapeType="1"/>
          </p:cNvSpPr>
          <p:nvPr/>
        </p:nvSpPr>
        <p:spPr bwMode="auto">
          <a:xfrm flipV="1">
            <a:off x="1400175" y="2057400"/>
            <a:ext cx="2133600" cy="0"/>
          </a:xfrm>
          <a:prstGeom prst="line">
            <a:avLst/>
          </a:prstGeom>
          <a:noFill/>
          <a:ln w="38100">
            <a:solidFill>
              <a:schemeClr val="folHlink"/>
            </a:solidFill>
            <a:round/>
            <a:headEnd/>
            <a:tailEnd type="triangle" w="sm" len="sm"/>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7372" name="Text Box 12"/>
          <p:cNvSpPr txBox="1">
            <a:spLocks noChangeArrowheads="1"/>
          </p:cNvSpPr>
          <p:nvPr/>
        </p:nvSpPr>
        <p:spPr bwMode="auto">
          <a:xfrm>
            <a:off x="257175" y="3429000"/>
            <a:ext cx="1735138" cy="581025"/>
          </a:xfrm>
          <a:prstGeom prst="rect">
            <a:avLst/>
          </a:prstGeom>
          <a:noFill/>
          <a:ln w="9525">
            <a:noFill/>
            <a:miter lim="800000"/>
            <a:headEnd/>
            <a:tailEnd/>
          </a:ln>
          <a:effectLst/>
        </p:spPr>
        <p:txBody>
          <a:bodyPr wrap="none">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600">
                <a:solidFill>
                  <a:schemeClr val="folHlink"/>
                </a:solidFill>
                <a:effectLst>
                  <a:outerShdw blurRad="38100" dist="38100" dir="2700000" algn="tl">
                    <a:srgbClr val="000000"/>
                  </a:outerShdw>
                </a:effectLst>
                <a:latin typeface="Times New Roman" panose="02020603050405020304" pitchFamily="18" charset="0"/>
              </a:rPr>
              <a:t>● Characteristic </a:t>
            </a:r>
          </a:p>
          <a:p>
            <a:pPr eaLnBrk="1" hangingPunct="1"/>
            <a:r>
              <a:rPr lang="en-US" altLang="ja-JP" sz="1600">
                <a:solidFill>
                  <a:schemeClr val="folHlink"/>
                </a:solidFill>
                <a:effectLst>
                  <a:outerShdw blurRad="38100" dist="38100" dir="2700000" algn="tl">
                    <a:srgbClr val="000000"/>
                  </a:outerShdw>
                </a:effectLst>
                <a:latin typeface="Times New Roman" panose="02020603050405020304" pitchFamily="18" charset="0"/>
              </a:rPr>
              <a:t>values</a:t>
            </a:r>
          </a:p>
        </p:txBody>
      </p:sp>
      <p:sp>
        <p:nvSpPr>
          <p:cNvPr id="527373" name="Line 13"/>
          <p:cNvSpPr>
            <a:spLocks noChangeShapeType="1"/>
          </p:cNvSpPr>
          <p:nvPr/>
        </p:nvSpPr>
        <p:spPr bwMode="auto">
          <a:xfrm>
            <a:off x="1628775" y="5029200"/>
            <a:ext cx="1401763" cy="731838"/>
          </a:xfrm>
          <a:prstGeom prst="line">
            <a:avLst/>
          </a:prstGeom>
          <a:noFill/>
          <a:ln w="38100">
            <a:solidFill>
              <a:schemeClr val="folHlink"/>
            </a:solidFill>
            <a:round/>
            <a:headEnd/>
            <a:tailEnd type="triangle" w="sm" len="sm"/>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7374" name="Text Box 14"/>
          <p:cNvSpPr txBox="1">
            <a:spLocks noChangeArrowheads="1"/>
          </p:cNvSpPr>
          <p:nvPr/>
        </p:nvSpPr>
        <p:spPr bwMode="auto">
          <a:xfrm>
            <a:off x="7648575" y="2936875"/>
            <a:ext cx="1649413" cy="274638"/>
          </a:xfrm>
          <a:prstGeom prst="rect">
            <a:avLst/>
          </a:prstGeom>
          <a:noFill/>
          <a:ln w="9525">
            <a:noFill/>
            <a:miter lim="800000"/>
            <a:headEnd/>
            <a:tailEnd/>
          </a:ln>
          <a:effectLst/>
        </p:spPr>
        <p:txBody>
          <a:bodyPr wrap="none">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200">
                <a:solidFill>
                  <a:schemeClr val="folHlink"/>
                </a:solidFill>
                <a:effectLst>
                  <a:outerShdw blurRad="38100" dist="38100" dir="2700000" algn="tl">
                    <a:srgbClr val="000000"/>
                  </a:outerShdw>
                </a:effectLst>
                <a:latin typeface="Times New Roman" panose="02020603050405020304" pitchFamily="18" charset="0"/>
              </a:rPr>
              <a:t>● </a:t>
            </a:r>
            <a:r>
              <a:rPr lang="th-TH" altLang="ja-JP" sz="1200">
                <a:solidFill>
                  <a:schemeClr val="folHlink"/>
                </a:solidFill>
                <a:effectLst>
                  <a:outerShdw blurRad="38100" dist="38100" dir="2700000" algn="tl">
                    <a:srgbClr val="000000"/>
                  </a:outerShdw>
                </a:effectLst>
                <a:latin typeface="Times New Roman" panose="02020603050405020304" pitchFamily="18" charset="0"/>
              </a:rPr>
              <a:t>Regression formula</a:t>
            </a:r>
            <a:endParaRPr lang="en-US" altLang="ja-JP" sz="1200">
              <a:solidFill>
                <a:schemeClr val="folHlink"/>
              </a:solidFill>
              <a:effectLst>
                <a:outerShdw blurRad="38100" dist="38100" dir="2700000" algn="tl">
                  <a:srgbClr val="000000"/>
                </a:outerShdw>
              </a:effectLst>
              <a:latin typeface="Times New Roman" panose="02020603050405020304" pitchFamily="18" charset="0"/>
            </a:endParaRPr>
          </a:p>
        </p:txBody>
      </p:sp>
      <p:sp>
        <p:nvSpPr>
          <p:cNvPr id="527375" name="Text Box 15"/>
          <p:cNvSpPr txBox="1">
            <a:spLocks noChangeArrowheads="1"/>
          </p:cNvSpPr>
          <p:nvPr/>
        </p:nvSpPr>
        <p:spPr bwMode="auto">
          <a:xfrm>
            <a:off x="7616825" y="2292350"/>
            <a:ext cx="1400175" cy="274638"/>
          </a:xfrm>
          <a:prstGeom prst="rect">
            <a:avLst/>
          </a:prstGeom>
          <a:noFill/>
          <a:ln w="9525">
            <a:noFill/>
            <a:miter lim="800000"/>
            <a:headEnd/>
            <a:tailEnd/>
          </a:ln>
          <a:effectLst/>
        </p:spPr>
        <p:txBody>
          <a:bodyPr wrap="none">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200">
                <a:solidFill>
                  <a:schemeClr val="folHlink"/>
                </a:solidFill>
                <a:effectLst>
                  <a:outerShdw blurRad="38100" dist="38100" dir="2700000" algn="tl">
                    <a:srgbClr val="000000"/>
                  </a:outerShdw>
                </a:effectLst>
                <a:latin typeface="Times New Roman" panose="02020603050405020304" pitchFamily="18" charset="0"/>
              </a:rPr>
              <a:t> ● Regression line</a:t>
            </a:r>
          </a:p>
        </p:txBody>
      </p:sp>
      <p:sp>
        <p:nvSpPr>
          <p:cNvPr id="527376" name="Text Box 16"/>
          <p:cNvSpPr txBox="1">
            <a:spLocks noChangeArrowheads="1"/>
          </p:cNvSpPr>
          <p:nvPr/>
        </p:nvSpPr>
        <p:spPr bwMode="auto">
          <a:xfrm>
            <a:off x="7761288" y="3789363"/>
            <a:ext cx="1625600" cy="639762"/>
          </a:xfrm>
          <a:prstGeom prst="rect">
            <a:avLst/>
          </a:prstGeom>
          <a:noFill/>
          <a:ln w="9525">
            <a:noFill/>
            <a:miter lim="800000"/>
            <a:headEnd/>
            <a:tailEnd/>
          </a:ln>
          <a:effectLst/>
        </p:spPr>
        <p:txBody>
          <a:bodyPr wrap="none">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200">
                <a:solidFill>
                  <a:schemeClr val="folHlink"/>
                </a:solidFill>
                <a:effectLst>
                  <a:outerShdw blurRad="38100" dist="38100" dir="2700000" algn="tl">
                    <a:srgbClr val="000000"/>
                  </a:outerShdw>
                </a:effectLst>
                <a:latin typeface="Times New Roman" panose="02020603050405020304" pitchFamily="18" charset="0"/>
              </a:rPr>
              <a:t>●</a:t>
            </a:r>
            <a:r>
              <a:rPr lang="th-TH" altLang="ja-JP" sz="1200">
                <a:solidFill>
                  <a:schemeClr val="folHlink"/>
                </a:solidFill>
                <a:effectLst>
                  <a:outerShdw blurRad="38100" dist="38100" dir="2700000" algn="tl">
                    <a:srgbClr val="000000"/>
                  </a:outerShdw>
                </a:effectLst>
                <a:latin typeface="Times New Roman" panose="02020603050405020304" pitchFamily="18" charset="0"/>
              </a:rPr>
              <a:t>Set the gradations </a:t>
            </a:r>
            <a:endParaRPr lang="th-TH" altLang="ja-JP" sz="1200">
              <a:solidFill>
                <a:schemeClr val="folHlink"/>
              </a:solidFill>
              <a:effectLst>
                <a:outerShdw blurRad="38100" dist="38100" dir="2700000" algn="tl">
                  <a:srgbClr val="000000"/>
                </a:outerShdw>
              </a:effectLst>
              <a:latin typeface="Times New Roman" panose="02020603050405020304" pitchFamily="18" charset="0"/>
              <a:cs typeface="Angsana New" pitchFamily="18" charset="-34"/>
            </a:endParaRPr>
          </a:p>
          <a:p>
            <a:pPr eaLnBrk="1" hangingPunct="1"/>
            <a:r>
              <a:rPr lang="th-TH" altLang="ja-JP" sz="1200">
                <a:solidFill>
                  <a:schemeClr val="folHlink"/>
                </a:solidFill>
                <a:effectLst>
                  <a:outerShdw blurRad="38100" dist="38100" dir="2700000" algn="tl">
                    <a:srgbClr val="000000"/>
                  </a:outerShdw>
                </a:effectLst>
                <a:latin typeface="Times New Roman" panose="02020603050405020304" pitchFamily="18" charset="0"/>
              </a:rPr>
              <a:t>of Y and X axis in the </a:t>
            </a:r>
            <a:endParaRPr lang="th-TH" altLang="ja-JP" sz="1200">
              <a:solidFill>
                <a:schemeClr val="folHlink"/>
              </a:solidFill>
              <a:effectLst>
                <a:outerShdw blurRad="38100" dist="38100" dir="2700000" algn="tl">
                  <a:srgbClr val="000000"/>
                </a:outerShdw>
              </a:effectLst>
              <a:latin typeface="Times New Roman" panose="02020603050405020304" pitchFamily="18" charset="0"/>
              <a:cs typeface="Angsana New" pitchFamily="18" charset="-34"/>
            </a:endParaRPr>
          </a:p>
          <a:p>
            <a:pPr eaLnBrk="1" hangingPunct="1"/>
            <a:r>
              <a:rPr lang="th-TH" altLang="ja-JP" sz="1200">
                <a:solidFill>
                  <a:schemeClr val="folHlink"/>
                </a:solidFill>
                <a:effectLst>
                  <a:outerShdw blurRad="38100" dist="38100" dir="2700000" algn="tl">
                    <a:srgbClr val="000000"/>
                  </a:outerShdw>
                </a:effectLst>
                <a:latin typeface="Times New Roman" panose="02020603050405020304" pitchFamily="18" charset="0"/>
              </a:rPr>
              <a:t>shape of a square</a:t>
            </a:r>
            <a:endParaRPr lang="en-US" altLang="ja-JP" sz="1200">
              <a:solidFill>
                <a:schemeClr val="folHlink"/>
              </a:solidFill>
              <a:effectLst>
                <a:outerShdw blurRad="38100" dist="38100" dir="2700000" algn="tl">
                  <a:srgbClr val="000000"/>
                </a:outerShdw>
              </a:effectLst>
              <a:latin typeface="Times New Roman" panose="02020603050405020304" pitchFamily="18" charset="0"/>
            </a:endParaRPr>
          </a:p>
        </p:txBody>
      </p:sp>
      <p:sp>
        <p:nvSpPr>
          <p:cNvPr id="527377" name="Text Box 17"/>
          <p:cNvSpPr txBox="1">
            <a:spLocks noChangeArrowheads="1"/>
          </p:cNvSpPr>
          <p:nvPr/>
        </p:nvSpPr>
        <p:spPr bwMode="auto">
          <a:xfrm>
            <a:off x="7416800" y="5016500"/>
            <a:ext cx="1200150" cy="304800"/>
          </a:xfrm>
          <a:prstGeom prst="rect">
            <a:avLst/>
          </a:prstGeom>
          <a:noFill/>
          <a:ln w="9525">
            <a:noFill/>
            <a:miter lim="800000"/>
            <a:headEnd/>
            <a:tailEnd/>
          </a:ln>
          <a:effectLst/>
        </p:spPr>
        <p:txBody>
          <a:bodyPr wrap="none">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400">
                <a:solidFill>
                  <a:schemeClr val="folHlink"/>
                </a:solidFill>
                <a:effectLst>
                  <a:outerShdw blurRad="38100" dist="38100" dir="2700000" algn="tl">
                    <a:srgbClr val="000000"/>
                  </a:outerShdw>
                </a:effectLst>
                <a:latin typeface="Times New Roman" panose="02020603050405020304" pitchFamily="18" charset="0"/>
              </a:rPr>
              <a:t>● </a:t>
            </a:r>
            <a:r>
              <a:rPr lang="en-US" altLang="ja-JP" sz="1400">
                <a:solidFill>
                  <a:schemeClr val="folHlink"/>
                </a:solidFill>
                <a:effectLst>
                  <a:outerShdw blurRad="38100" dist="38100" dir="2700000" algn="tl">
                    <a:srgbClr val="000000"/>
                  </a:outerShdw>
                </a:effectLst>
                <a:latin typeface="Times New Roman" panose="02020603050405020304" pitchFamily="18" charset="0"/>
                <a:cs typeface="Angsana New" pitchFamily="18" charset="-34"/>
              </a:rPr>
              <a:t>Write unit</a:t>
            </a:r>
          </a:p>
        </p:txBody>
      </p:sp>
      <p:sp>
        <p:nvSpPr>
          <p:cNvPr id="49172" name="Text Box 18"/>
          <p:cNvSpPr txBox="1">
            <a:spLocks noChangeArrowheads="1"/>
          </p:cNvSpPr>
          <p:nvPr/>
        </p:nvSpPr>
        <p:spPr bwMode="auto">
          <a:xfrm>
            <a:off x="7956550" y="5876925"/>
            <a:ext cx="1749425" cy="94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400">
                <a:solidFill>
                  <a:schemeClr val="folHlink"/>
                </a:solidFill>
                <a:latin typeface="Times New Roman" panose="02020603050405020304" pitchFamily="18" charset="0"/>
              </a:rPr>
              <a:t>●Filing in the characteristic,</a:t>
            </a:r>
          </a:p>
          <a:p>
            <a:pPr eaLnBrk="1" hangingPunct="1"/>
            <a:r>
              <a:rPr lang="en-US" altLang="ja-JP" sz="1400">
                <a:solidFill>
                  <a:schemeClr val="folHlink"/>
                </a:solidFill>
                <a:latin typeface="Times New Roman" panose="02020603050405020304" pitchFamily="18" charset="0"/>
              </a:rPr>
              <a:t> write the cause </a:t>
            </a:r>
          </a:p>
          <a:p>
            <a:pPr eaLnBrk="1" hangingPunct="1"/>
            <a:r>
              <a:rPr lang="en-US" altLang="ja-JP" sz="1400">
                <a:solidFill>
                  <a:schemeClr val="folHlink"/>
                </a:solidFill>
                <a:latin typeface="Times New Roman" panose="02020603050405020304" pitchFamily="18" charset="0"/>
              </a:rPr>
              <a:t>in horizontal axis.</a:t>
            </a:r>
            <a:endParaRPr lang="th-TH" altLang="ja-JP" sz="1400">
              <a:solidFill>
                <a:schemeClr val="folHlink"/>
              </a:solidFill>
              <a:latin typeface="Times New Roman" panose="02020603050405020304" pitchFamily="18" charset="0"/>
            </a:endParaRPr>
          </a:p>
        </p:txBody>
      </p:sp>
      <p:sp>
        <p:nvSpPr>
          <p:cNvPr id="527379" name="Text Box 19"/>
          <p:cNvSpPr txBox="1">
            <a:spLocks noChangeArrowheads="1"/>
          </p:cNvSpPr>
          <p:nvPr/>
        </p:nvSpPr>
        <p:spPr bwMode="auto">
          <a:xfrm>
            <a:off x="257175" y="6165850"/>
            <a:ext cx="2587625" cy="517525"/>
          </a:xfrm>
          <a:prstGeom prst="rect">
            <a:avLst/>
          </a:prstGeom>
          <a:noFill/>
          <a:ln w="9525">
            <a:noFill/>
            <a:miter lim="800000"/>
            <a:headEnd/>
            <a:tailEnd/>
          </a:ln>
          <a:effectLst/>
        </p:spPr>
        <p:txBody>
          <a:bodyPr wrap="none">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400">
                <a:solidFill>
                  <a:schemeClr val="folHlink"/>
                </a:solidFill>
                <a:effectLst>
                  <a:outerShdw blurRad="38100" dist="38100" dir="2700000" algn="tl">
                    <a:srgbClr val="000000"/>
                  </a:outerShdw>
                </a:effectLst>
                <a:latin typeface="Times New Roman" panose="02020603050405020304" pitchFamily="18" charset="0"/>
              </a:rPr>
              <a:t>●  </a:t>
            </a:r>
            <a:r>
              <a:rPr lang="th-TH" altLang="ja-JP" sz="1400">
                <a:solidFill>
                  <a:schemeClr val="folHlink"/>
                </a:solidFill>
                <a:effectLst>
                  <a:outerShdw blurRad="38100" dist="38100" dir="2700000" algn="tl">
                    <a:srgbClr val="000000"/>
                  </a:outerShdw>
                </a:effectLst>
                <a:latin typeface="Times New Roman" panose="02020603050405020304" pitchFamily="18" charset="0"/>
              </a:rPr>
              <a:t>Write graph name,</a:t>
            </a:r>
            <a:r>
              <a:rPr lang="th-TH" altLang="ja-JP" sz="1400">
                <a:solidFill>
                  <a:schemeClr val="folHlink"/>
                </a:solidFill>
                <a:effectLst>
                  <a:outerShdw blurRad="38100" dist="38100" dir="2700000" algn="tl">
                    <a:srgbClr val="000000"/>
                  </a:outerShdw>
                </a:effectLst>
                <a:latin typeface="Times New Roman" panose="02020603050405020304" pitchFamily="18" charset="0"/>
                <a:cs typeface="Angsana New" pitchFamily="18" charset="-34"/>
              </a:rPr>
              <a:t> </a:t>
            </a:r>
            <a:r>
              <a:rPr lang="th-TH" altLang="ja-JP" sz="1400">
                <a:solidFill>
                  <a:schemeClr val="folHlink"/>
                </a:solidFill>
                <a:effectLst>
                  <a:outerShdw blurRad="38100" dist="38100" dir="2700000" algn="tl">
                    <a:srgbClr val="000000"/>
                  </a:outerShdw>
                </a:effectLst>
                <a:latin typeface="Times New Roman" panose="02020603050405020304" pitchFamily="18" charset="0"/>
              </a:rPr>
              <a:t>number </a:t>
            </a:r>
            <a:endParaRPr lang="th-TH" altLang="ja-JP" sz="1400">
              <a:solidFill>
                <a:schemeClr val="folHlink"/>
              </a:solidFill>
              <a:effectLst>
                <a:outerShdw blurRad="38100" dist="38100" dir="2700000" algn="tl">
                  <a:srgbClr val="000000"/>
                </a:outerShdw>
              </a:effectLst>
              <a:latin typeface="Times New Roman" panose="02020603050405020304" pitchFamily="18" charset="0"/>
              <a:cs typeface="Angsana New" pitchFamily="18" charset="-34"/>
            </a:endParaRPr>
          </a:p>
          <a:p>
            <a:pPr eaLnBrk="1" hangingPunct="1"/>
            <a:r>
              <a:rPr lang="th-TH" altLang="ja-JP" sz="1400">
                <a:solidFill>
                  <a:schemeClr val="folHlink"/>
                </a:solidFill>
                <a:effectLst>
                  <a:outerShdw blurRad="38100" dist="38100" dir="2700000" algn="tl">
                    <a:srgbClr val="000000"/>
                  </a:outerShdw>
                </a:effectLst>
                <a:latin typeface="Times New Roman" panose="02020603050405020304" pitchFamily="18" charset="0"/>
              </a:rPr>
              <a:t>in the middle</a:t>
            </a:r>
            <a:endParaRPr lang="en-US" altLang="ja-JP" sz="1400">
              <a:solidFill>
                <a:schemeClr val="folHlink"/>
              </a:solidFill>
              <a:effectLst>
                <a:outerShdw blurRad="38100" dist="38100" dir="2700000" algn="tl">
                  <a:srgbClr val="000000"/>
                </a:outerShdw>
              </a:effectLst>
              <a:latin typeface="Times New Roman" panose="02020603050405020304" pitchFamily="18" charset="0"/>
            </a:endParaRPr>
          </a:p>
        </p:txBody>
      </p:sp>
      <p:sp>
        <p:nvSpPr>
          <p:cNvPr id="527380" name="Line 20"/>
          <p:cNvSpPr>
            <a:spLocks noChangeShapeType="1"/>
          </p:cNvSpPr>
          <p:nvPr/>
        </p:nvSpPr>
        <p:spPr bwMode="auto">
          <a:xfrm flipH="1">
            <a:off x="6230938" y="2438400"/>
            <a:ext cx="1493837" cy="274638"/>
          </a:xfrm>
          <a:prstGeom prst="line">
            <a:avLst/>
          </a:prstGeom>
          <a:noFill/>
          <a:ln w="38100">
            <a:solidFill>
              <a:schemeClr val="folHlink"/>
            </a:solidFill>
            <a:round/>
            <a:headEnd/>
            <a:tailEnd type="triangle" w="sm" len="sm"/>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7381" name="Line 21"/>
          <p:cNvSpPr>
            <a:spLocks noChangeShapeType="1"/>
          </p:cNvSpPr>
          <p:nvPr/>
        </p:nvSpPr>
        <p:spPr bwMode="auto">
          <a:xfrm flipH="1">
            <a:off x="7185025" y="4005263"/>
            <a:ext cx="546100" cy="288925"/>
          </a:xfrm>
          <a:prstGeom prst="line">
            <a:avLst/>
          </a:prstGeom>
          <a:noFill/>
          <a:ln w="38100">
            <a:solidFill>
              <a:schemeClr val="folHlink"/>
            </a:solidFill>
            <a:round/>
            <a:headEnd/>
            <a:tailEnd type="triangle" w="sm" len="sm"/>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7382" name="Line 22"/>
          <p:cNvSpPr>
            <a:spLocks noChangeShapeType="1"/>
          </p:cNvSpPr>
          <p:nvPr/>
        </p:nvSpPr>
        <p:spPr bwMode="auto">
          <a:xfrm flipH="1">
            <a:off x="7259638" y="5207000"/>
            <a:ext cx="274637" cy="579438"/>
          </a:xfrm>
          <a:prstGeom prst="line">
            <a:avLst/>
          </a:prstGeom>
          <a:noFill/>
          <a:ln w="38100">
            <a:solidFill>
              <a:schemeClr val="folHlink"/>
            </a:solidFill>
            <a:round/>
            <a:headEnd/>
            <a:tailEnd type="triangle" w="sm" len="sm"/>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7383" name="Line 23"/>
          <p:cNvSpPr>
            <a:spLocks noChangeShapeType="1"/>
          </p:cNvSpPr>
          <p:nvPr/>
        </p:nvSpPr>
        <p:spPr bwMode="auto">
          <a:xfrm flipV="1">
            <a:off x="2390775" y="6453188"/>
            <a:ext cx="1482725" cy="23812"/>
          </a:xfrm>
          <a:prstGeom prst="line">
            <a:avLst/>
          </a:prstGeom>
          <a:noFill/>
          <a:ln w="38100">
            <a:solidFill>
              <a:schemeClr val="folHlink"/>
            </a:solidFill>
            <a:round/>
            <a:headEnd/>
            <a:tailEnd type="triangle" w="sm" len="sm"/>
          </a:ln>
          <a:extLst>
            <a:ext uri="{909E8E84-426E-40DD-AFC4-6F175D3DCCD1}">
              <a14:hiddenFill xmlns:a14="http://schemas.microsoft.com/office/drawing/2010/main">
                <a:noFill/>
              </a14:hiddenFill>
            </a:ext>
          </a:extLst>
        </p:spPr>
        <p:txBody>
          <a:bodyPr wrap="none" anchor="ctr"/>
          <a:lstStyle/>
          <a:p>
            <a:endParaRPr lang="ms-MY"/>
          </a:p>
        </p:txBody>
      </p:sp>
      <p:sp>
        <p:nvSpPr>
          <p:cNvPr id="527384" name="Text Box 24"/>
          <p:cNvSpPr txBox="1">
            <a:spLocks noChangeArrowheads="1"/>
          </p:cNvSpPr>
          <p:nvPr/>
        </p:nvSpPr>
        <p:spPr bwMode="auto">
          <a:xfrm>
            <a:off x="2936875" y="6437313"/>
            <a:ext cx="4968875" cy="304800"/>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th-TH" altLang="ja-JP" sz="1400">
                <a:solidFill>
                  <a:schemeClr val="folHlink"/>
                </a:solidFill>
                <a:effectLst>
                  <a:outerShdw blurRad="38100" dist="38100" dir="2700000" algn="tl">
                    <a:srgbClr val="000000"/>
                  </a:outerShdw>
                </a:effectLst>
                <a:latin typeface="Times New Roman" panose="02020603050405020304" pitchFamily="18" charset="0"/>
                <a:cs typeface="Angsana New" pitchFamily="18" charset="-34"/>
              </a:rPr>
              <a:t>Chart 8. The scatter chart “ weld diameter and strength”</a:t>
            </a:r>
            <a:endParaRPr lang="en-US" altLang="ja-JP" sz="1400">
              <a:solidFill>
                <a:schemeClr val="folHlink"/>
              </a:solidFill>
              <a:effectLst>
                <a:outerShdw blurRad="38100" dist="38100" dir="2700000" algn="tl">
                  <a:srgbClr val="000000"/>
                </a:outerShdw>
              </a:effectLst>
              <a:latin typeface="Times New Roman" panose="02020603050405020304" pitchFamily="18" charset="0"/>
              <a:cs typeface="Angsana New" pitchFamily="18" charset="-34"/>
            </a:endParaRPr>
          </a:p>
        </p:txBody>
      </p:sp>
      <p:sp>
        <p:nvSpPr>
          <p:cNvPr id="527385" name="Text Box 25"/>
          <p:cNvSpPr txBox="1">
            <a:spLocks noChangeArrowheads="1"/>
          </p:cNvSpPr>
          <p:nvPr/>
        </p:nvSpPr>
        <p:spPr bwMode="auto">
          <a:xfrm>
            <a:off x="6980238" y="5761038"/>
            <a:ext cx="935037" cy="304800"/>
          </a:xfrm>
          <a:prstGeom prst="rect">
            <a:avLst/>
          </a:prstGeom>
          <a:noFill/>
          <a:ln w="9525">
            <a:noFill/>
            <a:miter lim="800000"/>
            <a:headEnd/>
            <a:tailEnd/>
          </a:ln>
          <a:effectLst/>
        </p:spPr>
        <p:txBody>
          <a:bodyPr>
            <a:spAutoFit/>
          </a:bodyPr>
          <a:lstStyle/>
          <a:p>
            <a:pPr>
              <a:defRPr/>
            </a:pPr>
            <a:r>
              <a:rPr lang="ja-JP" altLang="en-US" sz="1400">
                <a:effectLst>
                  <a:outerShdw blurRad="38100" dist="38100" dir="2700000" algn="tl">
                    <a:srgbClr val="000000"/>
                  </a:outerShdw>
                </a:effectLst>
                <a:latin typeface="MS PGothic" pitchFamily="34" charset="-128"/>
              </a:rPr>
              <a:t>（ｍｍ）</a:t>
            </a:r>
            <a:endParaRPr lang="en-US" altLang="ja-JP" sz="1400">
              <a:effectLst>
                <a:outerShdw blurRad="38100" dist="38100" dir="2700000" algn="tl">
                  <a:srgbClr val="000000"/>
                </a:outerShdw>
              </a:effectLst>
              <a:latin typeface="MS PGothic" pitchFamily="34" charset="-128"/>
            </a:endParaRPr>
          </a:p>
        </p:txBody>
      </p:sp>
      <p:sp>
        <p:nvSpPr>
          <p:cNvPr id="527386" name="Text Box 26"/>
          <p:cNvSpPr txBox="1">
            <a:spLocks noChangeArrowheads="1"/>
          </p:cNvSpPr>
          <p:nvPr/>
        </p:nvSpPr>
        <p:spPr bwMode="auto">
          <a:xfrm>
            <a:off x="2344738" y="3352800"/>
            <a:ext cx="366712" cy="1295400"/>
          </a:xfrm>
          <a:prstGeom prst="rect">
            <a:avLst/>
          </a:prstGeom>
          <a:noFill/>
          <a:ln w="9525">
            <a:noFill/>
            <a:miter lim="800000"/>
            <a:headEnd/>
            <a:tailEnd/>
          </a:ln>
          <a:effectLst/>
        </p:spPr>
        <p:txBody>
          <a:bodyPr vert="eaVert">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th-TH" altLang="ja-JP" sz="1200">
                <a:effectLst>
                  <a:outerShdw blurRad="38100" dist="38100" dir="2700000" algn="tl">
                    <a:srgbClr val="000000"/>
                  </a:outerShdw>
                </a:effectLst>
                <a:latin typeface="Times New Roman" panose="02020603050405020304" pitchFamily="18" charset="0"/>
                <a:cs typeface="Angsana New" pitchFamily="18" charset="-34"/>
              </a:rPr>
              <a:t>Strength</a:t>
            </a:r>
            <a:endParaRPr lang="en-US" altLang="ja-JP" sz="1200">
              <a:effectLst>
                <a:outerShdw blurRad="38100" dist="38100" dir="2700000" algn="tl">
                  <a:srgbClr val="000000"/>
                </a:outerShdw>
              </a:effectLst>
              <a:latin typeface="Times New Roman" panose="02020603050405020304" pitchFamily="18" charset="0"/>
              <a:cs typeface="Angsana New" pitchFamily="18" charset="-34"/>
            </a:endParaRPr>
          </a:p>
        </p:txBody>
      </p:sp>
      <p:sp>
        <p:nvSpPr>
          <p:cNvPr id="527387" name="Line 27"/>
          <p:cNvSpPr>
            <a:spLocks noChangeShapeType="1"/>
          </p:cNvSpPr>
          <p:nvPr/>
        </p:nvSpPr>
        <p:spPr bwMode="auto">
          <a:xfrm>
            <a:off x="3149600" y="5761038"/>
            <a:ext cx="4030663" cy="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7388" name="Line 28"/>
          <p:cNvSpPr>
            <a:spLocks noChangeShapeType="1"/>
          </p:cNvSpPr>
          <p:nvPr/>
        </p:nvSpPr>
        <p:spPr bwMode="auto">
          <a:xfrm>
            <a:off x="3149600" y="5394325"/>
            <a:ext cx="119063" cy="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7389" name="Text Box 29"/>
          <p:cNvSpPr txBox="1">
            <a:spLocks noChangeArrowheads="1"/>
          </p:cNvSpPr>
          <p:nvPr/>
        </p:nvSpPr>
        <p:spPr bwMode="auto">
          <a:xfrm>
            <a:off x="2505075" y="1628775"/>
            <a:ext cx="863600" cy="304800"/>
          </a:xfrm>
          <a:prstGeom prst="rect">
            <a:avLst/>
          </a:prstGeom>
          <a:noFill/>
          <a:ln w="9525">
            <a:noFill/>
            <a:miter lim="800000"/>
            <a:headEnd/>
            <a:tailEnd/>
          </a:ln>
          <a:effectLst/>
        </p:spPr>
        <p:txBody>
          <a:bodyPr>
            <a:spAutoFit/>
          </a:bodyPr>
          <a:lstStyle/>
          <a:p>
            <a:pPr>
              <a:defRPr/>
            </a:pPr>
            <a:r>
              <a:rPr lang="ja-JP" altLang="en-US" sz="1400">
                <a:effectLst>
                  <a:outerShdw blurRad="38100" dist="38100" dir="2700000" algn="tl">
                    <a:srgbClr val="000000"/>
                  </a:outerShdw>
                </a:effectLst>
                <a:latin typeface="MS PGothic" pitchFamily="34" charset="-128"/>
              </a:rPr>
              <a:t>（ｋｇｆ）</a:t>
            </a:r>
            <a:endParaRPr lang="en-US" altLang="ja-JP" sz="1400">
              <a:effectLst>
                <a:outerShdw blurRad="38100" dist="38100" dir="2700000" algn="tl">
                  <a:srgbClr val="000000"/>
                </a:outerShdw>
              </a:effectLst>
              <a:latin typeface="MS PGothic" pitchFamily="34" charset="-128"/>
            </a:endParaRPr>
          </a:p>
        </p:txBody>
      </p:sp>
      <p:sp>
        <p:nvSpPr>
          <p:cNvPr id="527390" name="Line 30"/>
          <p:cNvSpPr>
            <a:spLocks noChangeShapeType="1"/>
          </p:cNvSpPr>
          <p:nvPr/>
        </p:nvSpPr>
        <p:spPr bwMode="auto">
          <a:xfrm>
            <a:off x="3149600" y="4664075"/>
            <a:ext cx="107950" cy="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7391" name="Line 31"/>
          <p:cNvSpPr>
            <a:spLocks noChangeShapeType="1"/>
          </p:cNvSpPr>
          <p:nvPr/>
        </p:nvSpPr>
        <p:spPr bwMode="auto">
          <a:xfrm>
            <a:off x="3149600" y="3932238"/>
            <a:ext cx="107950" cy="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7392" name="Text Box 32"/>
          <p:cNvSpPr txBox="1">
            <a:spLocks noChangeArrowheads="1"/>
          </p:cNvSpPr>
          <p:nvPr/>
        </p:nvSpPr>
        <p:spPr bwMode="auto">
          <a:xfrm>
            <a:off x="2611438" y="2346325"/>
            <a:ext cx="538162" cy="304800"/>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en-US" altLang="ja-JP" sz="1400">
                <a:effectLst>
                  <a:outerShdw blurRad="38100" dist="38100" dir="2700000" algn="tl">
                    <a:srgbClr val="000000"/>
                  </a:outerShdw>
                </a:effectLst>
                <a:latin typeface="Times New Roman" panose="02020603050405020304" pitchFamily="18" charset="0"/>
              </a:rPr>
              <a:t> </a:t>
            </a:r>
            <a:r>
              <a:rPr lang="ja-JP" altLang="en-US" sz="1400">
                <a:effectLst>
                  <a:outerShdw blurRad="38100" dist="38100" dir="2700000" algn="tl">
                    <a:srgbClr val="000000"/>
                  </a:outerShdw>
                </a:effectLst>
                <a:latin typeface="Times New Roman" panose="02020603050405020304" pitchFamily="18" charset="0"/>
              </a:rPr>
              <a:t>１９</a:t>
            </a:r>
            <a:endParaRPr lang="en-US" altLang="ja-JP" sz="1400">
              <a:effectLst>
                <a:outerShdw blurRad="38100" dist="38100" dir="2700000" algn="tl">
                  <a:srgbClr val="000000"/>
                </a:outerShdw>
              </a:effectLst>
              <a:latin typeface="Times New Roman" panose="02020603050405020304" pitchFamily="18" charset="0"/>
            </a:endParaRPr>
          </a:p>
        </p:txBody>
      </p:sp>
      <p:sp>
        <p:nvSpPr>
          <p:cNvPr id="527393" name="Text Box 33"/>
          <p:cNvSpPr txBox="1">
            <a:spLocks noChangeArrowheads="1"/>
          </p:cNvSpPr>
          <p:nvPr/>
        </p:nvSpPr>
        <p:spPr bwMode="auto">
          <a:xfrm>
            <a:off x="2611438" y="1981200"/>
            <a:ext cx="693737" cy="304800"/>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400">
                <a:effectLst>
                  <a:outerShdw blurRad="38100" dist="38100" dir="2700000" algn="tl">
                    <a:srgbClr val="000000"/>
                  </a:outerShdw>
                </a:effectLst>
                <a:latin typeface="Times New Roman" panose="02020603050405020304" pitchFamily="18" charset="0"/>
              </a:rPr>
              <a:t>  </a:t>
            </a:r>
            <a:r>
              <a:rPr lang="ja-JP" altLang="en-US" sz="1400">
                <a:effectLst>
                  <a:outerShdw blurRad="38100" dist="38100" dir="2700000" algn="tl">
                    <a:srgbClr val="000000"/>
                  </a:outerShdw>
                </a:effectLst>
                <a:latin typeface="Times New Roman" panose="02020603050405020304" pitchFamily="18" charset="0"/>
              </a:rPr>
              <a:t>２０</a:t>
            </a:r>
            <a:endParaRPr lang="en-US" altLang="ja-JP" sz="1400">
              <a:effectLst>
                <a:outerShdw blurRad="38100" dist="38100" dir="2700000" algn="tl">
                  <a:srgbClr val="000000"/>
                </a:outerShdw>
              </a:effectLst>
              <a:latin typeface="Times New Roman" panose="02020603050405020304" pitchFamily="18" charset="0"/>
            </a:endParaRPr>
          </a:p>
        </p:txBody>
      </p:sp>
      <p:sp>
        <p:nvSpPr>
          <p:cNvPr id="527394" name="Text Box 34"/>
          <p:cNvSpPr txBox="1">
            <a:spLocks noChangeArrowheads="1"/>
          </p:cNvSpPr>
          <p:nvPr/>
        </p:nvSpPr>
        <p:spPr bwMode="auto">
          <a:xfrm>
            <a:off x="3646488" y="5156200"/>
            <a:ext cx="361950" cy="304800"/>
          </a:xfrm>
          <a:prstGeom prst="rect">
            <a:avLst/>
          </a:prstGeom>
          <a:noFill/>
          <a:ln w="12700">
            <a:noFill/>
            <a:miter lim="800000"/>
            <a:headEnd/>
            <a:tailEnd/>
          </a:ln>
          <a:effectLst/>
        </p:spPr>
        <p:txBody>
          <a:bodyPr wrap="none">
            <a:spAutoFit/>
          </a:bodyPr>
          <a:lstStyle/>
          <a:p>
            <a:pPr algn="r">
              <a:defRPr/>
            </a:pPr>
            <a:r>
              <a:rPr lang="en-US" altLang="ja-JP" sz="1400">
                <a:effectLst>
                  <a:outerShdw blurRad="38100" dist="38100" dir="2700000" algn="tl">
                    <a:srgbClr val="000000"/>
                  </a:outerShdw>
                </a:effectLst>
                <a:latin typeface="MS PGothic" pitchFamily="34" charset="-128"/>
              </a:rPr>
              <a:t>●</a:t>
            </a:r>
          </a:p>
        </p:txBody>
      </p:sp>
      <p:sp>
        <p:nvSpPr>
          <p:cNvPr id="527395" name="Text Box 35"/>
          <p:cNvSpPr txBox="1">
            <a:spLocks noChangeArrowheads="1"/>
          </p:cNvSpPr>
          <p:nvPr/>
        </p:nvSpPr>
        <p:spPr bwMode="auto">
          <a:xfrm>
            <a:off x="4122738" y="4521200"/>
            <a:ext cx="360362" cy="304800"/>
          </a:xfrm>
          <a:prstGeom prst="rect">
            <a:avLst/>
          </a:prstGeom>
          <a:noFill/>
          <a:ln w="12700">
            <a:noFill/>
            <a:miter lim="800000"/>
            <a:headEnd/>
            <a:tailEnd/>
          </a:ln>
          <a:effectLst/>
        </p:spPr>
        <p:txBody>
          <a:bodyPr wrap="none">
            <a:spAutoFit/>
          </a:bodyPr>
          <a:lstStyle/>
          <a:p>
            <a:pPr algn="r">
              <a:defRPr/>
            </a:pPr>
            <a:r>
              <a:rPr lang="en-US" altLang="ja-JP" sz="1400">
                <a:effectLst>
                  <a:outerShdw blurRad="38100" dist="38100" dir="2700000" algn="tl">
                    <a:srgbClr val="000000"/>
                  </a:outerShdw>
                </a:effectLst>
                <a:latin typeface="MS PGothic" pitchFamily="34" charset="-128"/>
              </a:rPr>
              <a:t>●</a:t>
            </a:r>
          </a:p>
        </p:txBody>
      </p:sp>
      <p:sp>
        <p:nvSpPr>
          <p:cNvPr id="527396" name="Text Box 36"/>
          <p:cNvSpPr txBox="1">
            <a:spLocks noChangeArrowheads="1"/>
          </p:cNvSpPr>
          <p:nvPr/>
        </p:nvSpPr>
        <p:spPr bwMode="auto">
          <a:xfrm>
            <a:off x="3883025" y="4643438"/>
            <a:ext cx="363538" cy="304800"/>
          </a:xfrm>
          <a:prstGeom prst="rect">
            <a:avLst/>
          </a:prstGeom>
          <a:noFill/>
          <a:ln w="12700">
            <a:noFill/>
            <a:miter lim="800000"/>
            <a:headEnd/>
            <a:tailEnd/>
          </a:ln>
          <a:effectLst/>
        </p:spPr>
        <p:txBody>
          <a:bodyPr wrap="none">
            <a:spAutoFit/>
          </a:bodyPr>
          <a:lstStyle/>
          <a:p>
            <a:pPr algn="r">
              <a:defRPr/>
            </a:pPr>
            <a:r>
              <a:rPr lang="en-US" altLang="ja-JP" sz="1400">
                <a:effectLst>
                  <a:outerShdw blurRad="38100" dist="38100" dir="2700000" algn="tl">
                    <a:srgbClr val="000000"/>
                  </a:outerShdw>
                </a:effectLst>
                <a:latin typeface="MS PGothic" pitchFamily="34" charset="-128"/>
              </a:rPr>
              <a:t>●</a:t>
            </a:r>
          </a:p>
        </p:txBody>
      </p:sp>
      <p:sp>
        <p:nvSpPr>
          <p:cNvPr id="527397" name="Text Box 37"/>
          <p:cNvSpPr txBox="1">
            <a:spLocks noChangeArrowheads="1"/>
          </p:cNvSpPr>
          <p:nvPr/>
        </p:nvSpPr>
        <p:spPr bwMode="auto">
          <a:xfrm>
            <a:off x="3527425" y="4181475"/>
            <a:ext cx="363538" cy="304800"/>
          </a:xfrm>
          <a:prstGeom prst="rect">
            <a:avLst/>
          </a:prstGeom>
          <a:noFill/>
          <a:ln w="12700">
            <a:noFill/>
            <a:miter lim="800000"/>
            <a:headEnd/>
            <a:tailEnd/>
          </a:ln>
          <a:effectLst/>
        </p:spPr>
        <p:txBody>
          <a:bodyPr wrap="none">
            <a:spAutoFit/>
          </a:bodyPr>
          <a:lstStyle/>
          <a:p>
            <a:pPr algn="r">
              <a:defRPr/>
            </a:pPr>
            <a:r>
              <a:rPr lang="en-US" altLang="ja-JP" sz="1400">
                <a:effectLst>
                  <a:outerShdw blurRad="38100" dist="38100" dir="2700000" algn="tl">
                    <a:srgbClr val="000000"/>
                  </a:outerShdw>
                </a:effectLst>
                <a:latin typeface="MS PGothic" pitchFamily="34" charset="-128"/>
              </a:rPr>
              <a:t>●</a:t>
            </a:r>
          </a:p>
        </p:txBody>
      </p:sp>
      <p:sp>
        <p:nvSpPr>
          <p:cNvPr id="527398" name="Text Box 38"/>
          <p:cNvSpPr txBox="1">
            <a:spLocks noChangeArrowheads="1"/>
          </p:cNvSpPr>
          <p:nvPr/>
        </p:nvSpPr>
        <p:spPr bwMode="auto">
          <a:xfrm>
            <a:off x="3767138" y="4424363"/>
            <a:ext cx="360362" cy="304800"/>
          </a:xfrm>
          <a:prstGeom prst="rect">
            <a:avLst/>
          </a:prstGeom>
          <a:noFill/>
          <a:ln w="12700">
            <a:noFill/>
            <a:miter lim="800000"/>
            <a:headEnd/>
            <a:tailEnd/>
          </a:ln>
          <a:effectLst/>
        </p:spPr>
        <p:txBody>
          <a:bodyPr wrap="none">
            <a:spAutoFit/>
          </a:bodyPr>
          <a:lstStyle/>
          <a:p>
            <a:pPr algn="r">
              <a:defRPr/>
            </a:pPr>
            <a:r>
              <a:rPr lang="en-US" altLang="ja-JP" sz="1400">
                <a:effectLst>
                  <a:outerShdw blurRad="38100" dist="38100" dir="2700000" algn="tl">
                    <a:srgbClr val="000000"/>
                  </a:outerShdw>
                </a:effectLst>
                <a:latin typeface="MS PGothic" pitchFamily="34" charset="-128"/>
              </a:rPr>
              <a:t>●</a:t>
            </a:r>
          </a:p>
        </p:txBody>
      </p:sp>
      <p:sp>
        <p:nvSpPr>
          <p:cNvPr id="527399" name="Text Box 39"/>
          <p:cNvSpPr txBox="1">
            <a:spLocks noChangeArrowheads="1"/>
          </p:cNvSpPr>
          <p:nvPr/>
        </p:nvSpPr>
        <p:spPr bwMode="auto">
          <a:xfrm>
            <a:off x="4478338" y="4398963"/>
            <a:ext cx="360362" cy="304800"/>
          </a:xfrm>
          <a:prstGeom prst="rect">
            <a:avLst/>
          </a:prstGeom>
          <a:noFill/>
          <a:ln w="12700">
            <a:noFill/>
            <a:miter lim="800000"/>
            <a:headEnd/>
            <a:tailEnd/>
          </a:ln>
          <a:effectLst/>
        </p:spPr>
        <p:txBody>
          <a:bodyPr wrap="none">
            <a:spAutoFit/>
          </a:bodyPr>
          <a:lstStyle/>
          <a:p>
            <a:pPr algn="r">
              <a:defRPr/>
            </a:pPr>
            <a:r>
              <a:rPr lang="en-US" altLang="ja-JP" sz="1400">
                <a:effectLst>
                  <a:outerShdw blurRad="38100" dist="38100" dir="2700000" algn="tl">
                    <a:srgbClr val="000000"/>
                  </a:outerShdw>
                </a:effectLst>
                <a:latin typeface="MS PGothic" pitchFamily="34" charset="-128"/>
              </a:rPr>
              <a:t>●</a:t>
            </a:r>
          </a:p>
        </p:txBody>
      </p:sp>
      <p:sp>
        <p:nvSpPr>
          <p:cNvPr id="527400" name="Line 40"/>
          <p:cNvSpPr>
            <a:spLocks noChangeShapeType="1"/>
          </p:cNvSpPr>
          <p:nvPr/>
        </p:nvSpPr>
        <p:spPr bwMode="auto">
          <a:xfrm flipH="1" flipV="1">
            <a:off x="5994400" y="2835275"/>
            <a:ext cx="119063" cy="120650"/>
          </a:xfrm>
          <a:prstGeom prst="line">
            <a:avLst/>
          </a:prstGeom>
          <a:noFill/>
          <a:ln w="25400">
            <a:solidFill>
              <a:schemeClr val="folHlink"/>
            </a:solidFill>
            <a:round/>
            <a:headEnd/>
            <a:tailEnd type="triangle" w="sm" len="sm"/>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7401" name="Line 41"/>
          <p:cNvSpPr>
            <a:spLocks noChangeShapeType="1"/>
          </p:cNvSpPr>
          <p:nvPr/>
        </p:nvSpPr>
        <p:spPr bwMode="auto">
          <a:xfrm flipV="1">
            <a:off x="3149600" y="1981200"/>
            <a:ext cx="0" cy="3779838"/>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7402" name="Line 42"/>
          <p:cNvSpPr>
            <a:spLocks noChangeShapeType="1"/>
          </p:cNvSpPr>
          <p:nvPr/>
        </p:nvSpPr>
        <p:spPr bwMode="auto">
          <a:xfrm flipH="1">
            <a:off x="3149600" y="5029200"/>
            <a:ext cx="119063" cy="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7403" name="Line 43"/>
          <p:cNvSpPr>
            <a:spLocks noChangeShapeType="1"/>
          </p:cNvSpPr>
          <p:nvPr/>
        </p:nvSpPr>
        <p:spPr bwMode="auto">
          <a:xfrm>
            <a:off x="3149600" y="4297363"/>
            <a:ext cx="107950" cy="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7404" name="Line 44"/>
          <p:cNvSpPr>
            <a:spLocks noChangeShapeType="1"/>
          </p:cNvSpPr>
          <p:nvPr/>
        </p:nvSpPr>
        <p:spPr bwMode="auto">
          <a:xfrm>
            <a:off x="3149600" y="3565525"/>
            <a:ext cx="119063" cy="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7405" name="Line 45"/>
          <p:cNvSpPr>
            <a:spLocks noChangeShapeType="1"/>
          </p:cNvSpPr>
          <p:nvPr/>
        </p:nvSpPr>
        <p:spPr bwMode="auto">
          <a:xfrm>
            <a:off x="3149600" y="2835275"/>
            <a:ext cx="107950" cy="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7406" name="Line 46"/>
          <p:cNvSpPr>
            <a:spLocks noChangeShapeType="1"/>
          </p:cNvSpPr>
          <p:nvPr/>
        </p:nvSpPr>
        <p:spPr bwMode="auto">
          <a:xfrm>
            <a:off x="3149600" y="2103438"/>
            <a:ext cx="107950" cy="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7407" name="Line 47"/>
          <p:cNvSpPr>
            <a:spLocks noChangeShapeType="1"/>
          </p:cNvSpPr>
          <p:nvPr/>
        </p:nvSpPr>
        <p:spPr bwMode="auto">
          <a:xfrm flipH="1">
            <a:off x="3149600" y="3200400"/>
            <a:ext cx="119063" cy="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7408" name="Line 48"/>
          <p:cNvSpPr>
            <a:spLocks noChangeShapeType="1"/>
          </p:cNvSpPr>
          <p:nvPr/>
        </p:nvSpPr>
        <p:spPr bwMode="auto">
          <a:xfrm>
            <a:off x="3149600" y="2468563"/>
            <a:ext cx="107950" cy="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grpSp>
        <p:nvGrpSpPr>
          <p:cNvPr id="49203" name="Group 49"/>
          <p:cNvGrpSpPr>
            <a:grpSpLocks/>
          </p:cNvGrpSpPr>
          <p:nvPr/>
        </p:nvGrpSpPr>
        <p:grpSpPr bwMode="auto">
          <a:xfrm>
            <a:off x="3505200" y="5638800"/>
            <a:ext cx="3436938" cy="122238"/>
            <a:chOff x="1680" y="4176"/>
            <a:chExt cx="1728" cy="48"/>
          </a:xfrm>
        </p:grpSpPr>
        <p:sp>
          <p:nvSpPr>
            <p:cNvPr id="527410" name="Line 50"/>
            <p:cNvSpPr>
              <a:spLocks noChangeShapeType="1"/>
            </p:cNvSpPr>
            <p:nvPr/>
          </p:nvSpPr>
          <p:spPr bwMode="auto">
            <a:xfrm flipH="1" flipV="1">
              <a:off x="1680" y="4176"/>
              <a:ext cx="0" cy="48"/>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7411" name="Line 51"/>
            <p:cNvSpPr>
              <a:spLocks noChangeShapeType="1"/>
            </p:cNvSpPr>
            <p:nvPr/>
          </p:nvSpPr>
          <p:spPr bwMode="auto">
            <a:xfrm flipH="1" flipV="1">
              <a:off x="1872" y="4176"/>
              <a:ext cx="0" cy="48"/>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7412" name="Line 52"/>
            <p:cNvSpPr>
              <a:spLocks noChangeShapeType="1"/>
            </p:cNvSpPr>
            <p:nvPr/>
          </p:nvSpPr>
          <p:spPr bwMode="auto">
            <a:xfrm flipH="1" flipV="1">
              <a:off x="2064" y="4176"/>
              <a:ext cx="0" cy="48"/>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7413" name="Line 53"/>
            <p:cNvSpPr>
              <a:spLocks noChangeShapeType="1"/>
            </p:cNvSpPr>
            <p:nvPr/>
          </p:nvSpPr>
          <p:spPr bwMode="auto">
            <a:xfrm flipH="1" flipV="1">
              <a:off x="2256" y="4176"/>
              <a:ext cx="0" cy="48"/>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7414" name="Line 54"/>
            <p:cNvSpPr>
              <a:spLocks noChangeShapeType="1"/>
            </p:cNvSpPr>
            <p:nvPr/>
          </p:nvSpPr>
          <p:spPr bwMode="auto">
            <a:xfrm flipH="1" flipV="1">
              <a:off x="2448" y="4176"/>
              <a:ext cx="0" cy="48"/>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7415" name="Line 55"/>
            <p:cNvSpPr>
              <a:spLocks noChangeShapeType="1"/>
            </p:cNvSpPr>
            <p:nvPr/>
          </p:nvSpPr>
          <p:spPr bwMode="auto">
            <a:xfrm flipH="1" flipV="1">
              <a:off x="2640" y="4176"/>
              <a:ext cx="0" cy="48"/>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7416" name="Line 56"/>
            <p:cNvSpPr>
              <a:spLocks noChangeShapeType="1"/>
            </p:cNvSpPr>
            <p:nvPr/>
          </p:nvSpPr>
          <p:spPr bwMode="auto">
            <a:xfrm flipH="1" flipV="1">
              <a:off x="2832" y="4176"/>
              <a:ext cx="0" cy="48"/>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7417" name="Line 57"/>
            <p:cNvSpPr>
              <a:spLocks noChangeShapeType="1"/>
            </p:cNvSpPr>
            <p:nvPr/>
          </p:nvSpPr>
          <p:spPr bwMode="auto">
            <a:xfrm flipH="1" flipV="1">
              <a:off x="3024" y="4176"/>
              <a:ext cx="0" cy="48"/>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7418" name="Line 58"/>
            <p:cNvSpPr>
              <a:spLocks noChangeShapeType="1"/>
            </p:cNvSpPr>
            <p:nvPr/>
          </p:nvSpPr>
          <p:spPr bwMode="auto">
            <a:xfrm flipH="1" flipV="1">
              <a:off x="3216" y="4176"/>
              <a:ext cx="0" cy="48"/>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7419" name="Line 59"/>
            <p:cNvSpPr>
              <a:spLocks noChangeShapeType="1"/>
            </p:cNvSpPr>
            <p:nvPr/>
          </p:nvSpPr>
          <p:spPr bwMode="auto">
            <a:xfrm flipH="1" flipV="1">
              <a:off x="3408" y="4176"/>
              <a:ext cx="0" cy="48"/>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grpSp>
      <p:sp>
        <p:nvSpPr>
          <p:cNvPr id="527420" name="Text Box 60"/>
          <p:cNvSpPr txBox="1">
            <a:spLocks noChangeArrowheads="1"/>
          </p:cNvSpPr>
          <p:nvPr/>
        </p:nvSpPr>
        <p:spPr bwMode="auto">
          <a:xfrm>
            <a:off x="2611438" y="2713038"/>
            <a:ext cx="538162" cy="304800"/>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en-US" altLang="ja-JP" sz="1400">
                <a:effectLst>
                  <a:outerShdw blurRad="38100" dist="38100" dir="2700000" algn="tl">
                    <a:srgbClr val="000000"/>
                  </a:outerShdw>
                </a:effectLst>
                <a:latin typeface="Times New Roman" panose="02020603050405020304" pitchFamily="18" charset="0"/>
              </a:rPr>
              <a:t> </a:t>
            </a:r>
            <a:r>
              <a:rPr lang="ja-JP" altLang="en-US" sz="1400">
                <a:effectLst>
                  <a:outerShdw blurRad="38100" dist="38100" dir="2700000" algn="tl">
                    <a:srgbClr val="000000"/>
                  </a:outerShdw>
                </a:effectLst>
                <a:latin typeface="Times New Roman" panose="02020603050405020304" pitchFamily="18" charset="0"/>
              </a:rPr>
              <a:t>１８</a:t>
            </a:r>
            <a:endParaRPr lang="en-US" altLang="ja-JP" sz="1400">
              <a:effectLst>
                <a:outerShdw blurRad="38100" dist="38100" dir="2700000" algn="tl">
                  <a:srgbClr val="000000"/>
                </a:outerShdw>
              </a:effectLst>
              <a:latin typeface="Times New Roman" panose="02020603050405020304" pitchFamily="18" charset="0"/>
            </a:endParaRPr>
          </a:p>
        </p:txBody>
      </p:sp>
      <p:sp>
        <p:nvSpPr>
          <p:cNvPr id="527421" name="Text Box 61"/>
          <p:cNvSpPr txBox="1">
            <a:spLocks noChangeArrowheads="1"/>
          </p:cNvSpPr>
          <p:nvPr/>
        </p:nvSpPr>
        <p:spPr bwMode="auto">
          <a:xfrm>
            <a:off x="2611438" y="3078163"/>
            <a:ext cx="538162" cy="304800"/>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en-US" altLang="ja-JP" sz="1400">
                <a:effectLst>
                  <a:outerShdw blurRad="38100" dist="38100" dir="2700000" algn="tl">
                    <a:srgbClr val="000000"/>
                  </a:outerShdw>
                </a:effectLst>
                <a:latin typeface="Times New Roman" panose="02020603050405020304" pitchFamily="18" charset="0"/>
              </a:rPr>
              <a:t> </a:t>
            </a:r>
            <a:r>
              <a:rPr lang="ja-JP" altLang="en-US" sz="1400">
                <a:effectLst>
                  <a:outerShdw blurRad="38100" dist="38100" dir="2700000" algn="tl">
                    <a:srgbClr val="000000"/>
                  </a:outerShdw>
                </a:effectLst>
                <a:latin typeface="Times New Roman" panose="02020603050405020304" pitchFamily="18" charset="0"/>
              </a:rPr>
              <a:t>１７</a:t>
            </a:r>
            <a:endParaRPr lang="en-US" altLang="ja-JP" sz="1400">
              <a:effectLst>
                <a:outerShdw blurRad="38100" dist="38100" dir="2700000" algn="tl">
                  <a:srgbClr val="000000"/>
                </a:outerShdw>
              </a:effectLst>
              <a:latin typeface="Times New Roman" panose="02020603050405020304" pitchFamily="18" charset="0"/>
            </a:endParaRPr>
          </a:p>
        </p:txBody>
      </p:sp>
      <p:sp>
        <p:nvSpPr>
          <p:cNvPr id="527422" name="Text Box 62"/>
          <p:cNvSpPr txBox="1">
            <a:spLocks noChangeArrowheads="1"/>
          </p:cNvSpPr>
          <p:nvPr/>
        </p:nvSpPr>
        <p:spPr bwMode="auto">
          <a:xfrm>
            <a:off x="2611438" y="3444875"/>
            <a:ext cx="538162" cy="304800"/>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en-US" altLang="ja-JP" sz="1400">
                <a:effectLst>
                  <a:outerShdw blurRad="38100" dist="38100" dir="2700000" algn="tl">
                    <a:srgbClr val="000000"/>
                  </a:outerShdw>
                </a:effectLst>
                <a:latin typeface="Times New Roman" panose="02020603050405020304" pitchFamily="18" charset="0"/>
              </a:rPr>
              <a:t> </a:t>
            </a:r>
            <a:r>
              <a:rPr lang="ja-JP" altLang="en-US" sz="1400">
                <a:effectLst>
                  <a:outerShdw blurRad="38100" dist="38100" dir="2700000" algn="tl">
                    <a:srgbClr val="000000"/>
                  </a:outerShdw>
                </a:effectLst>
                <a:latin typeface="Times New Roman" panose="02020603050405020304" pitchFamily="18" charset="0"/>
              </a:rPr>
              <a:t>１６</a:t>
            </a:r>
            <a:endParaRPr lang="en-US" altLang="ja-JP" sz="1400">
              <a:effectLst>
                <a:outerShdw blurRad="38100" dist="38100" dir="2700000" algn="tl">
                  <a:srgbClr val="000000"/>
                </a:outerShdw>
              </a:effectLst>
              <a:latin typeface="Times New Roman" panose="02020603050405020304" pitchFamily="18" charset="0"/>
            </a:endParaRPr>
          </a:p>
        </p:txBody>
      </p:sp>
      <p:sp>
        <p:nvSpPr>
          <p:cNvPr id="527423" name="Text Box 63"/>
          <p:cNvSpPr txBox="1">
            <a:spLocks noChangeArrowheads="1"/>
          </p:cNvSpPr>
          <p:nvPr/>
        </p:nvSpPr>
        <p:spPr bwMode="auto">
          <a:xfrm>
            <a:off x="2611438" y="3810000"/>
            <a:ext cx="538162" cy="304800"/>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en-US" altLang="ja-JP" sz="1400">
                <a:effectLst>
                  <a:outerShdw blurRad="38100" dist="38100" dir="2700000" algn="tl">
                    <a:srgbClr val="000000"/>
                  </a:outerShdw>
                </a:effectLst>
                <a:latin typeface="Times New Roman" panose="02020603050405020304" pitchFamily="18" charset="0"/>
              </a:rPr>
              <a:t> </a:t>
            </a:r>
            <a:r>
              <a:rPr lang="ja-JP" altLang="en-US" sz="1400">
                <a:effectLst>
                  <a:outerShdw blurRad="38100" dist="38100" dir="2700000" algn="tl">
                    <a:srgbClr val="000000"/>
                  </a:outerShdw>
                </a:effectLst>
                <a:latin typeface="Times New Roman" panose="02020603050405020304" pitchFamily="18" charset="0"/>
              </a:rPr>
              <a:t>１５</a:t>
            </a:r>
            <a:endParaRPr lang="en-US" altLang="ja-JP" sz="1400">
              <a:effectLst>
                <a:outerShdw blurRad="38100" dist="38100" dir="2700000" algn="tl">
                  <a:srgbClr val="000000"/>
                </a:outerShdw>
              </a:effectLst>
              <a:latin typeface="Times New Roman" panose="02020603050405020304" pitchFamily="18" charset="0"/>
            </a:endParaRPr>
          </a:p>
        </p:txBody>
      </p:sp>
      <p:sp>
        <p:nvSpPr>
          <p:cNvPr id="527424" name="Text Box 64"/>
          <p:cNvSpPr txBox="1">
            <a:spLocks noChangeArrowheads="1"/>
          </p:cNvSpPr>
          <p:nvPr/>
        </p:nvSpPr>
        <p:spPr bwMode="auto">
          <a:xfrm>
            <a:off x="2611438" y="4175125"/>
            <a:ext cx="538162" cy="304800"/>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en-US" altLang="ja-JP" sz="1400">
                <a:effectLst>
                  <a:outerShdw blurRad="38100" dist="38100" dir="2700000" algn="tl">
                    <a:srgbClr val="000000"/>
                  </a:outerShdw>
                </a:effectLst>
                <a:latin typeface="Times New Roman" panose="02020603050405020304" pitchFamily="18" charset="0"/>
              </a:rPr>
              <a:t> </a:t>
            </a:r>
            <a:r>
              <a:rPr lang="ja-JP" altLang="en-US" sz="1400">
                <a:effectLst>
                  <a:outerShdw blurRad="38100" dist="38100" dir="2700000" algn="tl">
                    <a:srgbClr val="000000"/>
                  </a:outerShdw>
                </a:effectLst>
                <a:latin typeface="Times New Roman" panose="02020603050405020304" pitchFamily="18" charset="0"/>
              </a:rPr>
              <a:t>１４</a:t>
            </a:r>
            <a:endParaRPr lang="en-US" altLang="ja-JP" sz="1400">
              <a:effectLst>
                <a:outerShdw blurRad="38100" dist="38100" dir="2700000" algn="tl">
                  <a:srgbClr val="000000"/>
                </a:outerShdw>
              </a:effectLst>
              <a:latin typeface="Times New Roman" panose="02020603050405020304" pitchFamily="18" charset="0"/>
            </a:endParaRPr>
          </a:p>
        </p:txBody>
      </p:sp>
      <p:sp>
        <p:nvSpPr>
          <p:cNvPr id="527425" name="Text Box 65"/>
          <p:cNvSpPr txBox="1">
            <a:spLocks noChangeArrowheads="1"/>
          </p:cNvSpPr>
          <p:nvPr/>
        </p:nvSpPr>
        <p:spPr bwMode="auto">
          <a:xfrm>
            <a:off x="2611438" y="4541838"/>
            <a:ext cx="538162" cy="304800"/>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en-US" altLang="ja-JP" sz="1400">
                <a:effectLst>
                  <a:outerShdw blurRad="38100" dist="38100" dir="2700000" algn="tl">
                    <a:srgbClr val="000000"/>
                  </a:outerShdw>
                </a:effectLst>
                <a:latin typeface="Times New Roman" panose="02020603050405020304" pitchFamily="18" charset="0"/>
              </a:rPr>
              <a:t> </a:t>
            </a:r>
            <a:r>
              <a:rPr lang="ja-JP" altLang="en-US" sz="1400">
                <a:effectLst>
                  <a:outerShdw blurRad="38100" dist="38100" dir="2700000" algn="tl">
                    <a:srgbClr val="000000"/>
                  </a:outerShdw>
                </a:effectLst>
                <a:latin typeface="Times New Roman" panose="02020603050405020304" pitchFamily="18" charset="0"/>
              </a:rPr>
              <a:t>１３</a:t>
            </a:r>
            <a:endParaRPr lang="en-US" altLang="ja-JP" sz="1400">
              <a:effectLst>
                <a:outerShdw blurRad="38100" dist="38100" dir="2700000" algn="tl">
                  <a:srgbClr val="000000"/>
                </a:outerShdw>
              </a:effectLst>
              <a:latin typeface="Times New Roman" panose="02020603050405020304" pitchFamily="18" charset="0"/>
            </a:endParaRPr>
          </a:p>
        </p:txBody>
      </p:sp>
      <p:sp>
        <p:nvSpPr>
          <p:cNvPr id="527426" name="Text Box 66"/>
          <p:cNvSpPr txBox="1">
            <a:spLocks noChangeArrowheads="1"/>
          </p:cNvSpPr>
          <p:nvPr/>
        </p:nvSpPr>
        <p:spPr bwMode="auto">
          <a:xfrm>
            <a:off x="2611438" y="4906963"/>
            <a:ext cx="538162" cy="304800"/>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en-US" altLang="ja-JP" sz="1400">
                <a:effectLst>
                  <a:outerShdw blurRad="38100" dist="38100" dir="2700000" algn="tl">
                    <a:srgbClr val="000000"/>
                  </a:outerShdw>
                </a:effectLst>
                <a:latin typeface="Times New Roman" panose="02020603050405020304" pitchFamily="18" charset="0"/>
              </a:rPr>
              <a:t> </a:t>
            </a:r>
            <a:r>
              <a:rPr lang="ja-JP" altLang="en-US" sz="1400">
                <a:effectLst>
                  <a:outerShdw blurRad="38100" dist="38100" dir="2700000" algn="tl">
                    <a:srgbClr val="000000"/>
                  </a:outerShdw>
                </a:effectLst>
                <a:latin typeface="Times New Roman" panose="02020603050405020304" pitchFamily="18" charset="0"/>
              </a:rPr>
              <a:t>１２</a:t>
            </a:r>
            <a:endParaRPr lang="en-US" altLang="ja-JP" sz="1400">
              <a:effectLst>
                <a:outerShdw blurRad="38100" dist="38100" dir="2700000" algn="tl">
                  <a:srgbClr val="000000"/>
                </a:outerShdw>
              </a:effectLst>
              <a:latin typeface="Times New Roman" panose="02020603050405020304" pitchFamily="18" charset="0"/>
            </a:endParaRPr>
          </a:p>
        </p:txBody>
      </p:sp>
      <p:sp>
        <p:nvSpPr>
          <p:cNvPr id="527427" name="Text Box 67"/>
          <p:cNvSpPr txBox="1">
            <a:spLocks noChangeArrowheads="1"/>
          </p:cNvSpPr>
          <p:nvPr/>
        </p:nvSpPr>
        <p:spPr bwMode="auto">
          <a:xfrm>
            <a:off x="2611438" y="5273675"/>
            <a:ext cx="538162" cy="304800"/>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en-US" altLang="ja-JP" sz="1400">
                <a:effectLst>
                  <a:outerShdw blurRad="38100" dist="38100" dir="2700000" algn="tl">
                    <a:srgbClr val="000000"/>
                  </a:outerShdw>
                </a:effectLst>
                <a:latin typeface="Times New Roman" panose="02020603050405020304" pitchFamily="18" charset="0"/>
              </a:rPr>
              <a:t> </a:t>
            </a:r>
            <a:r>
              <a:rPr lang="ja-JP" altLang="en-US" sz="1400">
                <a:effectLst>
                  <a:outerShdw blurRad="38100" dist="38100" dir="2700000" algn="tl">
                    <a:srgbClr val="000000"/>
                  </a:outerShdw>
                </a:effectLst>
                <a:latin typeface="Times New Roman" panose="02020603050405020304" pitchFamily="18" charset="0"/>
              </a:rPr>
              <a:t>１１</a:t>
            </a:r>
            <a:endParaRPr lang="en-US" altLang="ja-JP" sz="1400">
              <a:effectLst>
                <a:outerShdw blurRad="38100" dist="38100" dir="2700000" algn="tl">
                  <a:srgbClr val="000000"/>
                </a:outerShdw>
              </a:effectLst>
              <a:latin typeface="Times New Roman" panose="02020603050405020304" pitchFamily="18" charset="0"/>
            </a:endParaRPr>
          </a:p>
        </p:txBody>
      </p:sp>
      <p:sp>
        <p:nvSpPr>
          <p:cNvPr id="527428" name="Text Box 68"/>
          <p:cNvSpPr txBox="1">
            <a:spLocks noChangeArrowheads="1"/>
          </p:cNvSpPr>
          <p:nvPr/>
        </p:nvSpPr>
        <p:spPr bwMode="auto">
          <a:xfrm>
            <a:off x="3203575" y="5761038"/>
            <a:ext cx="538163" cy="304800"/>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en-US" altLang="ja-JP" sz="1400">
                <a:effectLst>
                  <a:outerShdw blurRad="38100" dist="38100" dir="2700000" algn="tl">
                    <a:srgbClr val="000000"/>
                  </a:outerShdw>
                </a:effectLst>
                <a:latin typeface="Times New Roman" panose="02020603050405020304" pitchFamily="18" charset="0"/>
              </a:rPr>
              <a:t> </a:t>
            </a:r>
            <a:r>
              <a:rPr lang="ja-JP" altLang="en-US" sz="1400">
                <a:effectLst>
                  <a:outerShdw blurRad="38100" dist="38100" dir="2700000" algn="tl">
                    <a:srgbClr val="000000"/>
                  </a:outerShdw>
                </a:effectLst>
                <a:latin typeface="Times New Roman" panose="02020603050405020304" pitchFamily="18" charset="0"/>
              </a:rPr>
              <a:t>１</a:t>
            </a:r>
            <a:endParaRPr lang="en-US" altLang="ja-JP" sz="1400">
              <a:effectLst>
                <a:outerShdw blurRad="38100" dist="38100" dir="2700000" algn="tl">
                  <a:srgbClr val="000000"/>
                </a:outerShdw>
              </a:effectLst>
              <a:latin typeface="Times New Roman" panose="02020603050405020304" pitchFamily="18" charset="0"/>
            </a:endParaRPr>
          </a:p>
        </p:txBody>
      </p:sp>
      <p:sp>
        <p:nvSpPr>
          <p:cNvPr id="527429" name="Text Box 69"/>
          <p:cNvSpPr txBox="1">
            <a:spLocks noChangeArrowheads="1"/>
          </p:cNvSpPr>
          <p:nvPr/>
        </p:nvSpPr>
        <p:spPr bwMode="auto">
          <a:xfrm>
            <a:off x="3624263" y="5761038"/>
            <a:ext cx="538162" cy="304800"/>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en-US" altLang="ja-JP" sz="1400">
                <a:effectLst>
                  <a:outerShdw blurRad="38100" dist="38100" dir="2700000" algn="tl">
                    <a:srgbClr val="000000"/>
                  </a:outerShdw>
                </a:effectLst>
                <a:latin typeface="Times New Roman" panose="02020603050405020304" pitchFamily="18" charset="0"/>
              </a:rPr>
              <a:t> </a:t>
            </a:r>
            <a:r>
              <a:rPr lang="ja-JP" altLang="en-US" sz="1400">
                <a:effectLst>
                  <a:outerShdw blurRad="38100" dist="38100" dir="2700000" algn="tl">
                    <a:srgbClr val="000000"/>
                  </a:outerShdw>
                </a:effectLst>
                <a:latin typeface="Times New Roman" panose="02020603050405020304" pitchFamily="18" charset="0"/>
              </a:rPr>
              <a:t>２</a:t>
            </a:r>
            <a:endParaRPr lang="en-US" altLang="ja-JP" sz="1400">
              <a:effectLst>
                <a:outerShdw blurRad="38100" dist="38100" dir="2700000" algn="tl">
                  <a:srgbClr val="000000"/>
                </a:outerShdw>
              </a:effectLst>
              <a:latin typeface="Times New Roman" panose="02020603050405020304" pitchFamily="18" charset="0"/>
            </a:endParaRPr>
          </a:p>
        </p:txBody>
      </p:sp>
      <p:sp>
        <p:nvSpPr>
          <p:cNvPr id="527430" name="Text Box 70"/>
          <p:cNvSpPr txBox="1">
            <a:spLocks noChangeArrowheads="1"/>
          </p:cNvSpPr>
          <p:nvPr/>
        </p:nvSpPr>
        <p:spPr bwMode="auto">
          <a:xfrm>
            <a:off x="3979863" y="5761038"/>
            <a:ext cx="538162" cy="304800"/>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en-US" altLang="ja-JP" sz="1400">
                <a:effectLst>
                  <a:outerShdw blurRad="38100" dist="38100" dir="2700000" algn="tl">
                    <a:srgbClr val="000000"/>
                  </a:outerShdw>
                </a:effectLst>
                <a:latin typeface="Times New Roman" panose="02020603050405020304" pitchFamily="18" charset="0"/>
              </a:rPr>
              <a:t> </a:t>
            </a:r>
            <a:r>
              <a:rPr lang="ja-JP" altLang="en-US" sz="1400">
                <a:effectLst>
                  <a:outerShdw blurRad="38100" dist="38100" dir="2700000" algn="tl">
                    <a:srgbClr val="000000"/>
                  </a:outerShdw>
                </a:effectLst>
                <a:latin typeface="Times New Roman" panose="02020603050405020304" pitchFamily="18" charset="0"/>
              </a:rPr>
              <a:t>３</a:t>
            </a:r>
            <a:endParaRPr lang="en-US" altLang="ja-JP" sz="1400">
              <a:effectLst>
                <a:outerShdw blurRad="38100" dist="38100" dir="2700000" algn="tl">
                  <a:srgbClr val="000000"/>
                </a:outerShdw>
              </a:effectLst>
              <a:latin typeface="Times New Roman" panose="02020603050405020304" pitchFamily="18" charset="0"/>
            </a:endParaRPr>
          </a:p>
        </p:txBody>
      </p:sp>
      <p:sp>
        <p:nvSpPr>
          <p:cNvPr id="527431" name="Text Box 71"/>
          <p:cNvSpPr txBox="1">
            <a:spLocks noChangeArrowheads="1"/>
          </p:cNvSpPr>
          <p:nvPr/>
        </p:nvSpPr>
        <p:spPr bwMode="auto">
          <a:xfrm>
            <a:off x="4389438" y="5761038"/>
            <a:ext cx="538162" cy="304800"/>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en-US" altLang="ja-JP" sz="1400">
                <a:effectLst>
                  <a:outerShdw blurRad="38100" dist="38100" dir="2700000" algn="tl">
                    <a:srgbClr val="000000"/>
                  </a:outerShdw>
                </a:effectLst>
                <a:latin typeface="Times New Roman" panose="02020603050405020304" pitchFamily="18" charset="0"/>
              </a:rPr>
              <a:t> </a:t>
            </a:r>
            <a:r>
              <a:rPr lang="ja-JP" altLang="en-US" sz="1400">
                <a:effectLst>
                  <a:outerShdw blurRad="38100" dist="38100" dir="2700000" algn="tl">
                    <a:srgbClr val="000000"/>
                  </a:outerShdw>
                </a:effectLst>
                <a:latin typeface="Times New Roman" panose="02020603050405020304" pitchFamily="18" charset="0"/>
              </a:rPr>
              <a:t>４</a:t>
            </a:r>
            <a:endParaRPr lang="en-US" altLang="ja-JP" sz="1400">
              <a:effectLst>
                <a:outerShdw blurRad="38100" dist="38100" dir="2700000" algn="tl">
                  <a:srgbClr val="000000"/>
                </a:outerShdw>
              </a:effectLst>
              <a:latin typeface="Times New Roman" panose="02020603050405020304" pitchFamily="18" charset="0"/>
            </a:endParaRPr>
          </a:p>
        </p:txBody>
      </p:sp>
      <p:sp>
        <p:nvSpPr>
          <p:cNvPr id="527432" name="Text Box 72"/>
          <p:cNvSpPr txBox="1">
            <a:spLocks noChangeArrowheads="1"/>
          </p:cNvSpPr>
          <p:nvPr/>
        </p:nvSpPr>
        <p:spPr bwMode="auto">
          <a:xfrm>
            <a:off x="4754563" y="5761038"/>
            <a:ext cx="538162" cy="304800"/>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en-US" altLang="ja-JP" sz="1400">
                <a:effectLst>
                  <a:outerShdw blurRad="38100" dist="38100" dir="2700000" algn="tl">
                    <a:srgbClr val="000000"/>
                  </a:outerShdw>
                </a:effectLst>
                <a:latin typeface="Times New Roman" panose="02020603050405020304" pitchFamily="18" charset="0"/>
              </a:rPr>
              <a:t> </a:t>
            </a:r>
            <a:r>
              <a:rPr lang="ja-JP" altLang="en-US" sz="1400">
                <a:effectLst>
                  <a:outerShdw blurRad="38100" dist="38100" dir="2700000" algn="tl">
                    <a:srgbClr val="000000"/>
                  </a:outerShdw>
                </a:effectLst>
                <a:latin typeface="Times New Roman" panose="02020603050405020304" pitchFamily="18" charset="0"/>
              </a:rPr>
              <a:t>５</a:t>
            </a:r>
            <a:endParaRPr lang="en-US" altLang="ja-JP" sz="1400">
              <a:effectLst>
                <a:outerShdw blurRad="38100" dist="38100" dir="2700000" algn="tl">
                  <a:srgbClr val="000000"/>
                </a:outerShdw>
              </a:effectLst>
              <a:latin typeface="Times New Roman" panose="02020603050405020304" pitchFamily="18" charset="0"/>
            </a:endParaRPr>
          </a:p>
        </p:txBody>
      </p:sp>
      <p:sp>
        <p:nvSpPr>
          <p:cNvPr id="527433" name="Text Box 73"/>
          <p:cNvSpPr txBox="1">
            <a:spLocks noChangeArrowheads="1"/>
          </p:cNvSpPr>
          <p:nvPr/>
        </p:nvSpPr>
        <p:spPr bwMode="auto">
          <a:xfrm>
            <a:off x="5110163" y="5761038"/>
            <a:ext cx="538162" cy="304800"/>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en-US" altLang="ja-JP" sz="1400">
                <a:effectLst>
                  <a:outerShdw blurRad="38100" dist="38100" dir="2700000" algn="tl">
                    <a:srgbClr val="000000"/>
                  </a:outerShdw>
                </a:effectLst>
                <a:latin typeface="Times New Roman" panose="02020603050405020304" pitchFamily="18" charset="0"/>
              </a:rPr>
              <a:t> </a:t>
            </a:r>
            <a:r>
              <a:rPr lang="ja-JP" altLang="en-US" sz="1400">
                <a:effectLst>
                  <a:outerShdw blurRad="38100" dist="38100" dir="2700000" algn="tl">
                    <a:srgbClr val="000000"/>
                  </a:outerShdw>
                </a:effectLst>
                <a:latin typeface="Times New Roman" panose="02020603050405020304" pitchFamily="18" charset="0"/>
              </a:rPr>
              <a:t>６</a:t>
            </a:r>
            <a:endParaRPr lang="en-US" altLang="ja-JP" sz="1400">
              <a:effectLst>
                <a:outerShdw blurRad="38100" dist="38100" dir="2700000" algn="tl">
                  <a:srgbClr val="000000"/>
                </a:outerShdw>
              </a:effectLst>
              <a:latin typeface="Times New Roman" panose="02020603050405020304" pitchFamily="18" charset="0"/>
            </a:endParaRPr>
          </a:p>
        </p:txBody>
      </p:sp>
      <p:sp>
        <p:nvSpPr>
          <p:cNvPr id="527434" name="Text Box 74"/>
          <p:cNvSpPr txBox="1">
            <a:spLocks noChangeArrowheads="1"/>
          </p:cNvSpPr>
          <p:nvPr/>
        </p:nvSpPr>
        <p:spPr bwMode="auto">
          <a:xfrm>
            <a:off x="5519738" y="5761038"/>
            <a:ext cx="538162" cy="304800"/>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en-US" altLang="ja-JP" sz="1400">
                <a:effectLst>
                  <a:outerShdw blurRad="38100" dist="38100" dir="2700000" algn="tl">
                    <a:srgbClr val="000000"/>
                  </a:outerShdw>
                </a:effectLst>
                <a:latin typeface="Times New Roman" panose="02020603050405020304" pitchFamily="18" charset="0"/>
              </a:rPr>
              <a:t> </a:t>
            </a:r>
            <a:r>
              <a:rPr lang="ja-JP" altLang="en-US" sz="1400">
                <a:effectLst>
                  <a:outerShdw blurRad="38100" dist="38100" dir="2700000" algn="tl">
                    <a:srgbClr val="000000"/>
                  </a:outerShdw>
                </a:effectLst>
                <a:latin typeface="Times New Roman" panose="02020603050405020304" pitchFamily="18" charset="0"/>
              </a:rPr>
              <a:t>７</a:t>
            </a:r>
            <a:endParaRPr lang="en-US" altLang="ja-JP" sz="1400">
              <a:effectLst>
                <a:outerShdw blurRad="38100" dist="38100" dir="2700000" algn="tl">
                  <a:srgbClr val="000000"/>
                </a:outerShdw>
              </a:effectLst>
              <a:latin typeface="Times New Roman" panose="02020603050405020304" pitchFamily="18" charset="0"/>
            </a:endParaRPr>
          </a:p>
        </p:txBody>
      </p:sp>
      <p:sp>
        <p:nvSpPr>
          <p:cNvPr id="527435" name="Text Box 75"/>
          <p:cNvSpPr txBox="1">
            <a:spLocks noChangeArrowheads="1"/>
          </p:cNvSpPr>
          <p:nvPr/>
        </p:nvSpPr>
        <p:spPr bwMode="auto">
          <a:xfrm>
            <a:off x="5929313" y="5761038"/>
            <a:ext cx="539750" cy="304800"/>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en-US" altLang="ja-JP" sz="1400">
                <a:effectLst>
                  <a:outerShdw blurRad="38100" dist="38100" dir="2700000" algn="tl">
                    <a:srgbClr val="000000"/>
                  </a:outerShdw>
                </a:effectLst>
                <a:latin typeface="Times New Roman" panose="02020603050405020304" pitchFamily="18" charset="0"/>
              </a:rPr>
              <a:t> </a:t>
            </a:r>
            <a:r>
              <a:rPr lang="ja-JP" altLang="en-US" sz="1400">
                <a:effectLst>
                  <a:outerShdw blurRad="38100" dist="38100" dir="2700000" algn="tl">
                    <a:srgbClr val="000000"/>
                  </a:outerShdw>
                </a:effectLst>
                <a:latin typeface="Times New Roman" panose="02020603050405020304" pitchFamily="18" charset="0"/>
              </a:rPr>
              <a:t>８</a:t>
            </a:r>
            <a:endParaRPr lang="en-US" altLang="ja-JP" sz="1400">
              <a:effectLst>
                <a:outerShdw blurRad="38100" dist="38100" dir="2700000" algn="tl">
                  <a:srgbClr val="000000"/>
                </a:outerShdw>
              </a:effectLst>
              <a:latin typeface="Times New Roman" panose="02020603050405020304" pitchFamily="18" charset="0"/>
            </a:endParaRPr>
          </a:p>
        </p:txBody>
      </p:sp>
      <p:sp>
        <p:nvSpPr>
          <p:cNvPr id="527436" name="Text Box 76"/>
          <p:cNvSpPr txBox="1">
            <a:spLocks noChangeArrowheads="1"/>
          </p:cNvSpPr>
          <p:nvPr/>
        </p:nvSpPr>
        <p:spPr bwMode="auto">
          <a:xfrm>
            <a:off x="6284913" y="5761038"/>
            <a:ext cx="539750" cy="304800"/>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en-US" altLang="ja-JP" sz="1400">
                <a:effectLst>
                  <a:outerShdw blurRad="38100" dist="38100" dir="2700000" algn="tl">
                    <a:srgbClr val="000000"/>
                  </a:outerShdw>
                </a:effectLst>
                <a:latin typeface="Times New Roman" panose="02020603050405020304" pitchFamily="18" charset="0"/>
              </a:rPr>
              <a:t> </a:t>
            </a:r>
            <a:r>
              <a:rPr lang="ja-JP" altLang="en-US" sz="1400">
                <a:effectLst>
                  <a:outerShdw blurRad="38100" dist="38100" dir="2700000" algn="tl">
                    <a:srgbClr val="000000"/>
                  </a:outerShdw>
                </a:effectLst>
                <a:latin typeface="Times New Roman" panose="02020603050405020304" pitchFamily="18" charset="0"/>
              </a:rPr>
              <a:t>９</a:t>
            </a:r>
            <a:endParaRPr lang="en-US" altLang="ja-JP" sz="1400">
              <a:effectLst>
                <a:outerShdw blurRad="38100" dist="38100" dir="2700000" algn="tl">
                  <a:srgbClr val="000000"/>
                </a:outerShdw>
              </a:effectLst>
              <a:latin typeface="Times New Roman" panose="02020603050405020304" pitchFamily="18" charset="0"/>
            </a:endParaRPr>
          </a:p>
        </p:txBody>
      </p:sp>
      <p:sp>
        <p:nvSpPr>
          <p:cNvPr id="527437" name="Text Box 77"/>
          <p:cNvSpPr txBox="1">
            <a:spLocks noChangeArrowheads="1"/>
          </p:cNvSpPr>
          <p:nvPr/>
        </p:nvSpPr>
        <p:spPr bwMode="auto">
          <a:xfrm>
            <a:off x="6640513" y="5761038"/>
            <a:ext cx="539750" cy="304800"/>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en-US" altLang="ja-JP" sz="1400">
                <a:effectLst>
                  <a:outerShdw blurRad="38100" dist="38100" dir="2700000" algn="tl">
                    <a:srgbClr val="000000"/>
                  </a:outerShdw>
                </a:effectLst>
                <a:latin typeface="Times New Roman" panose="02020603050405020304" pitchFamily="18" charset="0"/>
              </a:rPr>
              <a:t> </a:t>
            </a:r>
            <a:r>
              <a:rPr lang="ja-JP" altLang="en-US" sz="1400">
                <a:effectLst>
                  <a:outerShdw blurRad="38100" dist="38100" dir="2700000" algn="tl">
                    <a:srgbClr val="000000"/>
                  </a:outerShdw>
                </a:effectLst>
                <a:latin typeface="Times New Roman" panose="02020603050405020304" pitchFamily="18" charset="0"/>
              </a:rPr>
              <a:t>１０</a:t>
            </a:r>
            <a:endParaRPr lang="en-US" altLang="ja-JP" sz="1400">
              <a:effectLst>
                <a:outerShdw blurRad="38100" dist="38100" dir="2700000" algn="tl">
                  <a:srgbClr val="000000"/>
                </a:outerShdw>
              </a:effectLst>
              <a:latin typeface="Times New Roman" panose="02020603050405020304" pitchFamily="18" charset="0"/>
            </a:endParaRPr>
          </a:p>
        </p:txBody>
      </p:sp>
      <p:sp>
        <p:nvSpPr>
          <p:cNvPr id="527438" name="Text Box 78"/>
          <p:cNvSpPr txBox="1">
            <a:spLocks noChangeArrowheads="1"/>
          </p:cNvSpPr>
          <p:nvPr/>
        </p:nvSpPr>
        <p:spPr bwMode="auto">
          <a:xfrm>
            <a:off x="4056063" y="4949825"/>
            <a:ext cx="184150" cy="304800"/>
          </a:xfrm>
          <a:prstGeom prst="rect">
            <a:avLst/>
          </a:prstGeom>
          <a:noFill/>
          <a:ln w="12700">
            <a:noFill/>
            <a:miter lim="800000"/>
            <a:headEnd/>
            <a:tailEnd/>
          </a:ln>
          <a:effectLst/>
        </p:spPr>
        <p:txBody>
          <a:bodyPr wrap="none">
            <a:spAutoFit/>
          </a:bodyPr>
          <a:lstStyle/>
          <a:p>
            <a:pPr algn="r">
              <a:defRPr/>
            </a:pPr>
            <a:endParaRPr lang="th-TH" sz="1400">
              <a:effectLst>
                <a:outerShdw blurRad="38100" dist="38100" dir="2700000" algn="tl">
                  <a:srgbClr val="000000"/>
                </a:outerShdw>
              </a:effectLst>
              <a:latin typeface="MS PGothic" pitchFamily="34" charset="-128"/>
            </a:endParaRPr>
          </a:p>
        </p:txBody>
      </p:sp>
      <p:sp>
        <p:nvSpPr>
          <p:cNvPr id="527439" name="Text Box 79"/>
          <p:cNvSpPr txBox="1">
            <a:spLocks noChangeArrowheads="1"/>
          </p:cNvSpPr>
          <p:nvPr/>
        </p:nvSpPr>
        <p:spPr bwMode="auto">
          <a:xfrm>
            <a:off x="3821113" y="6054725"/>
            <a:ext cx="2017712" cy="274638"/>
          </a:xfrm>
          <a:prstGeom prst="rect">
            <a:avLst/>
          </a:prstGeom>
          <a:noFill/>
          <a:ln w="12700">
            <a:noFill/>
            <a:miter lim="800000"/>
            <a:headEnd/>
            <a:tailEnd/>
          </a:ln>
          <a:effectLst/>
        </p:spPr>
        <p:txBody>
          <a:bodyPr wrap="none">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r" eaLnBrk="1" hangingPunct="1"/>
            <a:r>
              <a:rPr lang="th-TH" altLang="ja-JP" sz="1200">
                <a:effectLst>
                  <a:outerShdw blurRad="38100" dist="38100" dir="2700000" algn="tl">
                    <a:srgbClr val="000000"/>
                  </a:outerShdw>
                </a:effectLst>
                <a:latin typeface="Times New Roman" panose="02020603050405020304" pitchFamily="18" charset="0"/>
                <a:cs typeface="Angsana New" pitchFamily="18" charset="-34"/>
              </a:rPr>
              <a:t>Weld diameter and strength</a:t>
            </a:r>
            <a:endParaRPr lang="en-US" altLang="ja-JP" sz="1200">
              <a:effectLst>
                <a:outerShdw blurRad="38100" dist="38100" dir="2700000" algn="tl">
                  <a:srgbClr val="000000"/>
                </a:outerShdw>
              </a:effectLst>
              <a:latin typeface="Times New Roman" panose="02020603050405020304" pitchFamily="18" charset="0"/>
              <a:cs typeface="Angsana New" pitchFamily="18" charset="-34"/>
            </a:endParaRPr>
          </a:p>
        </p:txBody>
      </p:sp>
      <p:sp>
        <p:nvSpPr>
          <p:cNvPr id="527440" name="Text Box 80"/>
          <p:cNvSpPr txBox="1">
            <a:spLocks noChangeArrowheads="1"/>
          </p:cNvSpPr>
          <p:nvPr/>
        </p:nvSpPr>
        <p:spPr bwMode="auto">
          <a:xfrm>
            <a:off x="4713288" y="4059238"/>
            <a:ext cx="361950" cy="304800"/>
          </a:xfrm>
          <a:prstGeom prst="rect">
            <a:avLst/>
          </a:prstGeom>
          <a:noFill/>
          <a:ln w="12700">
            <a:noFill/>
            <a:miter lim="800000"/>
            <a:headEnd/>
            <a:tailEnd/>
          </a:ln>
          <a:effectLst/>
        </p:spPr>
        <p:txBody>
          <a:bodyPr wrap="none">
            <a:spAutoFit/>
          </a:bodyPr>
          <a:lstStyle/>
          <a:p>
            <a:pPr algn="r">
              <a:defRPr/>
            </a:pPr>
            <a:r>
              <a:rPr lang="en-US" altLang="ja-JP" sz="1400">
                <a:effectLst>
                  <a:outerShdw blurRad="38100" dist="38100" dir="2700000" algn="tl">
                    <a:srgbClr val="000000"/>
                  </a:outerShdw>
                </a:effectLst>
                <a:latin typeface="MS PGothic" pitchFamily="34" charset="-128"/>
              </a:rPr>
              <a:t>●</a:t>
            </a:r>
          </a:p>
        </p:txBody>
      </p:sp>
      <p:sp>
        <p:nvSpPr>
          <p:cNvPr id="527441" name="Text Box 81"/>
          <p:cNvSpPr txBox="1">
            <a:spLocks noChangeArrowheads="1"/>
          </p:cNvSpPr>
          <p:nvPr/>
        </p:nvSpPr>
        <p:spPr bwMode="auto">
          <a:xfrm>
            <a:off x="4594225" y="4668838"/>
            <a:ext cx="363538" cy="304800"/>
          </a:xfrm>
          <a:prstGeom prst="rect">
            <a:avLst/>
          </a:prstGeom>
          <a:noFill/>
          <a:ln w="12700">
            <a:noFill/>
            <a:miter lim="800000"/>
            <a:headEnd/>
            <a:tailEnd/>
          </a:ln>
          <a:effectLst/>
        </p:spPr>
        <p:txBody>
          <a:bodyPr wrap="none">
            <a:spAutoFit/>
          </a:bodyPr>
          <a:lstStyle/>
          <a:p>
            <a:pPr algn="r">
              <a:defRPr/>
            </a:pPr>
            <a:r>
              <a:rPr lang="en-US" altLang="ja-JP" sz="1400">
                <a:effectLst>
                  <a:outerShdw blurRad="38100" dist="38100" dir="2700000" algn="tl">
                    <a:srgbClr val="000000"/>
                  </a:outerShdw>
                </a:effectLst>
                <a:latin typeface="MS PGothic" pitchFamily="34" charset="-128"/>
              </a:rPr>
              <a:t>●</a:t>
            </a:r>
          </a:p>
        </p:txBody>
      </p:sp>
      <p:sp>
        <p:nvSpPr>
          <p:cNvPr id="527442" name="Text Box 82"/>
          <p:cNvSpPr txBox="1">
            <a:spLocks noChangeArrowheads="1"/>
          </p:cNvSpPr>
          <p:nvPr/>
        </p:nvSpPr>
        <p:spPr bwMode="auto">
          <a:xfrm>
            <a:off x="4122738" y="3911600"/>
            <a:ext cx="360362" cy="304800"/>
          </a:xfrm>
          <a:prstGeom prst="rect">
            <a:avLst/>
          </a:prstGeom>
          <a:noFill/>
          <a:ln w="12700">
            <a:noFill/>
            <a:miter lim="800000"/>
            <a:headEnd/>
            <a:tailEnd/>
          </a:ln>
          <a:effectLst/>
        </p:spPr>
        <p:txBody>
          <a:bodyPr wrap="none">
            <a:spAutoFit/>
          </a:bodyPr>
          <a:lstStyle/>
          <a:p>
            <a:pPr algn="r">
              <a:defRPr/>
            </a:pPr>
            <a:r>
              <a:rPr lang="en-US" altLang="ja-JP" sz="1400">
                <a:effectLst>
                  <a:outerShdw blurRad="38100" dist="38100" dir="2700000" algn="tl">
                    <a:srgbClr val="000000"/>
                  </a:outerShdw>
                </a:effectLst>
                <a:latin typeface="MS PGothic" pitchFamily="34" charset="-128"/>
              </a:rPr>
              <a:t>●</a:t>
            </a:r>
          </a:p>
        </p:txBody>
      </p:sp>
      <p:sp>
        <p:nvSpPr>
          <p:cNvPr id="527443" name="Text Box 83"/>
          <p:cNvSpPr txBox="1">
            <a:spLocks noChangeArrowheads="1"/>
          </p:cNvSpPr>
          <p:nvPr/>
        </p:nvSpPr>
        <p:spPr bwMode="auto">
          <a:xfrm>
            <a:off x="5189538" y="3937000"/>
            <a:ext cx="360362" cy="304800"/>
          </a:xfrm>
          <a:prstGeom prst="rect">
            <a:avLst/>
          </a:prstGeom>
          <a:noFill/>
          <a:ln w="12700">
            <a:noFill/>
            <a:miter lim="800000"/>
            <a:headEnd/>
            <a:tailEnd/>
          </a:ln>
          <a:effectLst/>
        </p:spPr>
        <p:txBody>
          <a:bodyPr wrap="none">
            <a:spAutoFit/>
          </a:bodyPr>
          <a:lstStyle/>
          <a:p>
            <a:pPr algn="r">
              <a:defRPr/>
            </a:pPr>
            <a:r>
              <a:rPr lang="en-US" altLang="ja-JP" sz="1400">
                <a:effectLst>
                  <a:outerShdw blurRad="38100" dist="38100" dir="2700000" algn="tl">
                    <a:srgbClr val="000000"/>
                  </a:outerShdw>
                </a:effectLst>
                <a:latin typeface="MS PGothic" pitchFamily="34" charset="-128"/>
              </a:rPr>
              <a:t>●</a:t>
            </a:r>
          </a:p>
        </p:txBody>
      </p:sp>
      <p:sp>
        <p:nvSpPr>
          <p:cNvPr id="527444" name="Text Box 84"/>
          <p:cNvSpPr txBox="1">
            <a:spLocks noChangeArrowheads="1"/>
          </p:cNvSpPr>
          <p:nvPr/>
        </p:nvSpPr>
        <p:spPr bwMode="auto">
          <a:xfrm>
            <a:off x="5189538" y="4181475"/>
            <a:ext cx="360362" cy="304800"/>
          </a:xfrm>
          <a:prstGeom prst="rect">
            <a:avLst/>
          </a:prstGeom>
          <a:noFill/>
          <a:ln w="12700">
            <a:noFill/>
            <a:miter lim="800000"/>
            <a:headEnd/>
            <a:tailEnd/>
          </a:ln>
          <a:effectLst/>
        </p:spPr>
        <p:txBody>
          <a:bodyPr wrap="none">
            <a:spAutoFit/>
          </a:bodyPr>
          <a:lstStyle/>
          <a:p>
            <a:pPr algn="r">
              <a:defRPr/>
            </a:pPr>
            <a:r>
              <a:rPr lang="en-US" altLang="ja-JP" sz="1400">
                <a:effectLst>
                  <a:outerShdw blurRad="38100" dist="38100" dir="2700000" algn="tl">
                    <a:srgbClr val="000000"/>
                  </a:outerShdw>
                </a:effectLst>
                <a:latin typeface="MS PGothic" pitchFamily="34" charset="-128"/>
              </a:rPr>
              <a:t>●</a:t>
            </a:r>
          </a:p>
        </p:txBody>
      </p:sp>
      <p:sp>
        <p:nvSpPr>
          <p:cNvPr id="527445" name="Text Box 85"/>
          <p:cNvSpPr txBox="1">
            <a:spLocks noChangeArrowheads="1"/>
          </p:cNvSpPr>
          <p:nvPr/>
        </p:nvSpPr>
        <p:spPr bwMode="auto">
          <a:xfrm>
            <a:off x="5305425" y="3692525"/>
            <a:ext cx="363538" cy="304800"/>
          </a:xfrm>
          <a:prstGeom prst="rect">
            <a:avLst/>
          </a:prstGeom>
          <a:noFill/>
          <a:ln w="12700">
            <a:noFill/>
            <a:miter lim="800000"/>
            <a:headEnd/>
            <a:tailEnd/>
          </a:ln>
          <a:effectLst/>
        </p:spPr>
        <p:txBody>
          <a:bodyPr wrap="none">
            <a:spAutoFit/>
          </a:bodyPr>
          <a:lstStyle/>
          <a:p>
            <a:pPr algn="r">
              <a:defRPr/>
            </a:pPr>
            <a:r>
              <a:rPr lang="en-US" altLang="ja-JP" sz="1400">
                <a:effectLst>
                  <a:outerShdw blurRad="38100" dist="38100" dir="2700000" algn="tl">
                    <a:srgbClr val="000000"/>
                  </a:outerShdw>
                </a:effectLst>
                <a:latin typeface="MS PGothic" pitchFamily="34" charset="-128"/>
              </a:rPr>
              <a:t>●</a:t>
            </a:r>
          </a:p>
        </p:txBody>
      </p:sp>
      <p:sp>
        <p:nvSpPr>
          <p:cNvPr id="527446" name="Text Box 86"/>
          <p:cNvSpPr txBox="1">
            <a:spLocks noChangeArrowheads="1"/>
          </p:cNvSpPr>
          <p:nvPr/>
        </p:nvSpPr>
        <p:spPr bwMode="auto">
          <a:xfrm>
            <a:off x="5157788" y="3692525"/>
            <a:ext cx="361950" cy="304800"/>
          </a:xfrm>
          <a:prstGeom prst="rect">
            <a:avLst/>
          </a:prstGeom>
          <a:noFill/>
          <a:ln w="12700">
            <a:noFill/>
            <a:miter lim="800000"/>
            <a:headEnd/>
            <a:tailEnd/>
          </a:ln>
          <a:effectLst/>
        </p:spPr>
        <p:txBody>
          <a:bodyPr wrap="none">
            <a:spAutoFit/>
          </a:bodyPr>
          <a:lstStyle/>
          <a:p>
            <a:pPr algn="r">
              <a:defRPr/>
            </a:pPr>
            <a:r>
              <a:rPr lang="en-US" altLang="ja-JP" sz="1400">
                <a:effectLst>
                  <a:outerShdw blurRad="38100" dist="38100" dir="2700000" algn="tl">
                    <a:srgbClr val="000000"/>
                  </a:outerShdw>
                </a:effectLst>
                <a:latin typeface="MS PGothic" pitchFamily="34" charset="-128"/>
              </a:rPr>
              <a:t>●</a:t>
            </a:r>
          </a:p>
        </p:txBody>
      </p:sp>
      <p:sp>
        <p:nvSpPr>
          <p:cNvPr id="527447" name="Text Box 87"/>
          <p:cNvSpPr txBox="1">
            <a:spLocks noChangeArrowheads="1"/>
          </p:cNvSpPr>
          <p:nvPr/>
        </p:nvSpPr>
        <p:spPr bwMode="auto">
          <a:xfrm>
            <a:off x="4713288" y="3692525"/>
            <a:ext cx="361950" cy="304800"/>
          </a:xfrm>
          <a:prstGeom prst="rect">
            <a:avLst/>
          </a:prstGeom>
          <a:noFill/>
          <a:ln w="12700">
            <a:noFill/>
            <a:miter lim="800000"/>
            <a:headEnd/>
            <a:tailEnd/>
          </a:ln>
          <a:effectLst/>
        </p:spPr>
        <p:txBody>
          <a:bodyPr wrap="none">
            <a:spAutoFit/>
          </a:bodyPr>
          <a:lstStyle/>
          <a:p>
            <a:pPr algn="r">
              <a:defRPr/>
            </a:pPr>
            <a:r>
              <a:rPr lang="en-US" altLang="ja-JP" sz="1400">
                <a:effectLst>
                  <a:outerShdw blurRad="38100" dist="38100" dir="2700000" algn="tl">
                    <a:srgbClr val="000000"/>
                  </a:outerShdw>
                </a:effectLst>
                <a:latin typeface="MS PGothic" pitchFamily="34" charset="-128"/>
              </a:rPr>
              <a:t>●</a:t>
            </a:r>
          </a:p>
        </p:txBody>
      </p:sp>
      <p:sp>
        <p:nvSpPr>
          <p:cNvPr id="527448" name="Text Box 88"/>
          <p:cNvSpPr txBox="1">
            <a:spLocks noChangeArrowheads="1"/>
          </p:cNvSpPr>
          <p:nvPr/>
        </p:nvSpPr>
        <p:spPr bwMode="auto">
          <a:xfrm>
            <a:off x="4922838" y="3449638"/>
            <a:ext cx="360362" cy="304800"/>
          </a:xfrm>
          <a:prstGeom prst="rect">
            <a:avLst/>
          </a:prstGeom>
          <a:noFill/>
          <a:ln w="12700">
            <a:noFill/>
            <a:miter lim="800000"/>
            <a:headEnd/>
            <a:tailEnd/>
          </a:ln>
          <a:effectLst/>
        </p:spPr>
        <p:txBody>
          <a:bodyPr wrap="none">
            <a:spAutoFit/>
          </a:bodyPr>
          <a:lstStyle/>
          <a:p>
            <a:pPr algn="r">
              <a:defRPr/>
            </a:pPr>
            <a:r>
              <a:rPr lang="en-US" altLang="ja-JP" sz="1400">
                <a:effectLst>
                  <a:outerShdw blurRad="38100" dist="38100" dir="2700000" algn="tl">
                    <a:srgbClr val="000000"/>
                  </a:outerShdw>
                </a:effectLst>
                <a:latin typeface="MS PGothic" pitchFamily="34" charset="-128"/>
              </a:rPr>
              <a:t>●</a:t>
            </a:r>
          </a:p>
        </p:txBody>
      </p:sp>
      <p:sp>
        <p:nvSpPr>
          <p:cNvPr id="527449" name="Text Box 89"/>
          <p:cNvSpPr txBox="1">
            <a:spLocks noChangeArrowheads="1"/>
          </p:cNvSpPr>
          <p:nvPr/>
        </p:nvSpPr>
        <p:spPr bwMode="auto">
          <a:xfrm>
            <a:off x="4478338" y="3546475"/>
            <a:ext cx="360362" cy="304800"/>
          </a:xfrm>
          <a:prstGeom prst="rect">
            <a:avLst/>
          </a:prstGeom>
          <a:noFill/>
          <a:ln w="12700">
            <a:noFill/>
            <a:miter lim="800000"/>
            <a:headEnd/>
            <a:tailEnd/>
          </a:ln>
          <a:effectLst/>
        </p:spPr>
        <p:txBody>
          <a:bodyPr wrap="none">
            <a:spAutoFit/>
          </a:bodyPr>
          <a:lstStyle/>
          <a:p>
            <a:pPr algn="r">
              <a:defRPr/>
            </a:pPr>
            <a:r>
              <a:rPr lang="en-US" altLang="ja-JP" sz="1400">
                <a:effectLst>
                  <a:outerShdw blurRad="38100" dist="38100" dir="2700000" algn="tl">
                    <a:srgbClr val="000000"/>
                  </a:outerShdw>
                </a:effectLst>
                <a:latin typeface="MS PGothic" pitchFamily="34" charset="-128"/>
              </a:rPr>
              <a:t>●</a:t>
            </a:r>
          </a:p>
        </p:txBody>
      </p:sp>
      <p:sp>
        <p:nvSpPr>
          <p:cNvPr id="527450" name="Text Box 90"/>
          <p:cNvSpPr txBox="1">
            <a:spLocks noChangeArrowheads="1"/>
          </p:cNvSpPr>
          <p:nvPr/>
        </p:nvSpPr>
        <p:spPr bwMode="auto">
          <a:xfrm>
            <a:off x="4122738" y="3327400"/>
            <a:ext cx="360362" cy="304800"/>
          </a:xfrm>
          <a:prstGeom prst="rect">
            <a:avLst/>
          </a:prstGeom>
          <a:noFill/>
          <a:ln w="12700">
            <a:noFill/>
            <a:miter lim="800000"/>
            <a:headEnd/>
            <a:tailEnd/>
          </a:ln>
          <a:effectLst/>
        </p:spPr>
        <p:txBody>
          <a:bodyPr wrap="none">
            <a:spAutoFit/>
          </a:bodyPr>
          <a:lstStyle/>
          <a:p>
            <a:pPr algn="r">
              <a:defRPr/>
            </a:pPr>
            <a:r>
              <a:rPr lang="en-US" altLang="ja-JP" sz="1400">
                <a:effectLst>
                  <a:outerShdw blurRad="38100" dist="38100" dir="2700000" algn="tl">
                    <a:srgbClr val="000000"/>
                  </a:outerShdw>
                </a:effectLst>
                <a:latin typeface="MS PGothic" pitchFamily="34" charset="-128"/>
              </a:rPr>
              <a:t>●</a:t>
            </a:r>
          </a:p>
        </p:txBody>
      </p:sp>
      <p:sp>
        <p:nvSpPr>
          <p:cNvPr id="527451" name="Text Box 91"/>
          <p:cNvSpPr txBox="1">
            <a:spLocks noChangeArrowheads="1"/>
          </p:cNvSpPr>
          <p:nvPr/>
        </p:nvSpPr>
        <p:spPr bwMode="auto">
          <a:xfrm>
            <a:off x="4446588" y="2936875"/>
            <a:ext cx="361950" cy="304800"/>
          </a:xfrm>
          <a:prstGeom prst="rect">
            <a:avLst/>
          </a:prstGeom>
          <a:noFill/>
          <a:ln w="12700">
            <a:noFill/>
            <a:miter lim="800000"/>
            <a:headEnd/>
            <a:tailEnd/>
          </a:ln>
          <a:effectLst/>
        </p:spPr>
        <p:txBody>
          <a:bodyPr wrap="none">
            <a:spAutoFit/>
          </a:bodyPr>
          <a:lstStyle/>
          <a:p>
            <a:pPr algn="r">
              <a:defRPr/>
            </a:pPr>
            <a:r>
              <a:rPr lang="en-US" altLang="ja-JP" sz="1400">
                <a:effectLst>
                  <a:outerShdw blurRad="38100" dist="38100" dir="2700000" algn="tl">
                    <a:srgbClr val="000000"/>
                  </a:outerShdw>
                </a:effectLst>
                <a:latin typeface="MS PGothic" pitchFamily="34" charset="-128"/>
              </a:rPr>
              <a:t>●</a:t>
            </a:r>
          </a:p>
        </p:txBody>
      </p:sp>
      <p:sp>
        <p:nvSpPr>
          <p:cNvPr id="527452" name="Text Box 92"/>
          <p:cNvSpPr txBox="1">
            <a:spLocks noChangeArrowheads="1"/>
          </p:cNvSpPr>
          <p:nvPr/>
        </p:nvSpPr>
        <p:spPr bwMode="auto">
          <a:xfrm>
            <a:off x="4594225" y="2595563"/>
            <a:ext cx="363538" cy="304800"/>
          </a:xfrm>
          <a:prstGeom prst="rect">
            <a:avLst/>
          </a:prstGeom>
          <a:noFill/>
          <a:ln w="12700">
            <a:noFill/>
            <a:miter lim="800000"/>
            <a:headEnd/>
            <a:tailEnd/>
          </a:ln>
          <a:effectLst/>
        </p:spPr>
        <p:txBody>
          <a:bodyPr wrap="none">
            <a:spAutoFit/>
          </a:bodyPr>
          <a:lstStyle/>
          <a:p>
            <a:pPr algn="r">
              <a:defRPr/>
            </a:pPr>
            <a:r>
              <a:rPr lang="en-US" altLang="ja-JP" sz="1400">
                <a:effectLst>
                  <a:outerShdw blurRad="38100" dist="38100" dir="2700000" algn="tl">
                    <a:srgbClr val="000000"/>
                  </a:outerShdw>
                </a:effectLst>
                <a:latin typeface="MS PGothic" pitchFamily="34" charset="-128"/>
              </a:rPr>
              <a:t>●</a:t>
            </a:r>
          </a:p>
        </p:txBody>
      </p:sp>
      <p:sp>
        <p:nvSpPr>
          <p:cNvPr id="527453" name="Text Box 93"/>
          <p:cNvSpPr txBox="1">
            <a:spLocks noChangeArrowheads="1"/>
          </p:cNvSpPr>
          <p:nvPr/>
        </p:nvSpPr>
        <p:spPr bwMode="auto">
          <a:xfrm>
            <a:off x="4802188" y="2962275"/>
            <a:ext cx="361950" cy="304800"/>
          </a:xfrm>
          <a:prstGeom prst="rect">
            <a:avLst/>
          </a:prstGeom>
          <a:noFill/>
          <a:ln w="12700">
            <a:noFill/>
            <a:miter lim="800000"/>
            <a:headEnd/>
            <a:tailEnd/>
          </a:ln>
          <a:effectLst/>
        </p:spPr>
        <p:txBody>
          <a:bodyPr wrap="none">
            <a:spAutoFit/>
          </a:bodyPr>
          <a:lstStyle/>
          <a:p>
            <a:pPr algn="r">
              <a:defRPr/>
            </a:pPr>
            <a:r>
              <a:rPr lang="en-US" altLang="ja-JP" sz="1400">
                <a:effectLst>
                  <a:outerShdw blurRad="38100" dist="38100" dir="2700000" algn="tl">
                    <a:srgbClr val="000000"/>
                  </a:outerShdw>
                </a:effectLst>
                <a:latin typeface="MS PGothic" pitchFamily="34" charset="-128"/>
              </a:rPr>
              <a:t>●</a:t>
            </a:r>
          </a:p>
        </p:txBody>
      </p:sp>
      <p:sp>
        <p:nvSpPr>
          <p:cNvPr id="527454" name="Text Box 94"/>
          <p:cNvSpPr txBox="1">
            <a:spLocks noChangeArrowheads="1"/>
          </p:cNvSpPr>
          <p:nvPr/>
        </p:nvSpPr>
        <p:spPr bwMode="auto">
          <a:xfrm>
            <a:off x="5038725" y="2962275"/>
            <a:ext cx="363538" cy="304800"/>
          </a:xfrm>
          <a:prstGeom prst="rect">
            <a:avLst/>
          </a:prstGeom>
          <a:noFill/>
          <a:ln w="12700">
            <a:noFill/>
            <a:miter lim="800000"/>
            <a:headEnd/>
            <a:tailEnd/>
          </a:ln>
          <a:effectLst/>
        </p:spPr>
        <p:txBody>
          <a:bodyPr wrap="none">
            <a:spAutoFit/>
          </a:bodyPr>
          <a:lstStyle/>
          <a:p>
            <a:pPr algn="r">
              <a:defRPr/>
            </a:pPr>
            <a:r>
              <a:rPr lang="en-US" altLang="ja-JP" sz="1400">
                <a:effectLst>
                  <a:outerShdw blurRad="38100" dist="38100" dir="2700000" algn="tl">
                    <a:srgbClr val="000000"/>
                  </a:outerShdw>
                </a:effectLst>
                <a:latin typeface="MS PGothic" pitchFamily="34" charset="-128"/>
              </a:rPr>
              <a:t>●</a:t>
            </a:r>
          </a:p>
        </p:txBody>
      </p:sp>
      <p:sp>
        <p:nvSpPr>
          <p:cNvPr id="527455" name="Text Box 95"/>
          <p:cNvSpPr txBox="1">
            <a:spLocks noChangeArrowheads="1"/>
          </p:cNvSpPr>
          <p:nvPr/>
        </p:nvSpPr>
        <p:spPr bwMode="auto">
          <a:xfrm>
            <a:off x="5305425" y="3205163"/>
            <a:ext cx="363538" cy="304800"/>
          </a:xfrm>
          <a:prstGeom prst="rect">
            <a:avLst/>
          </a:prstGeom>
          <a:noFill/>
          <a:ln w="12700">
            <a:noFill/>
            <a:miter lim="800000"/>
            <a:headEnd/>
            <a:tailEnd/>
          </a:ln>
          <a:effectLst/>
        </p:spPr>
        <p:txBody>
          <a:bodyPr wrap="none">
            <a:spAutoFit/>
          </a:bodyPr>
          <a:lstStyle/>
          <a:p>
            <a:pPr algn="r">
              <a:defRPr/>
            </a:pPr>
            <a:r>
              <a:rPr lang="en-US" altLang="ja-JP" sz="1400">
                <a:effectLst>
                  <a:outerShdw blurRad="38100" dist="38100" dir="2700000" algn="tl">
                    <a:srgbClr val="000000"/>
                  </a:outerShdw>
                </a:effectLst>
                <a:latin typeface="MS PGothic" pitchFamily="34" charset="-128"/>
              </a:rPr>
              <a:t>●</a:t>
            </a:r>
          </a:p>
        </p:txBody>
      </p:sp>
      <p:sp>
        <p:nvSpPr>
          <p:cNvPr id="527456" name="Text Box 96"/>
          <p:cNvSpPr txBox="1">
            <a:spLocks noChangeArrowheads="1"/>
          </p:cNvSpPr>
          <p:nvPr/>
        </p:nvSpPr>
        <p:spPr bwMode="auto">
          <a:xfrm>
            <a:off x="5545138" y="3327400"/>
            <a:ext cx="360362" cy="304800"/>
          </a:xfrm>
          <a:prstGeom prst="rect">
            <a:avLst/>
          </a:prstGeom>
          <a:noFill/>
          <a:ln w="12700">
            <a:noFill/>
            <a:miter lim="800000"/>
            <a:headEnd/>
            <a:tailEnd/>
          </a:ln>
          <a:effectLst/>
        </p:spPr>
        <p:txBody>
          <a:bodyPr wrap="none">
            <a:spAutoFit/>
          </a:bodyPr>
          <a:lstStyle/>
          <a:p>
            <a:pPr algn="r">
              <a:defRPr/>
            </a:pPr>
            <a:r>
              <a:rPr lang="en-US" altLang="ja-JP" sz="1400">
                <a:effectLst>
                  <a:outerShdw blurRad="38100" dist="38100" dir="2700000" algn="tl">
                    <a:srgbClr val="000000"/>
                  </a:outerShdw>
                </a:effectLst>
                <a:latin typeface="MS PGothic" pitchFamily="34" charset="-128"/>
              </a:rPr>
              <a:t>●</a:t>
            </a:r>
          </a:p>
        </p:txBody>
      </p:sp>
      <p:sp>
        <p:nvSpPr>
          <p:cNvPr id="527457" name="Text Box 97"/>
          <p:cNvSpPr txBox="1">
            <a:spLocks noChangeArrowheads="1"/>
          </p:cNvSpPr>
          <p:nvPr/>
        </p:nvSpPr>
        <p:spPr bwMode="auto">
          <a:xfrm>
            <a:off x="6016625" y="3327400"/>
            <a:ext cx="363538" cy="304800"/>
          </a:xfrm>
          <a:prstGeom prst="rect">
            <a:avLst/>
          </a:prstGeom>
          <a:noFill/>
          <a:ln w="12700">
            <a:noFill/>
            <a:miter lim="800000"/>
            <a:headEnd/>
            <a:tailEnd/>
          </a:ln>
          <a:effectLst/>
        </p:spPr>
        <p:txBody>
          <a:bodyPr wrap="none">
            <a:spAutoFit/>
          </a:bodyPr>
          <a:lstStyle/>
          <a:p>
            <a:pPr algn="r">
              <a:defRPr/>
            </a:pPr>
            <a:r>
              <a:rPr lang="en-US" altLang="ja-JP" sz="1400">
                <a:effectLst>
                  <a:outerShdw blurRad="38100" dist="38100" dir="2700000" algn="tl">
                    <a:srgbClr val="000000"/>
                  </a:outerShdw>
                </a:effectLst>
                <a:latin typeface="MS PGothic" pitchFamily="34" charset="-128"/>
              </a:rPr>
              <a:t>●</a:t>
            </a:r>
          </a:p>
        </p:txBody>
      </p:sp>
      <p:sp>
        <p:nvSpPr>
          <p:cNvPr id="527458" name="Text Box 98"/>
          <p:cNvSpPr txBox="1">
            <a:spLocks noChangeArrowheads="1"/>
          </p:cNvSpPr>
          <p:nvPr/>
        </p:nvSpPr>
        <p:spPr bwMode="auto">
          <a:xfrm>
            <a:off x="5189538" y="2717800"/>
            <a:ext cx="360362" cy="304800"/>
          </a:xfrm>
          <a:prstGeom prst="rect">
            <a:avLst/>
          </a:prstGeom>
          <a:noFill/>
          <a:ln w="12700">
            <a:noFill/>
            <a:miter lim="800000"/>
            <a:headEnd/>
            <a:tailEnd/>
          </a:ln>
          <a:effectLst/>
        </p:spPr>
        <p:txBody>
          <a:bodyPr wrap="none">
            <a:spAutoFit/>
          </a:bodyPr>
          <a:lstStyle/>
          <a:p>
            <a:pPr algn="r">
              <a:defRPr/>
            </a:pPr>
            <a:r>
              <a:rPr lang="en-US" altLang="ja-JP" sz="1400">
                <a:effectLst>
                  <a:outerShdw blurRad="38100" dist="38100" dir="2700000" algn="tl">
                    <a:srgbClr val="000000"/>
                  </a:outerShdw>
                </a:effectLst>
                <a:latin typeface="MS PGothic" pitchFamily="34" charset="-128"/>
              </a:rPr>
              <a:t>●</a:t>
            </a:r>
          </a:p>
        </p:txBody>
      </p:sp>
      <p:sp>
        <p:nvSpPr>
          <p:cNvPr id="527459" name="Text Box 99"/>
          <p:cNvSpPr txBox="1">
            <a:spLocks noChangeArrowheads="1"/>
          </p:cNvSpPr>
          <p:nvPr/>
        </p:nvSpPr>
        <p:spPr bwMode="auto">
          <a:xfrm>
            <a:off x="5424488" y="2840038"/>
            <a:ext cx="361950" cy="304800"/>
          </a:xfrm>
          <a:prstGeom prst="rect">
            <a:avLst/>
          </a:prstGeom>
          <a:noFill/>
          <a:ln w="12700">
            <a:noFill/>
            <a:miter lim="800000"/>
            <a:headEnd/>
            <a:tailEnd/>
          </a:ln>
          <a:effectLst/>
        </p:spPr>
        <p:txBody>
          <a:bodyPr wrap="none">
            <a:spAutoFit/>
          </a:bodyPr>
          <a:lstStyle/>
          <a:p>
            <a:pPr algn="r">
              <a:defRPr/>
            </a:pPr>
            <a:r>
              <a:rPr lang="en-US" altLang="ja-JP" sz="1400">
                <a:effectLst>
                  <a:outerShdw blurRad="38100" dist="38100" dir="2700000" algn="tl">
                    <a:srgbClr val="000000"/>
                  </a:outerShdw>
                </a:effectLst>
                <a:latin typeface="MS PGothic" pitchFamily="34" charset="-128"/>
              </a:rPr>
              <a:t>●</a:t>
            </a:r>
          </a:p>
        </p:txBody>
      </p:sp>
      <p:sp>
        <p:nvSpPr>
          <p:cNvPr id="527460" name="Text Box 100"/>
          <p:cNvSpPr txBox="1">
            <a:spLocks noChangeArrowheads="1"/>
          </p:cNvSpPr>
          <p:nvPr/>
        </p:nvSpPr>
        <p:spPr bwMode="auto">
          <a:xfrm>
            <a:off x="5661025" y="2840038"/>
            <a:ext cx="363538" cy="304800"/>
          </a:xfrm>
          <a:prstGeom prst="rect">
            <a:avLst/>
          </a:prstGeom>
          <a:noFill/>
          <a:ln w="12700">
            <a:noFill/>
            <a:miter lim="800000"/>
            <a:headEnd/>
            <a:tailEnd/>
          </a:ln>
          <a:effectLst/>
        </p:spPr>
        <p:txBody>
          <a:bodyPr wrap="none">
            <a:spAutoFit/>
          </a:bodyPr>
          <a:lstStyle/>
          <a:p>
            <a:pPr algn="r">
              <a:defRPr/>
            </a:pPr>
            <a:r>
              <a:rPr lang="en-US" altLang="ja-JP" sz="1400">
                <a:effectLst>
                  <a:outerShdw blurRad="38100" dist="38100" dir="2700000" algn="tl">
                    <a:srgbClr val="000000"/>
                  </a:outerShdw>
                </a:effectLst>
                <a:latin typeface="MS PGothic" pitchFamily="34" charset="-128"/>
              </a:rPr>
              <a:t>●</a:t>
            </a:r>
          </a:p>
        </p:txBody>
      </p:sp>
      <p:sp>
        <p:nvSpPr>
          <p:cNvPr id="527461" name="Text Box 101"/>
          <p:cNvSpPr txBox="1">
            <a:spLocks noChangeArrowheads="1"/>
          </p:cNvSpPr>
          <p:nvPr/>
        </p:nvSpPr>
        <p:spPr bwMode="auto">
          <a:xfrm>
            <a:off x="5661025" y="2352675"/>
            <a:ext cx="363538" cy="304800"/>
          </a:xfrm>
          <a:prstGeom prst="rect">
            <a:avLst/>
          </a:prstGeom>
          <a:noFill/>
          <a:ln w="12700">
            <a:noFill/>
            <a:miter lim="800000"/>
            <a:headEnd/>
            <a:tailEnd/>
          </a:ln>
          <a:effectLst/>
        </p:spPr>
        <p:txBody>
          <a:bodyPr wrap="none">
            <a:spAutoFit/>
          </a:bodyPr>
          <a:lstStyle/>
          <a:p>
            <a:pPr algn="r">
              <a:defRPr/>
            </a:pPr>
            <a:r>
              <a:rPr lang="en-US" altLang="ja-JP" sz="1400">
                <a:effectLst>
                  <a:outerShdw blurRad="38100" dist="38100" dir="2700000" algn="tl">
                    <a:srgbClr val="000000"/>
                  </a:outerShdw>
                </a:effectLst>
                <a:latin typeface="MS PGothic" pitchFamily="34" charset="-128"/>
              </a:rPr>
              <a:t>●</a:t>
            </a:r>
          </a:p>
        </p:txBody>
      </p:sp>
      <p:sp>
        <p:nvSpPr>
          <p:cNvPr id="527462" name="Text Box 102"/>
          <p:cNvSpPr txBox="1">
            <a:spLocks noChangeArrowheads="1"/>
          </p:cNvSpPr>
          <p:nvPr/>
        </p:nvSpPr>
        <p:spPr bwMode="auto">
          <a:xfrm>
            <a:off x="5278438" y="2230438"/>
            <a:ext cx="360362" cy="304800"/>
          </a:xfrm>
          <a:prstGeom prst="rect">
            <a:avLst/>
          </a:prstGeom>
          <a:noFill/>
          <a:ln w="12700">
            <a:noFill/>
            <a:miter lim="800000"/>
            <a:headEnd/>
            <a:tailEnd/>
          </a:ln>
          <a:effectLst/>
        </p:spPr>
        <p:txBody>
          <a:bodyPr wrap="none">
            <a:spAutoFit/>
          </a:bodyPr>
          <a:lstStyle/>
          <a:p>
            <a:pPr algn="r">
              <a:defRPr/>
            </a:pPr>
            <a:r>
              <a:rPr lang="en-US" altLang="ja-JP" sz="1400">
                <a:effectLst>
                  <a:outerShdw blurRad="38100" dist="38100" dir="2700000" algn="tl">
                    <a:srgbClr val="000000"/>
                  </a:outerShdw>
                </a:effectLst>
                <a:latin typeface="MS PGothic" pitchFamily="34" charset="-128"/>
              </a:rPr>
              <a:t>●</a:t>
            </a:r>
          </a:p>
        </p:txBody>
      </p:sp>
      <p:sp>
        <p:nvSpPr>
          <p:cNvPr id="527463" name="Text Box 103"/>
          <p:cNvSpPr txBox="1">
            <a:spLocks noChangeArrowheads="1"/>
          </p:cNvSpPr>
          <p:nvPr/>
        </p:nvSpPr>
        <p:spPr bwMode="auto">
          <a:xfrm>
            <a:off x="6016625" y="1960563"/>
            <a:ext cx="363538" cy="304800"/>
          </a:xfrm>
          <a:prstGeom prst="rect">
            <a:avLst/>
          </a:prstGeom>
          <a:noFill/>
          <a:ln w="12700">
            <a:noFill/>
            <a:miter lim="800000"/>
            <a:headEnd/>
            <a:tailEnd/>
          </a:ln>
          <a:effectLst/>
        </p:spPr>
        <p:txBody>
          <a:bodyPr wrap="none">
            <a:spAutoFit/>
          </a:bodyPr>
          <a:lstStyle/>
          <a:p>
            <a:pPr algn="r">
              <a:defRPr/>
            </a:pPr>
            <a:r>
              <a:rPr lang="en-US" altLang="ja-JP" sz="1400">
                <a:effectLst>
                  <a:outerShdw blurRad="38100" dist="38100" dir="2700000" algn="tl">
                    <a:srgbClr val="000000"/>
                  </a:outerShdw>
                </a:effectLst>
                <a:latin typeface="MS PGothic" pitchFamily="34" charset="-128"/>
              </a:rPr>
              <a:t>●</a:t>
            </a:r>
          </a:p>
        </p:txBody>
      </p:sp>
      <p:sp>
        <p:nvSpPr>
          <p:cNvPr id="527464" name="Text Box 104"/>
          <p:cNvSpPr txBox="1">
            <a:spLocks noChangeArrowheads="1"/>
          </p:cNvSpPr>
          <p:nvPr/>
        </p:nvSpPr>
        <p:spPr bwMode="auto">
          <a:xfrm>
            <a:off x="6135688" y="2082800"/>
            <a:ext cx="361950" cy="304800"/>
          </a:xfrm>
          <a:prstGeom prst="rect">
            <a:avLst/>
          </a:prstGeom>
          <a:noFill/>
          <a:ln w="12700">
            <a:noFill/>
            <a:miter lim="800000"/>
            <a:headEnd/>
            <a:tailEnd/>
          </a:ln>
          <a:effectLst/>
        </p:spPr>
        <p:txBody>
          <a:bodyPr wrap="none">
            <a:spAutoFit/>
          </a:bodyPr>
          <a:lstStyle/>
          <a:p>
            <a:pPr algn="r">
              <a:defRPr/>
            </a:pPr>
            <a:r>
              <a:rPr lang="en-US" altLang="ja-JP" sz="1400">
                <a:effectLst>
                  <a:outerShdw blurRad="38100" dist="38100" dir="2700000" algn="tl">
                    <a:srgbClr val="000000"/>
                  </a:outerShdw>
                </a:effectLst>
                <a:latin typeface="MS PGothic" pitchFamily="34" charset="-128"/>
              </a:rPr>
              <a:t>●</a:t>
            </a:r>
          </a:p>
        </p:txBody>
      </p:sp>
      <p:sp>
        <p:nvSpPr>
          <p:cNvPr id="527465" name="Line 105"/>
          <p:cNvSpPr>
            <a:spLocks noChangeShapeType="1"/>
          </p:cNvSpPr>
          <p:nvPr/>
        </p:nvSpPr>
        <p:spPr bwMode="auto">
          <a:xfrm flipV="1">
            <a:off x="3505200" y="2468563"/>
            <a:ext cx="2963863" cy="2438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ms-MY"/>
          </a:p>
        </p:txBody>
      </p:sp>
      <p:sp>
        <p:nvSpPr>
          <p:cNvPr id="527466" name="Text Box 106"/>
          <p:cNvSpPr txBox="1">
            <a:spLocks noChangeArrowheads="1"/>
          </p:cNvSpPr>
          <p:nvPr/>
        </p:nvSpPr>
        <p:spPr bwMode="auto">
          <a:xfrm>
            <a:off x="5940425" y="2895600"/>
            <a:ext cx="1708150" cy="304800"/>
          </a:xfrm>
          <a:prstGeom prst="rect">
            <a:avLst/>
          </a:prstGeom>
          <a:noFill/>
          <a:ln w="12700">
            <a:noFill/>
            <a:miter lim="800000"/>
            <a:headEnd/>
            <a:tailEnd/>
          </a:ln>
          <a:effectLst/>
        </p:spPr>
        <p:txBody>
          <a:bodyPr wrap="none">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r" eaLnBrk="1" hangingPunct="1"/>
            <a:r>
              <a:rPr lang="en-US" altLang="ja-JP" sz="1400">
                <a:effectLst>
                  <a:outerShdw blurRad="38100" dist="38100" dir="2700000" algn="tl">
                    <a:srgbClr val="000000"/>
                  </a:outerShdw>
                </a:effectLst>
                <a:latin typeface="Times New Roman" panose="02020603050405020304" pitchFamily="18" charset="0"/>
              </a:rPr>
              <a:t>y = 11.554</a:t>
            </a:r>
            <a:r>
              <a:rPr lang="ja-JP" altLang="en-US" sz="1400">
                <a:effectLst>
                  <a:outerShdw blurRad="38100" dist="38100" dir="2700000" algn="tl">
                    <a:srgbClr val="000000"/>
                  </a:outerShdw>
                </a:effectLst>
                <a:latin typeface="Times New Roman" panose="02020603050405020304" pitchFamily="18" charset="0"/>
              </a:rPr>
              <a:t>＋</a:t>
            </a:r>
            <a:r>
              <a:rPr lang="en-US" altLang="ja-JP" sz="1400">
                <a:effectLst>
                  <a:outerShdw blurRad="38100" dist="38100" dir="2700000" algn="tl">
                    <a:srgbClr val="000000"/>
                  </a:outerShdw>
                </a:effectLst>
                <a:latin typeface="Times New Roman" panose="02020603050405020304" pitchFamily="18" charset="0"/>
              </a:rPr>
              <a:t>0.8184x</a:t>
            </a:r>
          </a:p>
        </p:txBody>
      </p:sp>
      <p:sp>
        <p:nvSpPr>
          <p:cNvPr id="527467" name="Text Box 107"/>
          <p:cNvSpPr txBox="1">
            <a:spLocks noChangeArrowheads="1"/>
          </p:cNvSpPr>
          <p:nvPr/>
        </p:nvSpPr>
        <p:spPr bwMode="auto">
          <a:xfrm>
            <a:off x="3462338" y="1870075"/>
            <a:ext cx="884237" cy="581025"/>
          </a:xfrm>
          <a:prstGeom prst="rect">
            <a:avLst/>
          </a:prstGeom>
          <a:noFill/>
          <a:ln w="12700">
            <a:noFill/>
            <a:miter lim="800000"/>
            <a:headEnd/>
            <a:tailEnd/>
          </a:ln>
          <a:effectLst/>
        </p:spPr>
        <p:txBody>
          <a:bodyPr wrap="none">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600">
                <a:effectLst>
                  <a:outerShdw blurRad="38100" dist="38100" dir="2700000" algn="tl">
                    <a:srgbClr val="000000"/>
                  </a:outerShdw>
                </a:effectLst>
                <a:latin typeface="Times New Roman" panose="02020603050405020304" pitchFamily="18" charset="0"/>
              </a:rPr>
              <a:t>n = 31</a:t>
            </a:r>
          </a:p>
          <a:p>
            <a:pPr eaLnBrk="1" hangingPunct="1"/>
            <a:r>
              <a:rPr lang="ja-JP" altLang="en-US" sz="1600">
                <a:effectLst>
                  <a:outerShdw blurRad="38100" dist="38100" dir="2700000" algn="tl">
                    <a:srgbClr val="000000"/>
                  </a:outerShdw>
                </a:effectLst>
                <a:latin typeface="Times New Roman" panose="02020603050405020304" pitchFamily="18" charset="0"/>
              </a:rPr>
              <a:t>ｒ</a:t>
            </a:r>
            <a:r>
              <a:rPr lang="en-US" altLang="ja-JP" sz="1600">
                <a:effectLst>
                  <a:outerShdw blurRad="38100" dist="38100" dir="2700000" algn="tl">
                    <a:srgbClr val="000000"/>
                  </a:outerShdw>
                </a:effectLst>
                <a:latin typeface="Times New Roman" panose="02020603050405020304" pitchFamily="18" charset="0"/>
              </a:rPr>
              <a:t> =0.702</a:t>
            </a:r>
          </a:p>
        </p:txBody>
      </p:sp>
      <p:sp>
        <p:nvSpPr>
          <p:cNvPr id="527468" name="Line 108"/>
          <p:cNvSpPr>
            <a:spLocks noChangeShapeType="1"/>
          </p:cNvSpPr>
          <p:nvPr/>
        </p:nvSpPr>
        <p:spPr bwMode="auto">
          <a:xfrm flipV="1">
            <a:off x="1362075" y="2295525"/>
            <a:ext cx="2105025" cy="168275"/>
          </a:xfrm>
          <a:prstGeom prst="line">
            <a:avLst/>
          </a:prstGeom>
          <a:noFill/>
          <a:ln w="38100">
            <a:solidFill>
              <a:schemeClr val="folHlink"/>
            </a:solidFill>
            <a:round/>
            <a:headEnd/>
            <a:tailEnd type="triangle" w="sm" len="sm"/>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7469" name="Line 109"/>
          <p:cNvSpPr>
            <a:spLocks noChangeShapeType="1"/>
          </p:cNvSpPr>
          <p:nvPr/>
        </p:nvSpPr>
        <p:spPr bwMode="auto">
          <a:xfrm flipV="1">
            <a:off x="1857375" y="3505200"/>
            <a:ext cx="533400" cy="139700"/>
          </a:xfrm>
          <a:prstGeom prst="line">
            <a:avLst/>
          </a:prstGeom>
          <a:noFill/>
          <a:ln w="38100">
            <a:solidFill>
              <a:schemeClr val="folHlink"/>
            </a:solidFill>
            <a:round/>
            <a:headEnd/>
            <a:tailEnd type="triangle" w="sm" len="sm"/>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7470" name="Line 110"/>
          <p:cNvSpPr>
            <a:spLocks noChangeShapeType="1"/>
          </p:cNvSpPr>
          <p:nvPr/>
        </p:nvSpPr>
        <p:spPr bwMode="auto">
          <a:xfrm flipH="1" flipV="1">
            <a:off x="5895975" y="6248400"/>
            <a:ext cx="2047875" cy="76200"/>
          </a:xfrm>
          <a:prstGeom prst="line">
            <a:avLst/>
          </a:prstGeom>
          <a:noFill/>
          <a:ln w="38100">
            <a:solidFill>
              <a:schemeClr val="folHlink"/>
            </a:solidFill>
            <a:round/>
            <a:headEnd/>
            <a:tailEnd type="triangle" w="sm" len="sm"/>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27472" name="Text Box 112"/>
          <p:cNvSpPr txBox="1">
            <a:spLocks noChangeArrowheads="1"/>
          </p:cNvSpPr>
          <p:nvPr/>
        </p:nvSpPr>
        <p:spPr bwMode="auto">
          <a:xfrm>
            <a:off x="139700" y="800100"/>
            <a:ext cx="2436813" cy="379413"/>
          </a:xfrm>
          <a:prstGeom prst="rect">
            <a:avLst/>
          </a:prstGeom>
          <a:solidFill>
            <a:srgbClr val="008000"/>
          </a:solidFill>
          <a:ln w="12700">
            <a:solidFill>
              <a:schemeClr val="tx1"/>
            </a:solidFill>
            <a:miter lim="800000"/>
            <a:headEnd/>
            <a:tailEnd/>
          </a:ln>
          <a:effectLst>
            <a:outerShdw blurRad="63500" dist="107763" dir="2700000" algn="ctr" rotWithShape="0">
              <a:schemeClr val="bg2">
                <a:alpha val="74998"/>
              </a:schemeClr>
            </a:outerShdw>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spcBef>
                <a:spcPct val="50000"/>
              </a:spcBef>
            </a:pPr>
            <a:r>
              <a:rPr lang="en-US" altLang="ja-JP" sz="1800">
                <a:effectLst>
                  <a:outerShdw blurRad="38100" dist="38100" dir="2700000" algn="tl">
                    <a:srgbClr val="000000"/>
                  </a:outerShdw>
                </a:effectLst>
                <a:latin typeface="Times New Roman" panose="02020603050405020304" pitchFamily="18" charset="0"/>
                <a:ea typeface="イワタ中丸ゴシック体(GT)" charset="-128"/>
              </a:rPr>
              <a:t> (5)  The Scatter chart</a:t>
            </a:r>
          </a:p>
        </p:txBody>
      </p:sp>
      <p:sp>
        <p:nvSpPr>
          <p:cNvPr id="527476" name="AutoShape 116"/>
          <p:cNvSpPr>
            <a:spLocks noChangeArrowheads="1"/>
          </p:cNvSpPr>
          <p:nvPr/>
        </p:nvSpPr>
        <p:spPr bwMode="auto">
          <a:xfrm>
            <a:off x="1423988" y="152400"/>
            <a:ext cx="6477000" cy="533400"/>
          </a:xfrm>
          <a:prstGeom prst="roundRect">
            <a:avLst>
              <a:gd name="adj" fmla="val 16667"/>
            </a:avLst>
          </a:prstGeom>
          <a:solidFill>
            <a:srgbClr val="008000"/>
          </a:solidFill>
          <a:ln w="9525">
            <a:solidFill>
              <a:schemeClr val="tx1"/>
            </a:solidFill>
            <a:round/>
            <a:headEnd/>
            <a:tailEnd/>
          </a:ln>
          <a:effectLst>
            <a:outerShdw blurRad="63500" dist="107763" dir="2700000" algn="ctr" rotWithShape="0">
              <a:schemeClr val="bg2">
                <a:alpha val="74998"/>
              </a:schemeClr>
            </a:outerShdw>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en-US" altLang="ja-JP">
                <a:effectLst>
                  <a:outerShdw blurRad="38100" dist="38100" dir="2700000" algn="tl">
                    <a:srgbClr val="000000"/>
                  </a:outerShdw>
                </a:effectLst>
                <a:latin typeface="Times New Roman" panose="02020603050405020304" pitchFamily="18" charset="0"/>
                <a:ea typeface="イワタ中丸ゴシック体(GT)" charset="-128"/>
              </a:rPr>
              <a:t>Creating method of 7 QC tools -5 </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7058" name="Text Box 2"/>
          <p:cNvSpPr txBox="1">
            <a:spLocks noChangeArrowheads="1"/>
          </p:cNvSpPr>
          <p:nvPr/>
        </p:nvSpPr>
        <p:spPr bwMode="auto">
          <a:xfrm>
            <a:off x="152400" y="685800"/>
            <a:ext cx="2819400" cy="379413"/>
          </a:xfrm>
          <a:prstGeom prst="rect">
            <a:avLst/>
          </a:prstGeom>
          <a:solidFill>
            <a:srgbClr val="008000"/>
          </a:solidFill>
          <a:ln w="12700">
            <a:solidFill>
              <a:schemeClr val="tx1"/>
            </a:solidFill>
            <a:miter lim="800000"/>
            <a:headEnd/>
            <a:tailEnd/>
          </a:ln>
          <a:effectLst>
            <a:outerShdw blurRad="63500" dist="107763" dir="2700000" algn="ctr" rotWithShape="0">
              <a:schemeClr val="bg2">
                <a:alpha val="74998"/>
              </a:schemeClr>
            </a:outerShdw>
          </a:effectLst>
        </p:spPr>
        <p:txBody>
          <a:bodyPr>
            <a:spAutoFit/>
          </a:bodyPr>
          <a:lstStyle/>
          <a:p>
            <a:pPr algn="ctr">
              <a:spcBef>
                <a:spcPct val="50000"/>
              </a:spcBef>
              <a:defRPr/>
            </a:pPr>
            <a:r>
              <a:rPr lang="en-US" altLang="ja-JP" sz="1800">
                <a:effectLst>
                  <a:outerShdw blurRad="38100" dist="38100" dir="2700000" algn="tl">
                    <a:srgbClr val="000000"/>
                  </a:outerShdw>
                </a:effectLst>
                <a:ea typeface="イワタ中丸ゴシック体(GT)" charset="-128"/>
              </a:rPr>
              <a:t> (6)  Histogram</a:t>
            </a:r>
          </a:p>
        </p:txBody>
      </p:sp>
      <p:sp>
        <p:nvSpPr>
          <p:cNvPr id="557815" name="AutoShape 759"/>
          <p:cNvSpPr>
            <a:spLocks noChangeArrowheads="1"/>
          </p:cNvSpPr>
          <p:nvPr/>
        </p:nvSpPr>
        <p:spPr bwMode="auto">
          <a:xfrm>
            <a:off x="1423988" y="0"/>
            <a:ext cx="6477000" cy="533400"/>
          </a:xfrm>
          <a:prstGeom prst="roundRect">
            <a:avLst>
              <a:gd name="adj" fmla="val 16667"/>
            </a:avLst>
          </a:prstGeom>
          <a:solidFill>
            <a:srgbClr val="008000"/>
          </a:solidFill>
          <a:ln w="9525">
            <a:solidFill>
              <a:schemeClr val="tx1"/>
            </a:solidFill>
            <a:round/>
            <a:headEnd/>
            <a:tailEnd/>
          </a:ln>
          <a:effectLst>
            <a:outerShdw blurRad="63500" dist="107763" dir="2700000" algn="ctr" rotWithShape="0">
              <a:schemeClr val="bg2">
                <a:alpha val="74998"/>
              </a:schemeClr>
            </a:outerShdw>
          </a:effectLst>
        </p:spPr>
        <p:txBody>
          <a:bodyPr wrap="none" anchor="ctr"/>
          <a:lstStyle/>
          <a:p>
            <a:pPr algn="ctr">
              <a:defRPr/>
            </a:pPr>
            <a:r>
              <a:rPr lang="en-US" altLang="ja-JP">
                <a:effectLst>
                  <a:outerShdw blurRad="38100" dist="38100" dir="2700000" algn="tl">
                    <a:srgbClr val="000000"/>
                  </a:outerShdw>
                </a:effectLst>
                <a:ea typeface="イワタ中丸ゴシック体(GT)" charset="-128"/>
              </a:rPr>
              <a:t>Creating method of 7 QC tools -6 </a:t>
            </a:r>
          </a:p>
        </p:txBody>
      </p:sp>
      <p:sp>
        <p:nvSpPr>
          <p:cNvPr id="557816" name="Text Box 760"/>
          <p:cNvSpPr txBox="1">
            <a:spLocks noChangeArrowheads="1"/>
          </p:cNvSpPr>
          <p:nvPr/>
        </p:nvSpPr>
        <p:spPr bwMode="auto">
          <a:xfrm>
            <a:off x="1460500" y="1412875"/>
            <a:ext cx="2303463" cy="519113"/>
          </a:xfrm>
          <a:prstGeom prst="rect">
            <a:avLst/>
          </a:prstGeom>
          <a:noFill/>
          <a:ln w="9525">
            <a:noFill/>
            <a:miter lim="800000"/>
            <a:headEnd/>
            <a:tailEnd/>
          </a:ln>
          <a:effectLst/>
        </p:spPr>
        <p:txBody>
          <a:bodyPr lIns="1062000" rIns="1242000">
            <a:spAutoFit/>
          </a:bodyPr>
          <a:lstStyle/>
          <a:p>
            <a:pPr>
              <a:spcBef>
                <a:spcPct val="50000"/>
              </a:spcBef>
              <a:defRPr/>
            </a:pPr>
            <a:endParaRPr lang="th-TH">
              <a:effectLst>
                <a:outerShdw blurRad="38100" dist="38100" dir="2700000" algn="tl">
                  <a:srgbClr val="000000"/>
                </a:outerShdw>
              </a:effectLst>
            </a:endParaRPr>
          </a:p>
        </p:txBody>
      </p:sp>
      <p:sp>
        <p:nvSpPr>
          <p:cNvPr id="557818" name="Text Box 762"/>
          <p:cNvSpPr txBox="1">
            <a:spLocks noChangeArrowheads="1"/>
          </p:cNvSpPr>
          <p:nvPr/>
        </p:nvSpPr>
        <p:spPr bwMode="auto">
          <a:xfrm>
            <a:off x="3657600" y="2133600"/>
            <a:ext cx="741363" cy="425450"/>
          </a:xfrm>
          <a:prstGeom prst="rect">
            <a:avLst/>
          </a:prstGeom>
          <a:solidFill>
            <a:schemeClr val="bg1"/>
          </a:solidFill>
          <a:ln w="9525">
            <a:noFill/>
            <a:miter lim="800000"/>
            <a:headEnd/>
            <a:tailEnd/>
          </a:ln>
          <a:effectLst/>
        </p:spPr>
        <p:txBody>
          <a:bodyPr lIns="0" tIns="0" rIns="0" bIns="0">
            <a:spAutoFit/>
          </a:bodyPr>
          <a:lstStyle/>
          <a:p>
            <a:pPr algn="ctr">
              <a:spcBef>
                <a:spcPct val="50000"/>
              </a:spcBef>
              <a:defRPr/>
            </a:pPr>
            <a:r>
              <a:rPr lang="en-US" altLang="ja-JP" sz="1400">
                <a:effectLst>
                  <a:outerShdw blurRad="38100" dist="38100" dir="2700000" algn="tl">
                    <a:srgbClr val="000000"/>
                  </a:outerShdw>
                </a:effectLst>
              </a:rPr>
              <a:t>Center value</a:t>
            </a:r>
            <a:r>
              <a:rPr lang="en-US" altLang="ja-JP" sz="1200">
                <a:effectLst>
                  <a:outerShdw blurRad="38100" dist="38100" dir="2700000" algn="tl">
                    <a:srgbClr val="000000"/>
                  </a:outerShdw>
                </a:effectLst>
              </a:rPr>
              <a:t> </a:t>
            </a:r>
            <a:endParaRPr lang="th-TH" sz="1200">
              <a:effectLst>
                <a:outerShdw blurRad="38100" dist="38100" dir="2700000" algn="tl">
                  <a:srgbClr val="000000"/>
                </a:outerShdw>
              </a:effectLst>
            </a:endParaRPr>
          </a:p>
        </p:txBody>
      </p:sp>
      <p:sp>
        <p:nvSpPr>
          <p:cNvPr id="557819" name="Text Box 763"/>
          <p:cNvSpPr txBox="1">
            <a:spLocks noChangeArrowheads="1"/>
          </p:cNvSpPr>
          <p:nvPr/>
        </p:nvSpPr>
        <p:spPr bwMode="auto">
          <a:xfrm>
            <a:off x="4881563" y="1773238"/>
            <a:ext cx="596900" cy="304800"/>
          </a:xfrm>
          <a:prstGeom prst="rect">
            <a:avLst/>
          </a:prstGeom>
          <a:solidFill>
            <a:schemeClr val="bg1"/>
          </a:solidFill>
          <a:ln w="9525">
            <a:noFill/>
            <a:miter lim="800000"/>
            <a:headEnd/>
            <a:tailEnd/>
          </a:ln>
          <a:effectLst/>
        </p:spPr>
        <p:txBody>
          <a:bodyPr lIns="0" tIns="0" rIns="0" bIns="0">
            <a:spAutoFit/>
          </a:bodyPr>
          <a:lstStyle/>
          <a:p>
            <a:pPr algn="ctr">
              <a:spcBef>
                <a:spcPct val="50000"/>
              </a:spcBef>
              <a:defRPr/>
            </a:pPr>
            <a:r>
              <a:rPr lang="en-US" sz="2000">
                <a:effectLst>
                  <a:outerShdw blurRad="38100" dist="38100" dir="2700000" algn="tl">
                    <a:srgbClr val="000000"/>
                  </a:outerShdw>
                </a:effectLst>
                <a:cs typeface="Angsana New" pitchFamily="18" charset="-34"/>
              </a:rPr>
              <a:t>f</a:t>
            </a:r>
            <a:endParaRPr lang="th-TH" sz="2000">
              <a:effectLst>
                <a:outerShdw blurRad="38100" dist="38100" dir="2700000" algn="tl">
                  <a:srgbClr val="000000"/>
                </a:outerShdw>
              </a:effectLst>
              <a:cs typeface="Angsana New" pitchFamily="18" charset="-34"/>
            </a:endParaRPr>
          </a:p>
        </p:txBody>
      </p:sp>
      <p:sp>
        <p:nvSpPr>
          <p:cNvPr id="557822" name="Text Box 766"/>
          <p:cNvSpPr txBox="1">
            <a:spLocks noChangeArrowheads="1"/>
          </p:cNvSpPr>
          <p:nvPr/>
        </p:nvSpPr>
        <p:spPr bwMode="auto">
          <a:xfrm>
            <a:off x="2000250" y="2205038"/>
            <a:ext cx="1223963" cy="274637"/>
          </a:xfrm>
          <a:prstGeom prst="rect">
            <a:avLst/>
          </a:prstGeom>
          <a:solidFill>
            <a:schemeClr val="bg1"/>
          </a:solidFill>
          <a:ln w="9525">
            <a:noFill/>
            <a:miter lim="800000"/>
            <a:headEnd/>
            <a:tailEnd/>
          </a:ln>
          <a:effectLst/>
        </p:spPr>
        <p:txBody>
          <a:bodyPr lIns="0" tIns="0" rIns="0" bIns="0">
            <a:spAutoFit/>
          </a:bodyPr>
          <a:lstStyle/>
          <a:p>
            <a:pPr algn="ctr">
              <a:spcBef>
                <a:spcPct val="50000"/>
              </a:spcBef>
              <a:defRPr/>
            </a:pPr>
            <a:r>
              <a:rPr lang="en-US" altLang="ja-JP" sz="1800">
                <a:effectLst>
                  <a:outerShdw blurRad="38100" dist="38100" dir="2700000" algn="tl">
                    <a:srgbClr val="000000"/>
                  </a:outerShdw>
                </a:effectLst>
              </a:rPr>
              <a:t>Intervals </a:t>
            </a:r>
            <a:endParaRPr lang="th-TH" sz="1800">
              <a:effectLst>
                <a:outerShdw blurRad="38100" dist="38100" dir="2700000" algn="tl">
                  <a:srgbClr val="000000"/>
                </a:outerShdw>
              </a:effectLst>
            </a:endParaRPr>
          </a:p>
        </p:txBody>
      </p:sp>
      <p:sp>
        <p:nvSpPr>
          <p:cNvPr id="557823" name="Text Box 767"/>
          <p:cNvSpPr txBox="1">
            <a:spLocks noChangeArrowheads="1"/>
          </p:cNvSpPr>
          <p:nvPr/>
        </p:nvSpPr>
        <p:spPr bwMode="auto">
          <a:xfrm>
            <a:off x="1208088" y="6237288"/>
            <a:ext cx="504825" cy="212725"/>
          </a:xfrm>
          <a:prstGeom prst="rect">
            <a:avLst/>
          </a:prstGeom>
          <a:solidFill>
            <a:schemeClr val="bg1"/>
          </a:solidFill>
          <a:ln w="9525">
            <a:noFill/>
            <a:miter lim="800000"/>
            <a:headEnd/>
            <a:tailEnd/>
          </a:ln>
          <a:effectLst/>
        </p:spPr>
        <p:txBody>
          <a:bodyPr lIns="0" tIns="0" rIns="0" bIns="0">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spcBef>
                <a:spcPct val="50000"/>
              </a:spcBef>
            </a:pPr>
            <a:r>
              <a:rPr lang="en-US" altLang="ms-MY" sz="1400" b="0">
                <a:effectLst>
                  <a:outerShdw blurRad="38100" dist="38100" dir="2700000" algn="tl">
                    <a:srgbClr val="000000"/>
                  </a:outerShdw>
                </a:effectLst>
                <a:latin typeface="Times New Roman" panose="02020603050405020304" pitchFamily="18" charset="0"/>
                <a:cs typeface="Angsana New" pitchFamily="18" charset="-34"/>
              </a:rPr>
              <a:t>total</a:t>
            </a:r>
            <a:endParaRPr lang="th-TH" altLang="ms-MY" sz="1400" b="0">
              <a:effectLst>
                <a:outerShdw blurRad="38100" dist="38100" dir="2700000" algn="tl">
                  <a:srgbClr val="000000"/>
                </a:outerShdw>
              </a:effectLst>
              <a:latin typeface="Times New Roman" panose="02020603050405020304" pitchFamily="18" charset="0"/>
              <a:cs typeface="Angsana New" pitchFamily="18" charset="-34"/>
            </a:endParaRPr>
          </a:p>
        </p:txBody>
      </p:sp>
      <p:sp>
        <p:nvSpPr>
          <p:cNvPr id="50189" name="AutoShape 13"/>
          <p:cNvSpPr>
            <a:spLocks noChangeAspect="1" noChangeArrowheads="1" noTextEdit="1"/>
          </p:cNvSpPr>
          <p:nvPr/>
        </p:nvSpPr>
        <p:spPr bwMode="auto">
          <a:xfrm>
            <a:off x="533400" y="1295400"/>
            <a:ext cx="9067800" cy="549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191" name="Freeform 15"/>
          <p:cNvSpPr>
            <a:spLocks/>
          </p:cNvSpPr>
          <p:nvPr/>
        </p:nvSpPr>
        <p:spPr bwMode="auto">
          <a:xfrm>
            <a:off x="533400" y="1295400"/>
            <a:ext cx="9043988" cy="5468938"/>
          </a:xfrm>
          <a:custGeom>
            <a:avLst/>
            <a:gdLst>
              <a:gd name="T0" fmla="*/ 126 w 5697"/>
              <a:gd name="T1" fmla="*/ 0 h 3445"/>
              <a:gd name="T2" fmla="*/ 101 w 5697"/>
              <a:gd name="T3" fmla="*/ 2 h 3445"/>
              <a:gd name="T4" fmla="*/ 78 w 5697"/>
              <a:gd name="T5" fmla="*/ 12 h 3445"/>
              <a:gd name="T6" fmla="*/ 56 w 5697"/>
              <a:gd name="T7" fmla="*/ 25 h 3445"/>
              <a:gd name="T8" fmla="*/ 38 w 5697"/>
              <a:gd name="T9" fmla="*/ 46 h 3445"/>
              <a:gd name="T10" fmla="*/ 21 w 5697"/>
              <a:gd name="T11" fmla="*/ 67 h 3445"/>
              <a:gd name="T12" fmla="*/ 10 w 5697"/>
              <a:gd name="T13" fmla="*/ 95 h 3445"/>
              <a:gd name="T14" fmla="*/ 2 w 5697"/>
              <a:gd name="T15" fmla="*/ 123 h 3445"/>
              <a:gd name="T16" fmla="*/ 0 w 5697"/>
              <a:gd name="T17" fmla="*/ 153 h 3445"/>
              <a:gd name="T18" fmla="*/ 0 w 5697"/>
              <a:gd name="T19" fmla="*/ 3293 h 3445"/>
              <a:gd name="T20" fmla="*/ 2 w 5697"/>
              <a:gd name="T21" fmla="*/ 3323 h 3445"/>
              <a:gd name="T22" fmla="*/ 10 w 5697"/>
              <a:gd name="T23" fmla="*/ 3353 h 3445"/>
              <a:gd name="T24" fmla="*/ 21 w 5697"/>
              <a:gd name="T25" fmla="*/ 3378 h 3445"/>
              <a:gd name="T26" fmla="*/ 38 w 5697"/>
              <a:gd name="T27" fmla="*/ 3401 h 3445"/>
              <a:gd name="T28" fmla="*/ 56 w 5697"/>
              <a:gd name="T29" fmla="*/ 3420 h 3445"/>
              <a:gd name="T30" fmla="*/ 78 w 5697"/>
              <a:gd name="T31" fmla="*/ 3434 h 3445"/>
              <a:gd name="T32" fmla="*/ 101 w 5697"/>
              <a:gd name="T33" fmla="*/ 3443 h 3445"/>
              <a:gd name="T34" fmla="*/ 126 w 5697"/>
              <a:gd name="T35" fmla="*/ 3445 h 3445"/>
              <a:gd name="T36" fmla="*/ 5570 w 5697"/>
              <a:gd name="T37" fmla="*/ 3445 h 3445"/>
              <a:gd name="T38" fmla="*/ 5595 w 5697"/>
              <a:gd name="T39" fmla="*/ 3443 h 3445"/>
              <a:gd name="T40" fmla="*/ 5620 w 5697"/>
              <a:gd name="T41" fmla="*/ 3434 h 3445"/>
              <a:gd name="T42" fmla="*/ 5641 w 5697"/>
              <a:gd name="T43" fmla="*/ 3420 h 3445"/>
              <a:gd name="T44" fmla="*/ 5660 w 5697"/>
              <a:gd name="T45" fmla="*/ 3401 h 3445"/>
              <a:gd name="T46" fmla="*/ 5676 w 5697"/>
              <a:gd name="T47" fmla="*/ 3378 h 3445"/>
              <a:gd name="T48" fmla="*/ 5687 w 5697"/>
              <a:gd name="T49" fmla="*/ 3353 h 3445"/>
              <a:gd name="T50" fmla="*/ 5695 w 5697"/>
              <a:gd name="T51" fmla="*/ 3323 h 3445"/>
              <a:gd name="T52" fmla="*/ 5697 w 5697"/>
              <a:gd name="T53" fmla="*/ 3293 h 3445"/>
              <a:gd name="T54" fmla="*/ 5697 w 5697"/>
              <a:gd name="T55" fmla="*/ 153 h 3445"/>
              <a:gd name="T56" fmla="*/ 5695 w 5697"/>
              <a:gd name="T57" fmla="*/ 123 h 3445"/>
              <a:gd name="T58" fmla="*/ 5687 w 5697"/>
              <a:gd name="T59" fmla="*/ 95 h 3445"/>
              <a:gd name="T60" fmla="*/ 5676 w 5697"/>
              <a:gd name="T61" fmla="*/ 67 h 3445"/>
              <a:gd name="T62" fmla="*/ 5660 w 5697"/>
              <a:gd name="T63" fmla="*/ 46 h 3445"/>
              <a:gd name="T64" fmla="*/ 5641 w 5697"/>
              <a:gd name="T65" fmla="*/ 25 h 3445"/>
              <a:gd name="T66" fmla="*/ 5620 w 5697"/>
              <a:gd name="T67" fmla="*/ 12 h 3445"/>
              <a:gd name="T68" fmla="*/ 5595 w 5697"/>
              <a:gd name="T69" fmla="*/ 2 h 3445"/>
              <a:gd name="T70" fmla="*/ 5570 w 5697"/>
              <a:gd name="T71" fmla="*/ 0 h 3445"/>
              <a:gd name="T72" fmla="*/ 126 w 5697"/>
              <a:gd name="T73" fmla="*/ 0 h 3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697" h="3445">
                <a:moveTo>
                  <a:pt x="126" y="0"/>
                </a:moveTo>
                <a:lnTo>
                  <a:pt x="101" y="2"/>
                </a:lnTo>
                <a:lnTo>
                  <a:pt x="78" y="12"/>
                </a:lnTo>
                <a:lnTo>
                  <a:pt x="56" y="25"/>
                </a:lnTo>
                <a:lnTo>
                  <a:pt x="38" y="46"/>
                </a:lnTo>
                <a:lnTo>
                  <a:pt x="21" y="67"/>
                </a:lnTo>
                <a:lnTo>
                  <a:pt x="10" y="95"/>
                </a:lnTo>
                <a:lnTo>
                  <a:pt x="2" y="123"/>
                </a:lnTo>
                <a:lnTo>
                  <a:pt x="0" y="153"/>
                </a:lnTo>
                <a:lnTo>
                  <a:pt x="0" y="3293"/>
                </a:lnTo>
                <a:lnTo>
                  <a:pt x="2" y="3323"/>
                </a:lnTo>
                <a:lnTo>
                  <a:pt x="10" y="3353"/>
                </a:lnTo>
                <a:lnTo>
                  <a:pt x="21" y="3378"/>
                </a:lnTo>
                <a:lnTo>
                  <a:pt x="38" y="3401"/>
                </a:lnTo>
                <a:lnTo>
                  <a:pt x="56" y="3420"/>
                </a:lnTo>
                <a:lnTo>
                  <a:pt x="78" y="3434"/>
                </a:lnTo>
                <a:lnTo>
                  <a:pt x="101" y="3443"/>
                </a:lnTo>
                <a:lnTo>
                  <a:pt x="126" y="3445"/>
                </a:lnTo>
                <a:lnTo>
                  <a:pt x="5570" y="3445"/>
                </a:lnTo>
                <a:lnTo>
                  <a:pt x="5595" y="3443"/>
                </a:lnTo>
                <a:lnTo>
                  <a:pt x="5620" y="3434"/>
                </a:lnTo>
                <a:lnTo>
                  <a:pt x="5641" y="3420"/>
                </a:lnTo>
                <a:lnTo>
                  <a:pt x="5660" y="3401"/>
                </a:lnTo>
                <a:lnTo>
                  <a:pt x="5676" y="3378"/>
                </a:lnTo>
                <a:lnTo>
                  <a:pt x="5687" y="3353"/>
                </a:lnTo>
                <a:lnTo>
                  <a:pt x="5695" y="3323"/>
                </a:lnTo>
                <a:lnTo>
                  <a:pt x="5697" y="3293"/>
                </a:lnTo>
                <a:lnTo>
                  <a:pt x="5697" y="153"/>
                </a:lnTo>
                <a:lnTo>
                  <a:pt x="5695" y="123"/>
                </a:lnTo>
                <a:lnTo>
                  <a:pt x="5687" y="95"/>
                </a:lnTo>
                <a:lnTo>
                  <a:pt x="5676" y="67"/>
                </a:lnTo>
                <a:lnTo>
                  <a:pt x="5660" y="46"/>
                </a:lnTo>
                <a:lnTo>
                  <a:pt x="5641" y="25"/>
                </a:lnTo>
                <a:lnTo>
                  <a:pt x="5620" y="12"/>
                </a:lnTo>
                <a:lnTo>
                  <a:pt x="5595" y="2"/>
                </a:lnTo>
                <a:lnTo>
                  <a:pt x="5570" y="0"/>
                </a:lnTo>
                <a:lnTo>
                  <a:pt x="126" y="0"/>
                </a:lnTo>
                <a:close/>
              </a:path>
            </a:pathLst>
          </a:custGeom>
          <a:solidFill>
            <a:srgbClr val="EB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ms-MY"/>
          </a:p>
        </p:txBody>
      </p:sp>
      <p:sp>
        <p:nvSpPr>
          <p:cNvPr id="50192" name="Rectangle 16"/>
          <p:cNvSpPr>
            <a:spLocks noChangeArrowheads="1"/>
          </p:cNvSpPr>
          <p:nvPr/>
        </p:nvSpPr>
        <p:spPr bwMode="auto">
          <a:xfrm>
            <a:off x="3475038" y="3505200"/>
            <a:ext cx="3941762"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a:solidFill>
                  <a:srgbClr val="CC3300"/>
                </a:solidFill>
                <a:latin typeface="MS PGothic" panose="020B0600070205080204" pitchFamily="34" charset="-128"/>
              </a:rPr>
              <a:t>図２「○月商品別売上げ高」の棒グラフ</a:t>
            </a:r>
            <a:endParaRPr lang="th-TH" altLang="ms-MY"/>
          </a:p>
        </p:txBody>
      </p:sp>
      <p:sp>
        <p:nvSpPr>
          <p:cNvPr id="50193" name="Rectangle 17"/>
          <p:cNvSpPr>
            <a:spLocks noChangeArrowheads="1"/>
          </p:cNvSpPr>
          <p:nvPr/>
        </p:nvSpPr>
        <p:spPr bwMode="auto">
          <a:xfrm>
            <a:off x="1117600" y="1295400"/>
            <a:ext cx="7732713"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194" name="Rectangle 18"/>
          <p:cNvSpPr>
            <a:spLocks noChangeArrowheads="1"/>
          </p:cNvSpPr>
          <p:nvPr/>
        </p:nvSpPr>
        <p:spPr bwMode="auto">
          <a:xfrm>
            <a:off x="3754438" y="1423988"/>
            <a:ext cx="344487"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600">
                <a:solidFill>
                  <a:srgbClr val="CC3300"/>
                </a:solidFill>
                <a:latin typeface="MS PGothic" panose="020B0600070205080204" pitchFamily="34" charset="-128"/>
              </a:rPr>
              <a:t>表４</a:t>
            </a:r>
            <a:endParaRPr lang="th-TH" altLang="ms-MY"/>
          </a:p>
        </p:txBody>
      </p:sp>
      <p:sp>
        <p:nvSpPr>
          <p:cNvPr id="50195" name="Rectangle 19"/>
          <p:cNvSpPr>
            <a:spLocks noChangeArrowheads="1"/>
          </p:cNvSpPr>
          <p:nvPr/>
        </p:nvSpPr>
        <p:spPr bwMode="auto">
          <a:xfrm>
            <a:off x="4086225" y="1423988"/>
            <a:ext cx="25527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600">
                <a:solidFill>
                  <a:srgbClr val="CC3300"/>
                </a:solidFill>
                <a:latin typeface="MS PGothic" panose="020B0600070205080204" pitchFamily="34" charset="-128"/>
              </a:rPr>
              <a:t>「外刃の厚さデータ」の計算表</a:t>
            </a:r>
            <a:endParaRPr lang="th-TH" altLang="ms-MY"/>
          </a:p>
        </p:txBody>
      </p:sp>
      <p:sp>
        <p:nvSpPr>
          <p:cNvPr id="50196" name="Rectangle 20"/>
          <p:cNvSpPr>
            <a:spLocks noChangeArrowheads="1"/>
          </p:cNvSpPr>
          <p:nvPr/>
        </p:nvSpPr>
        <p:spPr bwMode="auto">
          <a:xfrm>
            <a:off x="3597275" y="4824413"/>
            <a:ext cx="631825"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197" name="Rectangle 21"/>
          <p:cNvSpPr>
            <a:spLocks noChangeArrowheads="1"/>
          </p:cNvSpPr>
          <p:nvPr/>
        </p:nvSpPr>
        <p:spPr bwMode="auto">
          <a:xfrm>
            <a:off x="3827463" y="4953000"/>
            <a:ext cx="24447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400">
                <a:solidFill>
                  <a:srgbClr val="FFFFFF"/>
                </a:solidFill>
                <a:latin typeface="MS PGothic" panose="020B0600070205080204" pitchFamily="34" charset="-128"/>
              </a:rPr>
              <a:t>３０</a:t>
            </a:r>
            <a:endParaRPr lang="th-TH" altLang="ms-MY"/>
          </a:p>
        </p:txBody>
      </p:sp>
      <p:sp>
        <p:nvSpPr>
          <p:cNvPr id="50198" name="Rectangle 22"/>
          <p:cNvSpPr>
            <a:spLocks noChangeArrowheads="1"/>
          </p:cNvSpPr>
          <p:nvPr/>
        </p:nvSpPr>
        <p:spPr bwMode="auto">
          <a:xfrm>
            <a:off x="1101725" y="1670050"/>
            <a:ext cx="7748588" cy="4922838"/>
          </a:xfrm>
          <a:prstGeom prst="rect">
            <a:avLst/>
          </a:prstGeom>
          <a:solidFill>
            <a:srgbClr val="0000FF"/>
          </a:solidFill>
          <a:ln w="23813">
            <a:solidFill>
              <a:srgbClr val="FFFFFF"/>
            </a:solidFill>
            <a:miter lim="800000"/>
            <a:headEnd/>
            <a:tailEnd/>
          </a:ln>
        </p:spPr>
        <p:txBody>
          <a:bodyPr/>
          <a:lstStyle/>
          <a:p>
            <a:endParaRPr lang="ms-MY"/>
          </a:p>
        </p:txBody>
      </p:sp>
      <p:sp>
        <p:nvSpPr>
          <p:cNvPr id="50199" name="Line 23"/>
          <p:cNvSpPr>
            <a:spLocks noChangeShapeType="1"/>
          </p:cNvSpPr>
          <p:nvPr/>
        </p:nvSpPr>
        <p:spPr bwMode="auto">
          <a:xfrm>
            <a:off x="1101725" y="2622550"/>
            <a:ext cx="7745413" cy="1588"/>
          </a:xfrm>
          <a:prstGeom prst="line">
            <a:avLst/>
          </a:prstGeom>
          <a:noFill/>
          <a:ln w="17463">
            <a:solidFill>
              <a:srgbClr val="FFFFFF"/>
            </a:solidFill>
            <a:round/>
            <a:headEnd/>
            <a:tailEnd/>
          </a:ln>
          <a:extLst>
            <a:ext uri="{909E8E84-426E-40DD-AFC4-6F175D3DCCD1}">
              <a14:hiddenFill xmlns:a14="http://schemas.microsoft.com/office/drawing/2010/main">
                <a:noFill/>
              </a14:hiddenFill>
            </a:ext>
          </a:extLst>
        </p:spPr>
        <p:txBody>
          <a:bodyPr/>
          <a:lstStyle/>
          <a:p>
            <a:endParaRPr lang="ms-MY"/>
          </a:p>
        </p:txBody>
      </p:sp>
      <p:sp>
        <p:nvSpPr>
          <p:cNvPr id="50200" name="Line 24"/>
          <p:cNvSpPr>
            <a:spLocks noChangeShapeType="1"/>
          </p:cNvSpPr>
          <p:nvPr/>
        </p:nvSpPr>
        <p:spPr bwMode="auto">
          <a:xfrm>
            <a:off x="1746250" y="1670050"/>
            <a:ext cx="1588" cy="4918075"/>
          </a:xfrm>
          <a:prstGeom prst="line">
            <a:avLst/>
          </a:prstGeom>
          <a:noFill/>
          <a:ln w="17463">
            <a:solidFill>
              <a:srgbClr val="FFFFFF"/>
            </a:solidFill>
            <a:round/>
            <a:headEnd/>
            <a:tailEnd/>
          </a:ln>
          <a:extLst>
            <a:ext uri="{909E8E84-426E-40DD-AFC4-6F175D3DCCD1}">
              <a14:hiddenFill xmlns:a14="http://schemas.microsoft.com/office/drawing/2010/main">
                <a:noFill/>
              </a14:hiddenFill>
            </a:ext>
          </a:extLst>
        </p:spPr>
        <p:txBody>
          <a:bodyPr/>
          <a:lstStyle/>
          <a:p>
            <a:endParaRPr lang="ms-MY"/>
          </a:p>
        </p:txBody>
      </p:sp>
      <p:sp>
        <p:nvSpPr>
          <p:cNvPr id="50201" name="Rectangle 25"/>
          <p:cNvSpPr>
            <a:spLocks noChangeArrowheads="1"/>
          </p:cNvSpPr>
          <p:nvPr/>
        </p:nvSpPr>
        <p:spPr bwMode="auto">
          <a:xfrm>
            <a:off x="971550" y="2144713"/>
            <a:ext cx="1035050" cy="407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202" name="Rectangle 26"/>
          <p:cNvSpPr>
            <a:spLocks noChangeArrowheads="1"/>
          </p:cNvSpPr>
          <p:nvPr/>
        </p:nvSpPr>
        <p:spPr bwMode="auto">
          <a:xfrm>
            <a:off x="1338263" y="2265363"/>
            <a:ext cx="36195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400" b="0">
                <a:solidFill>
                  <a:srgbClr val="FFFFFF"/>
                </a:solidFill>
                <a:latin typeface="MS PGothic" panose="020B0600070205080204" pitchFamily="34" charset="-128"/>
              </a:rPr>
              <a:t>Ｎｏ．</a:t>
            </a:r>
            <a:endParaRPr lang="th-TH" altLang="ms-MY"/>
          </a:p>
        </p:txBody>
      </p:sp>
      <p:sp>
        <p:nvSpPr>
          <p:cNvPr id="50203" name="Rectangle 27"/>
          <p:cNvSpPr>
            <a:spLocks noChangeArrowheads="1"/>
          </p:cNvSpPr>
          <p:nvPr/>
        </p:nvSpPr>
        <p:spPr bwMode="auto">
          <a:xfrm>
            <a:off x="1612900" y="2178050"/>
            <a:ext cx="1944688"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204" name="Rectangle 28"/>
          <p:cNvSpPr>
            <a:spLocks noChangeArrowheads="1"/>
          </p:cNvSpPr>
          <p:nvPr/>
        </p:nvSpPr>
        <p:spPr bwMode="auto">
          <a:xfrm>
            <a:off x="2362200" y="2306638"/>
            <a:ext cx="17780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400" b="0">
                <a:solidFill>
                  <a:srgbClr val="FFFFFF"/>
                </a:solidFill>
                <a:latin typeface="MS PGothic" panose="020B0600070205080204" pitchFamily="34" charset="-128"/>
              </a:rPr>
              <a:t>区</a:t>
            </a:r>
            <a:endParaRPr lang="th-TH" altLang="ms-MY"/>
          </a:p>
        </p:txBody>
      </p:sp>
      <p:sp>
        <p:nvSpPr>
          <p:cNvPr id="50205" name="Rectangle 29"/>
          <p:cNvSpPr>
            <a:spLocks noChangeArrowheads="1"/>
          </p:cNvSpPr>
          <p:nvPr/>
        </p:nvSpPr>
        <p:spPr bwMode="auto">
          <a:xfrm>
            <a:off x="2654300" y="2306638"/>
            <a:ext cx="17780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400" b="0">
                <a:solidFill>
                  <a:srgbClr val="FFFFFF"/>
                </a:solidFill>
                <a:latin typeface="MS PGothic" panose="020B0600070205080204" pitchFamily="34" charset="-128"/>
              </a:rPr>
              <a:t>間</a:t>
            </a:r>
            <a:endParaRPr lang="th-TH" altLang="ms-MY"/>
          </a:p>
        </p:txBody>
      </p:sp>
      <p:sp>
        <p:nvSpPr>
          <p:cNvPr id="50206" name="Rectangle 30"/>
          <p:cNvSpPr>
            <a:spLocks noChangeArrowheads="1"/>
          </p:cNvSpPr>
          <p:nvPr/>
        </p:nvSpPr>
        <p:spPr bwMode="auto">
          <a:xfrm>
            <a:off x="4718050" y="1733550"/>
            <a:ext cx="9048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207" name="Rectangle 31"/>
          <p:cNvSpPr>
            <a:spLocks noChangeArrowheads="1"/>
          </p:cNvSpPr>
          <p:nvPr/>
        </p:nvSpPr>
        <p:spPr bwMode="auto">
          <a:xfrm>
            <a:off x="4954588" y="1871663"/>
            <a:ext cx="35560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400" b="0">
                <a:solidFill>
                  <a:srgbClr val="FFFFFF"/>
                </a:solidFill>
                <a:ea typeface="イワタ中丸ゴシック体(GT)" charset="-128"/>
              </a:rPr>
              <a:t>度数</a:t>
            </a:r>
            <a:endParaRPr lang="th-TH" altLang="ms-MY"/>
          </a:p>
        </p:txBody>
      </p:sp>
      <p:sp>
        <p:nvSpPr>
          <p:cNvPr id="50208" name="Rectangle 32"/>
          <p:cNvSpPr>
            <a:spLocks noChangeArrowheads="1"/>
          </p:cNvSpPr>
          <p:nvPr/>
        </p:nvSpPr>
        <p:spPr bwMode="auto">
          <a:xfrm>
            <a:off x="5337175" y="1843088"/>
            <a:ext cx="52388"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400" b="0">
                <a:solidFill>
                  <a:srgbClr val="FFFFFF"/>
                </a:solidFill>
                <a:latin typeface="ＤＦＰPOP体" charset="-128"/>
                <a:ea typeface="ＤＦＰPOP体" charset="-128"/>
              </a:rPr>
              <a:t>ｆ</a:t>
            </a:r>
            <a:endParaRPr lang="th-TH" altLang="ms-MY"/>
          </a:p>
        </p:txBody>
      </p:sp>
      <p:sp>
        <p:nvSpPr>
          <p:cNvPr id="50209" name="Rectangle 33"/>
          <p:cNvSpPr>
            <a:spLocks noChangeArrowheads="1"/>
          </p:cNvSpPr>
          <p:nvPr/>
        </p:nvSpPr>
        <p:spPr bwMode="auto">
          <a:xfrm>
            <a:off x="1746250" y="2625725"/>
            <a:ext cx="1679575"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210" name="Rectangle 34"/>
          <p:cNvSpPr>
            <a:spLocks noChangeArrowheads="1"/>
          </p:cNvSpPr>
          <p:nvPr/>
        </p:nvSpPr>
        <p:spPr bwMode="auto">
          <a:xfrm>
            <a:off x="2001838" y="2725738"/>
            <a:ext cx="6032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45.45 </a:t>
            </a:r>
            <a:endParaRPr lang="th-TH" altLang="ms-MY"/>
          </a:p>
        </p:txBody>
      </p:sp>
      <p:sp>
        <p:nvSpPr>
          <p:cNvPr id="50211" name="Rectangle 35"/>
          <p:cNvSpPr>
            <a:spLocks noChangeArrowheads="1"/>
          </p:cNvSpPr>
          <p:nvPr/>
        </p:nvSpPr>
        <p:spPr bwMode="auto">
          <a:xfrm>
            <a:off x="2487613" y="2736850"/>
            <a:ext cx="2413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MS PGothic" panose="020B0600070205080204" pitchFamily="34" charset="-128"/>
              </a:rPr>
              <a:t>～</a:t>
            </a:r>
            <a:endParaRPr lang="th-TH" altLang="ms-MY"/>
          </a:p>
        </p:txBody>
      </p:sp>
      <p:sp>
        <p:nvSpPr>
          <p:cNvPr id="50212" name="Rectangle 36"/>
          <p:cNvSpPr>
            <a:spLocks noChangeArrowheads="1"/>
          </p:cNvSpPr>
          <p:nvPr/>
        </p:nvSpPr>
        <p:spPr bwMode="auto">
          <a:xfrm>
            <a:off x="2730500" y="2725738"/>
            <a:ext cx="5429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45.95</a:t>
            </a:r>
            <a:endParaRPr lang="th-TH" altLang="ms-MY"/>
          </a:p>
        </p:txBody>
      </p:sp>
      <p:sp>
        <p:nvSpPr>
          <p:cNvPr id="50213" name="Line 37"/>
          <p:cNvSpPr>
            <a:spLocks noChangeShapeType="1"/>
          </p:cNvSpPr>
          <p:nvPr/>
        </p:nvSpPr>
        <p:spPr bwMode="auto">
          <a:xfrm>
            <a:off x="1101725" y="2622550"/>
            <a:ext cx="7745413" cy="1588"/>
          </a:xfrm>
          <a:prstGeom prst="line">
            <a:avLst/>
          </a:prstGeom>
          <a:noFill/>
          <a:ln w="17463">
            <a:solidFill>
              <a:srgbClr val="FFFFFF"/>
            </a:solidFill>
            <a:round/>
            <a:headEnd/>
            <a:tailEnd/>
          </a:ln>
          <a:extLst>
            <a:ext uri="{909E8E84-426E-40DD-AFC4-6F175D3DCCD1}">
              <a14:hiddenFill xmlns:a14="http://schemas.microsoft.com/office/drawing/2010/main">
                <a:noFill/>
              </a14:hiddenFill>
            </a:ext>
          </a:extLst>
        </p:spPr>
        <p:txBody>
          <a:bodyPr/>
          <a:lstStyle/>
          <a:p>
            <a:endParaRPr lang="ms-MY"/>
          </a:p>
        </p:txBody>
      </p:sp>
      <p:sp>
        <p:nvSpPr>
          <p:cNvPr id="50214" name="Line 38"/>
          <p:cNvSpPr>
            <a:spLocks noChangeShapeType="1"/>
          </p:cNvSpPr>
          <p:nvPr/>
        </p:nvSpPr>
        <p:spPr bwMode="auto">
          <a:xfrm>
            <a:off x="1101725" y="2938463"/>
            <a:ext cx="7745413" cy="1587"/>
          </a:xfrm>
          <a:prstGeom prst="line">
            <a:avLst/>
          </a:prstGeom>
          <a:noFill/>
          <a:ln w="17463">
            <a:solidFill>
              <a:srgbClr val="FFFFFF"/>
            </a:solidFill>
            <a:round/>
            <a:headEnd/>
            <a:tailEnd/>
          </a:ln>
          <a:extLst>
            <a:ext uri="{909E8E84-426E-40DD-AFC4-6F175D3DCCD1}">
              <a14:hiddenFill xmlns:a14="http://schemas.microsoft.com/office/drawing/2010/main">
                <a:noFill/>
              </a14:hiddenFill>
            </a:ext>
          </a:extLst>
        </p:spPr>
        <p:txBody>
          <a:bodyPr/>
          <a:lstStyle/>
          <a:p>
            <a:endParaRPr lang="ms-MY"/>
          </a:p>
        </p:txBody>
      </p:sp>
      <p:sp>
        <p:nvSpPr>
          <p:cNvPr id="50215" name="Line 39"/>
          <p:cNvSpPr>
            <a:spLocks noChangeShapeType="1"/>
          </p:cNvSpPr>
          <p:nvPr/>
        </p:nvSpPr>
        <p:spPr bwMode="auto">
          <a:xfrm>
            <a:off x="1101725" y="3257550"/>
            <a:ext cx="7745413" cy="1588"/>
          </a:xfrm>
          <a:prstGeom prst="line">
            <a:avLst/>
          </a:prstGeom>
          <a:noFill/>
          <a:ln w="17463">
            <a:solidFill>
              <a:srgbClr val="FFFFFF"/>
            </a:solidFill>
            <a:round/>
            <a:headEnd/>
            <a:tailEnd/>
          </a:ln>
          <a:extLst>
            <a:ext uri="{909E8E84-426E-40DD-AFC4-6F175D3DCCD1}">
              <a14:hiddenFill xmlns:a14="http://schemas.microsoft.com/office/drawing/2010/main">
                <a:noFill/>
              </a14:hiddenFill>
            </a:ext>
          </a:extLst>
        </p:spPr>
        <p:txBody>
          <a:bodyPr/>
          <a:lstStyle/>
          <a:p>
            <a:endParaRPr lang="ms-MY"/>
          </a:p>
        </p:txBody>
      </p:sp>
      <p:sp>
        <p:nvSpPr>
          <p:cNvPr id="50216" name="Line 40"/>
          <p:cNvSpPr>
            <a:spLocks noChangeShapeType="1"/>
          </p:cNvSpPr>
          <p:nvPr/>
        </p:nvSpPr>
        <p:spPr bwMode="auto">
          <a:xfrm>
            <a:off x="1101725" y="3575050"/>
            <a:ext cx="7745413" cy="1588"/>
          </a:xfrm>
          <a:prstGeom prst="line">
            <a:avLst/>
          </a:prstGeom>
          <a:noFill/>
          <a:ln w="17463">
            <a:solidFill>
              <a:srgbClr val="FFFFFF"/>
            </a:solidFill>
            <a:round/>
            <a:headEnd/>
            <a:tailEnd/>
          </a:ln>
          <a:extLst>
            <a:ext uri="{909E8E84-426E-40DD-AFC4-6F175D3DCCD1}">
              <a14:hiddenFill xmlns:a14="http://schemas.microsoft.com/office/drawing/2010/main">
                <a:noFill/>
              </a14:hiddenFill>
            </a:ext>
          </a:extLst>
        </p:spPr>
        <p:txBody>
          <a:bodyPr/>
          <a:lstStyle/>
          <a:p>
            <a:endParaRPr lang="ms-MY"/>
          </a:p>
        </p:txBody>
      </p:sp>
      <p:sp>
        <p:nvSpPr>
          <p:cNvPr id="50217" name="Line 41"/>
          <p:cNvSpPr>
            <a:spLocks noChangeShapeType="1"/>
          </p:cNvSpPr>
          <p:nvPr/>
        </p:nvSpPr>
        <p:spPr bwMode="auto">
          <a:xfrm>
            <a:off x="1101725" y="3890963"/>
            <a:ext cx="7745413" cy="1587"/>
          </a:xfrm>
          <a:prstGeom prst="line">
            <a:avLst/>
          </a:prstGeom>
          <a:noFill/>
          <a:ln w="17463">
            <a:solidFill>
              <a:srgbClr val="FFFFFF"/>
            </a:solidFill>
            <a:round/>
            <a:headEnd/>
            <a:tailEnd/>
          </a:ln>
          <a:extLst>
            <a:ext uri="{909E8E84-426E-40DD-AFC4-6F175D3DCCD1}">
              <a14:hiddenFill xmlns:a14="http://schemas.microsoft.com/office/drawing/2010/main">
                <a:noFill/>
              </a14:hiddenFill>
            </a:ext>
          </a:extLst>
        </p:spPr>
        <p:txBody>
          <a:bodyPr/>
          <a:lstStyle/>
          <a:p>
            <a:endParaRPr lang="ms-MY"/>
          </a:p>
        </p:txBody>
      </p:sp>
      <p:sp>
        <p:nvSpPr>
          <p:cNvPr id="50218" name="Line 42"/>
          <p:cNvSpPr>
            <a:spLocks noChangeShapeType="1"/>
          </p:cNvSpPr>
          <p:nvPr/>
        </p:nvSpPr>
        <p:spPr bwMode="auto">
          <a:xfrm>
            <a:off x="1101725" y="4210050"/>
            <a:ext cx="7745413" cy="1588"/>
          </a:xfrm>
          <a:prstGeom prst="line">
            <a:avLst/>
          </a:prstGeom>
          <a:noFill/>
          <a:ln w="17463">
            <a:solidFill>
              <a:srgbClr val="FFFFFF"/>
            </a:solidFill>
            <a:round/>
            <a:headEnd/>
            <a:tailEnd/>
          </a:ln>
          <a:extLst>
            <a:ext uri="{909E8E84-426E-40DD-AFC4-6F175D3DCCD1}">
              <a14:hiddenFill xmlns:a14="http://schemas.microsoft.com/office/drawing/2010/main">
                <a:noFill/>
              </a14:hiddenFill>
            </a:ext>
          </a:extLst>
        </p:spPr>
        <p:txBody>
          <a:bodyPr/>
          <a:lstStyle/>
          <a:p>
            <a:endParaRPr lang="ms-MY"/>
          </a:p>
        </p:txBody>
      </p:sp>
      <p:sp>
        <p:nvSpPr>
          <p:cNvPr id="50219" name="Line 43"/>
          <p:cNvSpPr>
            <a:spLocks noChangeShapeType="1"/>
          </p:cNvSpPr>
          <p:nvPr/>
        </p:nvSpPr>
        <p:spPr bwMode="auto">
          <a:xfrm>
            <a:off x="1101725" y="4525963"/>
            <a:ext cx="7745413" cy="1587"/>
          </a:xfrm>
          <a:prstGeom prst="line">
            <a:avLst/>
          </a:prstGeom>
          <a:noFill/>
          <a:ln w="17463">
            <a:solidFill>
              <a:srgbClr val="FFFFFF"/>
            </a:solidFill>
            <a:round/>
            <a:headEnd/>
            <a:tailEnd/>
          </a:ln>
          <a:extLst>
            <a:ext uri="{909E8E84-426E-40DD-AFC4-6F175D3DCCD1}">
              <a14:hiddenFill xmlns:a14="http://schemas.microsoft.com/office/drawing/2010/main">
                <a:noFill/>
              </a14:hiddenFill>
            </a:ext>
          </a:extLst>
        </p:spPr>
        <p:txBody>
          <a:bodyPr/>
          <a:lstStyle/>
          <a:p>
            <a:endParaRPr lang="ms-MY"/>
          </a:p>
        </p:txBody>
      </p:sp>
      <p:sp>
        <p:nvSpPr>
          <p:cNvPr id="50220" name="Line 44"/>
          <p:cNvSpPr>
            <a:spLocks noChangeShapeType="1"/>
          </p:cNvSpPr>
          <p:nvPr/>
        </p:nvSpPr>
        <p:spPr bwMode="auto">
          <a:xfrm>
            <a:off x="1101725" y="4841875"/>
            <a:ext cx="7745413" cy="1588"/>
          </a:xfrm>
          <a:prstGeom prst="line">
            <a:avLst/>
          </a:prstGeom>
          <a:noFill/>
          <a:ln w="17463">
            <a:solidFill>
              <a:srgbClr val="FFFFFF"/>
            </a:solidFill>
            <a:round/>
            <a:headEnd/>
            <a:tailEnd/>
          </a:ln>
          <a:extLst>
            <a:ext uri="{909E8E84-426E-40DD-AFC4-6F175D3DCCD1}">
              <a14:hiddenFill xmlns:a14="http://schemas.microsoft.com/office/drawing/2010/main">
                <a:noFill/>
              </a14:hiddenFill>
            </a:ext>
          </a:extLst>
        </p:spPr>
        <p:txBody>
          <a:bodyPr/>
          <a:lstStyle/>
          <a:p>
            <a:endParaRPr lang="ms-MY"/>
          </a:p>
        </p:txBody>
      </p:sp>
      <p:sp>
        <p:nvSpPr>
          <p:cNvPr id="50221" name="Line 45"/>
          <p:cNvSpPr>
            <a:spLocks noChangeShapeType="1"/>
          </p:cNvSpPr>
          <p:nvPr/>
        </p:nvSpPr>
        <p:spPr bwMode="auto">
          <a:xfrm>
            <a:off x="1101725" y="5162550"/>
            <a:ext cx="7745413" cy="1588"/>
          </a:xfrm>
          <a:prstGeom prst="line">
            <a:avLst/>
          </a:prstGeom>
          <a:noFill/>
          <a:ln w="17463">
            <a:solidFill>
              <a:srgbClr val="FFFFFF"/>
            </a:solidFill>
            <a:round/>
            <a:headEnd/>
            <a:tailEnd/>
          </a:ln>
          <a:extLst>
            <a:ext uri="{909E8E84-426E-40DD-AFC4-6F175D3DCCD1}">
              <a14:hiddenFill xmlns:a14="http://schemas.microsoft.com/office/drawing/2010/main">
                <a:noFill/>
              </a14:hiddenFill>
            </a:ext>
          </a:extLst>
        </p:spPr>
        <p:txBody>
          <a:bodyPr/>
          <a:lstStyle/>
          <a:p>
            <a:endParaRPr lang="ms-MY"/>
          </a:p>
        </p:txBody>
      </p:sp>
      <p:sp>
        <p:nvSpPr>
          <p:cNvPr id="50222" name="Line 46"/>
          <p:cNvSpPr>
            <a:spLocks noChangeShapeType="1"/>
          </p:cNvSpPr>
          <p:nvPr/>
        </p:nvSpPr>
        <p:spPr bwMode="auto">
          <a:xfrm>
            <a:off x="1101725" y="5478463"/>
            <a:ext cx="7745413" cy="1587"/>
          </a:xfrm>
          <a:prstGeom prst="line">
            <a:avLst/>
          </a:prstGeom>
          <a:noFill/>
          <a:ln w="17463">
            <a:solidFill>
              <a:srgbClr val="FFFFFF"/>
            </a:solidFill>
            <a:round/>
            <a:headEnd/>
            <a:tailEnd/>
          </a:ln>
          <a:extLst>
            <a:ext uri="{909E8E84-426E-40DD-AFC4-6F175D3DCCD1}">
              <a14:hiddenFill xmlns:a14="http://schemas.microsoft.com/office/drawing/2010/main">
                <a:noFill/>
              </a14:hiddenFill>
            </a:ext>
          </a:extLst>
        </p:spPr>
        <p:txBody>
          <a:bodyPr/>
          <a:lstStyle/>
          <a:p>
            <a:endParaRPr lang="ms-MY"/>
          </a:p>
        </p:txBody>
      </p:sp>
      <p:sp>
        <p:nvSpPr>
          <p:cNvPr id="50223" name="Line 47"/>
          <p:cNvSpPr>
            <a:spLocks noChangeShapeType="1"/>
          </p:cNvSpPr>
          <p:nvPr/>
        </p:nvSpPr>
        <p:spPr bwMode="auto">
          <a:xfrm>
            <a:off x="1101725" y="5794375"/>
            <a:ext cx="7745413" cy="1588"/>
          </a:xfrm>
          <a:prstGeom prst="line">
            <a:avLst/>
          </a:prstGeom>
          <a:noFill/>
          <a:ln w="17463">
            <a:solidFill>
              <a:srgbClr val="FFFFFF"/>
            </a:solidFill>
            <a:round/>
            <a:headEnd/>
            <a:tailEnd/>
          </a:ln>
          <a:extLst>
            <a:ext uri="{909E8E84-426E-40DD-AFC4-6F175D3DCCD1}">
              <a14:hiddenFill xmlns:a14="http://schemas.microsoft.com/office/drawing/2010/main">
                <a:noFill/>
              </a14:hiddenFill>
            </a:ext>
          </a:extLst>
        </p:spPr>
        <p:txBody>
          <a:bodyPr/>
          <a:lstStyle/>
          <a:p>
            <a:endParaRPr lang="ms-MY"/>
          </a:p>
        </p:txBody>
      </p:sp>
      <p:sp>
        <p:nvSpPr>
          <p:cNvPr id="50224" name="Line 48"/>
          <p:cNvSpPr>
            <a:spLocks noChangeShapeType="1"/>
          </p:cNvSpPr>
          <p:nvPr/>
        </p:nvSpPr>
        <p:spPr bwMode="auto">
          <a:xfrm>
            <a:off x="4718050" y="2144713"/>
            <a:ext cx="4129088" cy="1587"/>
          </a:xfrm>
          <a:prstGeom prst="line">
            <a:avLst/>
          </a:prstGeom>
          <a:noFill/>
          <a:ln w="17463">
            <a:solidFill>
              <a:srgbClr val="FFFFFF"/>
            </a:solidFill>
            <a:round/>
            <a:headEnd/>
            <a:tailEnd/>
          </a:ln>
          <a:extLst>
            <a:ext uri="{909E8E84-426E-40DD-AFC4-6F175D3DCCD1}">
              <a14:hiddenFill xmlns:a14="http://schemas.microsoft.com/office/drawing/2010/main">
                <a:noFill/>
              </a14:hiddenFill>
            </a:ext>
          </a:extLst>
        </p:spPr>
        <p:txBody>
          <a:bodyPr/>
          <a:lstStyle/>
          <a:p>
            <a:endParaRPr lang="ms-MY"/>
          </a:p>
        </p:txBody>
      </p:sp>
      <p:sp>
        <p:nvSpPr>
          <p:cNvPr id="50225" name="Line 49"/>
          <p:cNvSpPr>
            <a:spLocks noChangeShapeType="1"/>
          </p:cNvSpPr>
          <p:nvPr/>
        </p:nvSpPr>
        <p:spPr bwMode="auto">
          <a:xfrm>
            <a:off x="3422650" y="1670050"/>
            <a:ext cx="1588" cy="4918075"/>
          </a:xfrm>
          <a:prstGeom prst="line">
            <a:avLst/>
          </a:prstGeom>
          <a:noFill/>
          <a:ln w="17463">
            <a:solidFill>
              <a:srgbClr val="FFFFFF"/>
            </a:solidFill>
            <a:round/>
            <a:headEnd/>
            <a:tailEnd/>
          </a:ln>
          <a:extLst>
            <a:ext uri="{909E8E84-426E-40DD-AFC4-6F175D3DCCD1}">
              <a14:hiddenFill xmlns:a14="http://schemas.microsoft.com/office/drawing/2010/main">
                <a:noFill/>
              </a14:hiddenFill>
            </a:ext>
          </a:extLst>
        </p:spPr>
        <p:txBody>
          <a:bodyPr/>
          <a:lstStyle/>
          <a:p>
            <a:endParaRPr lang="ms-MY"/>
          </a:p>
        </p:txBody>
      </p:sp>
      <p:sp>
        <p:nvSpPr>
          <p:cNvPr id="50226" name="Line 50"/>
          <p:cNvSpPr>
            <a:spLocks noChangeShapeType="1"/>
          </p:cNvSpPr>
          <p:nvPr/>
        </p:nvSpPr>
        <p:spPr bwMode="auto">
          <a:xfrm>
            <a:off x="4718050" y="1670050"/>
            <a:ext cx="1588" cy="4918075"/>
          </a:xfrm>
          <a:prstGeom prst="line">
            <a:avLst/>
          </a:prstGeom>
          <a:noFill/>
          <a:ln w="17463">
            <a:solidFill>
              <a:srgbClr val="FFFFFF"/>
            </a:solidFill>
            <a:round/>
            <a:headEnd/>
            <a:tailEnd/>
          </a:ln>
          <a:extLst>
            <a:ext uri="{909E8E84-426E-40DD-AFC4-6F175D3DCCD1}">
              <a14:hiddenFill xmlns:a14="http://schemas.microsoft.com/office/drawing/2010/main">
                <a:noFill/>
              </a14:hiddenFill>
            </a:ext>
          </a:extLst>
        </p:spPr>
        <p:txBody>
          <a:bodyPr/>
          <a:lstStyle/>
          <a:p>
            <a:endParaRPr lang="ms-MY"/>
          </a:p>
        </p:txBody>
      </p:sp>
      <p:sp>
        <p:nvSpPr>
          <p:cNvPr id="50227" name="Rectangle 51"/>
          <p:cNvSpPr>
            <a:spLocks noChangeArrowheads="1"/>
          </p:cNvSpPr>
          <p:nvPr/>
        </p:nvSpPr>
        <p:spPr bwMode="auto">
          <a:xfrm>
            <a:off x="3554413" y="2178050"/>
            <a:ext cx="1035050"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228" name="Rectangle 52"/>
          <p:cNvSpPr>
            <a:spLocks noChangeArrowheads="1"/>
          </p:cNvSpPr>
          <p:nvPr/>
        </p:nvSpPr>
        <p:spPr bwMode="auto">
          <a:xfrm>
            <a:off x="3851275" y="2317750"/>
            <a:ext cx="53340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400" b="0">
                <a:solidFill>
                  <a:srgbClr val="FFFFFF"/>
                </a:solidFill>
                <a:latin typeface="MS PGothic" panose="020B0600070205080204" pitchFamily="34" charset="-128"/>
              </a:rPr>
              <a:t>中心値</a:t>
            </a:r>
            <a:endParaRPr lang="th-TH" altLang="ms-MY"/>
          </a:p>
        </p:txBody>
      </p:sp>
      <p:sp>
        <p:nvSpPr>
          <p:cNvPr id="50229" name="Line 53"/>
          <p:cNvSpPr>
            <a:spLocks noChangeShapeType="1"/>
          </p:cNvSpPr>
          <p:nvPr/>
        </p:nvSpPr>
        <p:spPr bwMode="auto">
          <a:xfrm>
            <a:off x="7683500" y="1670050"/>
            <a:ext cx="1588" cy="4918075"/>
          </a:xfrm>
          <a:prstGeom prst="line">
            <a:avLst/>
          </a:prstGeom>
          <a:noFill/>
          <a:ln w="17463">
            <a:solidFill>
              <a:srgbClr val="FFFFFF"/>
            </a:solidFill>
            <a:round/>
            <a:headEnd/>
            <a:tailEnd/>
          </a:ln>
          <a:extLst>
            <a:ext uri="{909E8E84-426E-40DD-AFC4-6F175D3DCCD1}">
              <a14:hiddenFill xmlns:a14="http://schemas.microsoft.com/office/drawing/2010/main">
                <a:noFill/>
              </a14:hiddenFill>
            </a:ext>
          </a:extLst>
        </p:spPr>
        <p:txBody>
          <a:bodyPr/>
          <a:lstStyle/>
          <a:p>
            <a:endParaRPr lang="ms-MY"/>
          </a:p>
        </p:txBody>
      </p:sp>
      <p:sp>
        <p:nvSpPr>
          <p:cNvPr id="50230" name="Line 54"/>
          <p:cNvSpPr>
            <a:spLocks noChangeShapeType="1"/>
          </p:cNvSpPr>
          <p:nvPr/>
        </p:nvSpPr>
        <p:spPr bwMode="auto">
          <a:xfrm>
            <a:off x="6523038" y="1670050"/>
            <a:ext cx="1587" cy="4918075"/>
          </a:xfrm>
          <a:prstGeom prst="line">
            <a:avLst/>
          </a:prstGeom>
          <a:noFill/>
          <a:ln w="17463">
            <a:solidFill>
              <a:srgbClr val="FFFFFF"/>
            </a:solidFill>
            <a:round/>
            <a:headEnd/>
            <a:tailEnd/>
          </a:ln>
          <a:extLst>
            <a:ext uri="{909E8E84-426E-40DD-AFC4-6F175D3DCCD1}">
              <a14:hiddenFill xmlns:a14="http://schemas.microsoft.com/office/drawing/2010/main">
                <a:noFill/>
              </a14:hiddenFill>
            </a:ext>
          </a:extLst>
        </p:spPr>
        <p:txBody>
          <a:bodyPr/>
          <a:lstStyle/>
          <a:p>
            <a:endParaRPr lang="ms-MY"/>
          </a:p>
        </p:txBody>
      </p:sp>
      <p:sp>
        <p:nvSpPr>
          <p:cNvPr id="50231" name="Line 55"/>
          <p:cNvSpPr>
            <a:spLocks noChangeShapeType="1"/>
          </p:cNvSpPr>
          <p:nvPr/>
        </p:nvSpPr>
        <p:spPr bwMode="auto">
          <a:xfrm>
            <a:off x="5619750" y="1670050"/>
            <a:ext cx="1588" cy="4918075"/>
          </a:xfrm>
          <a:prstGeom prst="line">
            <a:avLst/>
          </a:prstGeom>
          <a:noFill/>
          <a:ln w="17463">
            <a:solidFill>
              <a:srgbClr val="FFFFFF"/>
            </a:solidFill>
            <a:round/>
            <a:headEnd/>
            <a:tailEnd/>
          </a:ln>
          <a:extLst>
            <a:ext uri="{909E8E84-426E-40DD-AFC4-6F175D3DCCD1}">
              <a14:hiddenFill xmlns:a14="http://schemas.microsoft.com/office/drawing/2010/main">
                <a:noFill/>
              </a14:hiddenFill>
            </a:ext>
          </a:extLst>
        </p:spPr>
        <p:txBody>
          <a:bodyPr/>
          <a:lstStyle/>
          <a:p>
            <a:endParaRPr lang="ms-MY"/>
          </a:p>
        </p:txBody>
      </p:sp>
      <p:sp>
        <p:nvSpPr>
          <p:cNvPr id="50232" name="Rectangle 56"/>
          <p:cNvSpPr>
            <a:spLocks noChangeArrowheads="1"/>
          </p:cNvSpPr>
          <p:nvPr/>
        </p:nvSpPr>
        <p:spPr bwMode="auto">
          <a:xfrm>
            <a:off x="5492750" y="1717675"/>
            <a:ext cx="1169988"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233" name="Rectangle 57"/>
          <p:cNvSpPr>
            <a:spLocks noChangeArrowheads="1"/>
          </p:cNvSpPr>
          <p:nvPr/>
        </p:nvSpPr>
        <p:spPr bwMode="auto">
          <a:xfrm>
            <a:off x="6057900" y="1831975"/>
            <a:ext cx="2032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600" b="0">
                <a:solidFill>
                  <a:srgbClr val="FFFFFF"/>
                </a:solidFill>
                <a:latin typeface="ＤＦＰPOP体" charset="-128"/>
                <a:ea typeface="ＤＦＰPOP体" charset="-128"/>
              </a:rPr>
              <a:t>ｘ</a:t>
            </a:r>
            <a:endParaRPr lang="th-TH" altLang="ms-MY"/>
          </a:p>
        </p:txBody>
      </p:sp>
      <p:sp>
        <p:nvSpPr>
          <p:cNvPr id="50234" name="Rectangle 58"/>
          <p:cNvSpPr>
            <a:spLocks noChangeArrowheads="1"/>
          </p:cNvSpPr>
          <p:nvPr/>
        </p:nvSpPr>
        <p:spPr bwMode="auto">
          <a:xfrm>
            <a:off x="6513513" y="1717675"/>
            <a:ext cx="1185862"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235" name="Rectangle 59"/>
          <p:cNvSpPr>
            <a:spLocks noChangeArrowheads="1"/>
          </p:cNvSpPr>
          <p:nvPr/>
        </p:nvSpPr>
        <p:spPr bwMode="auto">
          <a:xfrm>
            <a:off x="7061200" y="1831975"/>
            <a:ext cx="4064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600" b="0">
                <a:solidFill>
                  <a:srgbClr val="FFFFFF"/>
                </a:solidFill>
                <a:latin typeface="ＤＦＰPOP体" charset="-128"/>
                <a:ea typeface="ＤＦＰPOP体" charset="-128"/>
              </a:rPr>
              <a:t>ｆｘ</a:t>
            </a:r>
            <a:endParaRPr lang="th-TH" altLang="ms-MY"/>
          </a:p>
        </p:txBody>
      </p:sp>
      <p:sp>
        <p:nvSpPr>
          <p:cNvPr id="50236" name="Rectangle 60"/>
          <p:cNvSpPr>
            <a:spLocks noChangeArrowheads="1"/>
          </p:cNvSpPr>
          <p:nvPr/>
        </p:nvSpPr>
        <p:spPr bwMode="auto">
          <a:xfrm>
            <a:off x="4718050" y="2178050"/>
            <a:ext cx="904875"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237" name="Rectangle 61"/>
          <p:cNvSpPr>
            <a:spLocks noChangeArrowheads="1"/>
          </p:cNvSpPr>
          <p:nvPr/>
        </p:nvSpPr>
        <p:spPr bwMode="auto">
          <a:xfrm>
            <a:off x="5094288" y="2317750"/>
            <a:ext cx="17780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400" b="0">
                <a:solidFill>
                  <a:srgbClr val="FFFFFF"/>
                </a:solidFill>
                <a:ea typeface="イワタ中丸ゴシック体(GT)" charset="-128"/>
              </a:rPr>
              <a:t>①</a:t>
            </a:r>
            <a:endParaRPr lang="th-TH" altLang="ms-MY"/>
          </a:p>
        </p:txBody>
      </p:sp>
      <p:sp>
        <p:nvSpPr>
          <p:cNvPr id="50238" name="Rectangle 62"/>
          <p:cNvSpPr>
            <a:spLocks noChangeArrowheads="1"/>
          </p:cNvSpPr>
          <p:nvPr/>
        </p:nvSpPr>
        <p:spPr bwMode="auto">
          <a:xfrm>
            <a:off x="7689850" y="1733550"/>
            <a:ext cx="1160463" cy="43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239" name="Rectangle 63"/>
          <p:cNvSpPr>
            <a:spLocks noChangeArrowheads="1"/>
          </p:cNvSpPr>
          <p:nvPr/>
        </p:nvSpPr>
        <p:spPr bwMode="auto">
          <a:xfrm>
            <a:off x="8194675" y="1825625"/>
            <a:ext cx="4064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600" b="0">
                <a:solidFill>
                  <a:srgbClr val="FFFFFF"/>
                </a:solidFill>
                <a:latin typeface="ＤＦＰPOP体" charset="-128"/>
                <a:ea typeface="ＤＦＰPOP体" charset="-128"/>
              </a:rPr>
              <a:t>ｆｘ</a:t>
            </a:r>
            <a:endParaRPr lang="th-TH" altLang="ms-MY"/>
          </a:p>
        </p:txBody>
      </p:sp>
      <p:sp>
        <p:nvSpPr>
          <p:cNvPr id="50240" name="Rectangle 64"/>
          <p:cNvSpPr>
            <a:spLocks noChangeArrowheads="1"/>
          </p:cNvSpPr>
          <p:nvPr/>
        </p:nvSpPr>
        <p:spPr bwMode="auto">
          <a:xfrm>
            <a:off x="8334375" y="1879600"/>
            <a:ext cx="762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200" b="0">
                <a:solidFill>
                  <a:srgbClr val="FFFFFF"/>
                </a:solidFill>
                <a:latin typeface="ＤＦＰPOP体" charset="-128"/>
                <a:ea typeface="ＤＦＰPOP体" charset="-128"/>
              </a:rPr>
              <a:t>2</a:t>
            </a:r>
            <a:endParaRPr lang="th-TH" altLang="ms-MY"/>
          </a:p>
        </p:txBody>
      </p:sp>
      <p:sp>
        <p:nvSpPr>
          <p:cNvPr id="50241" name="Rectangle 65"/>
          <p:cNvSpPr>
            <a:spLocks noChangeArrowheads="1"/>
          </p:cNvSpPr>
          <p:nvPr/>
        </p:nvSpPr>
        <p:spPr bwMode="auto">
          <a:xfrm>
            <a:off x="5751513" y="2178050"/>
            <a:ext cx="774700"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242" name="Rectangle 66"/>
          <p:cNvSpPr>
            <a:spLocks noChangeArrowheads="1"/>
          </p:cNvSpPr>
          <p:nvPr/>
        </p:nvSpPr>
        <p:spPr bwMode="auto">
          <a:xfrm>
            <a:off x="6064250" y="2317750"/>
            <a:ext cx="17780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400" b="0">
                <a:solidFill>
                  <a:srgbClr val="FFFFFF"/>
                </a:solidFill>
                <a:ea typeface="イワタ中丸ゴシック体(GT)" charset="-128"/>
              </a:rPr>
              <a:t>②</a:t>
            </a:r>
            <a:endParaRPr lang="th-TH" altLang="ms-MY"/>
          </a:p>
        </p:txBody>
      </p:sp>
      <p:sp>
        <p:nvSpPr>
          <p:cNvPr id="50243" name="Rectangle 67"/>
          <p:cNvSpPr>
            <a:spLocks noChangeArrowheads="1"/>
          </p:cNvSpPr>
          <p:nvPr/>
        </p:nvSpPr>
        <p:spPr bwMode="auto">
          <a:xfrm>
            <a:off x="6523038" y="2178050"/>
            <a:ext cx="1163637"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244" name="Rectangle 68"/>
          <p:cNvSpPr>
            <a:spLocks noChangeArrowheads="1"/>
          </p:cNvSpPr>
          <p:nvPr/>
        </p:nvSpPr>
        <p:spPr bwMode="auto">
          <a:xfrm>
            <a:off x="6802438" y="2317750"/>
            <a:ext cx="17780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400" b="0">
                <a:solidFill>
                  <a:srgbClr val="FFFFFF"/>
                </a:solidFill>
                <a:ea typeface="イワタ中丸ゴシック体(GT)" charset="-128"/>
              </a:rPr>
              <a:t>③</a:t>
            </a:r>
            <a:endParaRPr lang="th-TH" altLang="ms-MY"/>
          </a:p>
        </p:txBody>
      </p:sp>
      <p:sp>
        <p:nvSpPr>
          <p:cNvPr id="50245" name="Rectangle 69"/>
          <p:cNvSpPr>
            <a:spLocks noChangeArrowheads="1"/>
          </p:cNvSpPr>
          <p:nvPr/>
        </p:nvSpPr>
        <p:spPr bwMode="auto">
          <a:xfrm>
            <a:off x="6948488" y="2317750"/>
            <a:ext cx="8890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400" b="0">
                <a:solidFill>
                  <a:srgbClr val="FFFFFF"/>
                </a:solidFill>
                <a:ea typeface="イワタ中丸ゴシック体(GT)" charset="-128"/>
              </a:rPr>
              <a:t>=</a:t>
            </a:r>
            <a:endParaRPr lang="th-TH" altLang="ms-MY"/>
          </a:p>
        </p:txBody>
      </p:sp>
      <p:sp>
        <p:nvSpPr>
          <p:cNvPr id="50246" name="Rectangle 70"/>
          <p:cNvSpPr>
            <a:spLocks noChangeArrowheads="1"/>
          </p:cNvSpPr>
          <p:nvPr/>
        </p:nvSpPr>
        <p:spPr bwMode="auto">
          <a:xfrm>
            <a:off x="7021513" y="2317750"/>
            <a:ext cx="17780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400" b="0">
                <a:solidFill>
                  <a:srgbClr val="FFFFFF"/>
                </a:solidFill>
                <a:ea typeface="イワタ中丸ゴシック体(GT)" charset="-128"/>
              </a:rPr>
              <a:t>①</a:t>
            </a:r>
            <a:endParaRPr lang="th-TH" altLang="ms-MY"/>
          </a:p>
        </p:txBody>
      </p:sp>
      <p:sp>
        <p:nvSpPr>
          <p:cNvPr id="50247" name="Rectangle 71"/>
          <p:cNvSpPr>
            <a:spLocks noChangeArrowheads="1"/>
          </p:cNvSpPr>
          <p:nvPr/>
        </p:nvSpPr>
        <p:spPr bwMode="auto">
          <a:xfrm>
            <a:off x="7202488" y="2332038"/>
            <a:ext cx="17780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400" b="0">
                <a:solidFill>
                  <a:srgbClr val="FFFFFF"/>
                </a:solidFill>
                <a:latin typeface="Courier New" panose="02070309020205020404" pitchFamily="49" charset="0"/>
              </a:rPr>
              <a:t>×</a:t>
            </a:r>
            <a:endParaRPr lang="th-TH" altLang="ms-MY"/>
          </a:p>
        </p:txBody>
      </p:sp>
      <p:sp>
        <p:nvSpPr>
          <p:cNvPr id="50248" name="Rectangle 72"/>
          <p:cNvSpPr>
            <a:spLocks noChangeArrowheads="1"/>
          </p:cNvSpPr>
          <p:nvPr/>
        </p:nvSpPr>
        <p:spPr bwMode="auto">
          <a:xfrm>
            <a:off x="7332663" y="2317750"/>
            <a:ext cx="17780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400" b="0">
                <a:solidFill>
                  <a:srgbClr val="FFFFFF"/>
                </a:solidFill>
                <a:ea typeface="イワタ中丸ゴシック体(GT)" charset="-128"/>
              </a:rPr>
              <a:t>②</a:t>
            </a:r>
            <a:endParaRPr lang="th-TH" altLang="ms-MY"/>
          </a:p>
        </p:txBody>
      </p:sp>
      <p:sp>
        <p:nvSpPr>
          <p:cNvPr id="50249" name="Rectangle 73"/>
          <p:cNvSpPr>
            <a:spLocks noChangeArrowheads="1"/>
          </p:cNvSpPr>
          <p:nvPr/>
        </p:nvSpPr>
        <p:spPr bwMode="auto">
          <a:xfrm>
            <a:off x="7683500" y="2178050"/>
            <a:ext cx="1166813"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250" name="Rectangle 74"/>
          <p:cNvSpPr>
            <a:spLocks noChangeArrowheads="1"/>
          </p:cNvSpPr>
          <p:nvPr/>
        </p:nvSpPr>
        <p:spPr bwMode="auto">
          <a:xfrm>
            <a:off x="7966075" y="2317750"/>
            <a:ext cx="17780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400" b="0">
                <a:solidFill>
                  <a:srgbClr val="FFFFFF"/>
                </a:solidFill>
                <a:ea typeface="イワタ中丸ゴシック体(GT)" charset="-128"/>
              </a:rPr>
              <a:t>④</a:t>
            </a:r>
            <a:endParaRPr lang="th-TH" altLang="ms-MY"/>
          </a:p>
        </p:txBody>
      </p:sp>
      <p:sp>
        <p:nvSpPr>
          <p:cNvPr id="50251" name="Rectangle 75"/>
          <p:cNvSpPr>
            <a:spLocks noChangeArrowheads="1"/>
          </p:cNvSpPr>
          <p:nvPr/>
        </p:nvSpPr>
        <p:spPr bwMode="auto">
          <a:xfrm>
            <a:off x="8112125" y="2317750"/>
            <a:ext cx="8890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400" b="0">
                <a:solidFill>
                  <a:srgbClr val="FFFFFF"/>
                </a:solidFill>
                <a:ea typeface="イワタ中丸ゴシック体(GT)" charset="-128"/>
              </a:rPr>
              <a:t>=</a:t>
            </a:r>
            <a:endParaRPr lang="th-TH" altLang="ms-MY"/>
          </a:p>
        </p:txBody>
      </p:sp>
      <p:sp>
        <p:nvSpPr>
          <p:cNvPr id="50252" name="Rectangle 76"/>
          <p:cNvSpPr>
            <a:spLocks noChangeArrowheads="1"/>
          </p:cNvSpPr>
          <p:nvPr/>
        </p:nvSpPr>
        <p:spPr bwMode="auto">
          <a:xfrm>
            <a:off x="8185150" y="2317750"/>
            <a:ext cx="17780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400" b="0">
                <a:solidFill>
                  <a:srgbClr val="FFFFFF"/>
                </a:solidFill>
                <a:ea typeface="イワタ中丸ゴシック体(GT)" charset="-128"/>
              </a:rPr>
              <a:t>②</a:t>
            </a:r>
            <a:endParaRPr lang="th-TH" altLang="ms-MY"/>
          </a:p>
        </p:txBody>
      </p:sp>
      <p:sp>
        <p:nvSpPr>
          <p:cNvPr id="50253" name="Rectangle 77"/>
          <p:cNvSpPr>
            <a:spLocks noChangeArrowheads="1"/>
          </p:cNvSpPr>
          <p:nvPr/>
        </p:nvSpPr>
        <p:spPr bwMode="auto">
          <a:xfrm>
            <a:off x="8366125" y="2332038"/>
            <a:ext cx="17780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400" b="0">
                <a:solidFill>
                  <a:srgbClr val="FFFFFF"/>
                </a:solidFill>
                <a:latin typeface="Courier New" panose="02070309020205020404" pitchFamily="49" charset="0"/>
              </a:rPr>
              <a:t>×</a:t>
            </a:r>
            <a:endParaRPr lang="th-TH" altLang="ms-MY"/>
          </a:p>
        </p:txBody>
      </p:sp>
      <p:sp>
        <p:nvSpPr>
          <p:cNvPr id="50254" name="Rectangle 78"/>
          <p:cNvSpPr>
            <a:spLocks noChangeArrowheads="1"/>
          </p:cNvSpPr>
          <p:nvPr/>
        </p:nvSpPr>
        <p:spPr bwMode="auto">
          <a:xfrm>
            <a:off x="8496300" y="2317750"/>
            <a:ext cx="17780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400" b="0">
                <a:solidFill>
                  <a:srgbClr val="FFFFFF"/>
                </a:solidFill>
                <a:ea typeface="イワタ中丸ゴシック体(GT)" charset="-128"/>
              </a:rPr>
              <a:t>③</a:t>
            </a:r>
            <a:endParaRPr lang="th-TH" altLang="ms-MY"/>
          </a:p>
        </p:txBody>
      </p:sp>
      <p:sp>
        <p:nvSpPr>
          <p:cNvPr id="50255" name="Line 79"/>
          <p:cNvSpPr>
            <a:spLocks noChangeShapeType="1"/>
          </p:cNvSpPr>
          <p:nvPr/>
        </p:nvSpPr>
        <p:spPr bwMode="auto">
          <a:xfrm>
            <a:off x="1101725" y="6115050"/>
            <a:ext cx="7745413" cy="1588"/>
          </a:xfrm>
          <a:prstGeom prst="line">
            <a:avLst/>
          </a:prstGeom>
          <a:noFill/>
          <a:ln w="17463">
            <a:solidFill>
              <a:srgbClr val="FFFFFF"/>
            </a:solidFill>
            <a:round/>
            <a:headEnd/>
            <a:tailEnd/>
          </a:ln>
          <a:extLst>
            <a:ext uri="{909E8E84-426E-40DD-AFC4-6F175D3DCCD1}">
              <a14:hiddenFill xmlns:a14="http://schemas.microsoft.com/office/drawing/2010/main">
                <a:noFill/>
              </a14:hiddenFill>
            </a:ext>
          </a:extLst>
        </p:spPr>
        <p:txBody>
          <a:bodyPr/>
          <a:lstStyle/>
          <a:p>
            <a:endParaRPr lang="ms-MY"/>
          </a:p>
        </p:txBody>
      </p:sp>
      <p:sp>
        <p:nvSpPr>
          <p:cNvPr id="50256" name="Rectangle 80"/>
          <p:cNvSpPr>
            <a:spLocks noChangeArrowheads="1"/>
          </p:cNvSpPr>
          <p:nvPr/>
        </p:nvSpPr>
        <p:spPr bwMode="auto">
          <a:xfrm>
            <a:off x="1746250" y="2938463"/>
            <a:ext cx="1679575"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257" name="Rectangle 81"/>
          <p:cNvSpPr>
            <a:spLocks noChangeArrowheads="1"/>
          </p:cNvSpPr>
          <p:nvPr/>
        </p:nvSpPr>
        <p:spPr bwMode="auto">
          <a:xfrm>
            <a:off x="2025650" y="3038475"/>
            <a:ext cx="5429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45.95</a:t>
            </a:r>
            <a:endParaRPr lang="th-TH" altLang="ms-MY"/>
          </a:p>
        </p:txBody>
      </p:sp>
      <p:sp>
        <p:nvSpPr>
          <p:cNvPr id="50258" name="Rectangle 82"/>
          <p:cNvSpPr>
            <a:spLocks noChangeArrowheads="1"/>
          </p:cNvSpPr>
          <p:nvPr/>
        </p:nvSpPr>
        <p:spPr bwMode="auto">
          <a:xfrm>
            <a:off x="2463800" y="3049588"/>
            <a:ext cx="2413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MS PGothic" panose="020B0600070205080204" pitchFamily="34" charset="-128"/>
              </a:rPr>
              <a:t>～</a:t>
            </a:r>
            <a:endParaRPr lang="th-TH" altLang="ms-MY"/>
          </a:p>
        </p:txBody>
      </p:sp>
      <p:sp>
        <p:nvSpPr>
          <p:cNvPr id="50259" name="Rectangle 83"/>
          <p:cNvSpPr>
            <a:spLocks noChangeArrowheads="1"/>
          </p:cNvSpPr>
          <p:nvPr/>
        </p:nvSpPr>
        <p:spPr bwMode="auto">
          <a:xfrm>
            <a:off x="2706688" y="3038475"/>
            <a:ext cx="5429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46.45</a:t>
            </a:r>
            <a:endParaRPr lang="th-TH" altLang="ms-MY"/>
          </a:p>
        </p:txBody>
      </p:sp>
      <p:sp>
        <p:nvSpPr>
          <p:cNvPr id="50260" name="Rectangle 84"/>
          <p:cNvSpPr>
            <a:spLocks noChangeArrowheads="1"/>
          </p:cNvSpPr>
          <p:nvPr/>
        </p:nvSpPr>
        <p:spPr bwMode="auto">
          <a:xfrm>
            <a:off x="1746250" y="3254375"/>
            <a:ext cx="1679575"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261" name="Rectangle 85"/>
          <p:cNvSpPr>
            <a:spLocks noChangeArrowheads="1"/>
          </p:cNvSpPr>
          <p:nvPr/>
        </p:nvSpPr>
        <p:spPr bwMode="auto">
          <a:xfrm>
            <a:off x="2001838" y="3354388"/>
            <a:ext cx="6032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46.45 </a:t>
            </a:r>
            <a:endParaRPr lang="th-TH" altLang="ms-MY"/>
          </a:p>
        </p:txBody>
      </p:sp>
      <p:sp>
        <p:nvSpPr>
          <p:cNvPr id="50262" name="Rectangle 86"/>
          <p:cNvSpPr>
            <a:spLocks noChangeArrowheads="1"/>
          </p:cNvSpPr>
          <p:nvPr/>
        </p:nvSpPr>
        <p:spPr bwMode="auto">
          <a:xfrm>
            <a:off x="2487613" y="3365500"/>
            <a:ext cx="2413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MS PGothic" panose="020B0600070205080204" pitchFamily="34" charset="-128"/>
              </a:rPr>
              <a:t>～</a:t>
            </a:r>
            <a:endParaRPr lang="th-TH" altLang="ms-MY"/>
          </a:p>
        </p:txBody>
      </p:sp>
      <p:sp>
        <p:nvSpPr>
          <p:cNvPr id="50263" name="Rectangle 87"/>
          <p:cNvSpPr>
            <a:spLocks noChangeArrowheads="1"/>
          </p:cNvSpPr>
          <p:nvPr/>
        </p:nvSpPr>
        <p:spPr bwMode="auto">
          <a:xfrm>
            <a:off x="2730500" y="3354388"/>
            <a:ext cx="5429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46.95</a:t>
            </a:r>
            <a:endParaRPr lang="th-TH" altLang="ms-MY"/>
          </a:p>
        </p:txBody>
      </p:sp>
      <p:sp>
        <p:nvSpPr>
          <p:cNvPr id="50264" name="Rectangle 88"/>
          <p:cNvSpPr>
            <a:spLocks noChangeArrowheads="1"/>
          </p:cNvSpPr>
          <p:nvPr/>
        </p:nvSpPr>
        <p:spPr bwMode="auto">
          <a:xfrm>
            <a:off x="1746250" y="3575050"/>
            <a:ext cx="1679575"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265" name="Rectangle 89"/>
          <p:cNvSpPr>
            <a:spLocks noChangeArrowheads="1"/>
          </p:cNvSpPr>
          <p:nvPr/>
        </p:nvSpPr>
        <p:spPr bwMode="auto">
          <a:xfrm>
            <a:off x="2001838" y="3673475"/>
            <a:ext cx="6032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46.95 </a:t>
            </a:r>
            <a:endParaRPr lang="th-TH" altLang="ms-MY"/>
          </a:p>
        </p:txBody>
      </p:sp>
      <p:sp>
        <p:nvSpPr>
          <p:cNvPr id="50266" name="Rectangle 90"/>
          <p:cNvSpPr>
            <a:spLocks noChangeArrowheads="1"/>
          </p:cNvSpPr>
          <p:nvPr/>
        </p:nvSpPr>
        <p:spPr bwMode="auto">
          <a:xfrm>
            <a:off x="2487613" y="3684588"/>
            <a:ext cx="2413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MS PGothic" panose="020B0600070205080204" pitchFamily="34" charset="-128"/>
              </a:rPr>
              <a:t>～</a:t>
            </a:r>
            <a:endParaRPr lang="th-TH" altLang="ms-MY"/>
          </a:p>
        </p:txBody>
      </p:sp>
      <p:sp>
        <p:nvSpPr>
          <p:cNvPr id="50267" name="Rectangle 91"/>
          <p:cNvSpPr>
            <a:spLocks noChangeArrowheads="1"/>
          </p:cNvSpPr>
          <p:nvPr/>
        </p:nvSpPr>
        <p:spPr bwMode="auto">
          <a:xfrm>
            <a:off x="2730500" y="3673475"/>
            <a:ext cx="5429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47.45</a:t>
            </a:r>
            <a:endParaRPr lang="th-TH" altLang="ms-MY"/>
          </a:p>
        </p:txBody>
      </p:sp>
      <p:sp>
        <p:nvSpPr>
          <p:cNvPr id="50268" name="Rectangle 92"/>
          <p:cNvSpPr>
            <a:spLocks noChangeArrowheads="1"/>
          </p:cNvSpPr>
          <p:nvPr/>
        </p:nvSpPr>
        <p:spPr bwMode="auto">
          <a:xfrm>
            <a:off x="1746250" y="3890963"/>
            <a:ext cx="1679575"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269" name="Rectangle 93"/>
          <p:cNvSpPr>
            <a:spLocks noChangeArrowheads="1"/>
          </p:cNvSpPr>
          <p:nvPr/>
        </p:nvSpPr>
        <p:spPr bwMode="auto">
          <a:xfrm>
            <a:off x="2001838" y="3990975"/>
            <a:ext cx="6032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47.45 </a:t>
            </a:r>
            <a:endParaRPr lang="th-TH" altLang="ms-MY"/>
          </a:p>
        </p:txBody>
      </p:sp>
      <p:sp>
        <p:nvSpPr>
          <p:cNvPr id="50270" name="Rectangle 94"/>
          <p:cNvSpPr>
            <a:spLocks noChangeArrowheads="1"/>
          </p:cNvSpPr>
          <p:nvPr/>
        </p:nvSpPr>
        <p:spPr bwMode="auto">
          <a:xfrm>
            <a:off x="2487613" y="4002088"/>
            <a:ext cx="2413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MS PGothic" panose="020B0600070205080204" pitchFamily="34" charset="-128"/>
              </a:rPr>
              <a:t>～</a:t>
            </a:r>
            <a:endParaRPr lang="th-TH" altLang="ms-MY"/>
          </a:p>
        </p:txBody>
      </p:sp>
      <p:sp>
        <p:nvSpPr>
          <p:cNvPr id="50271" name="Rectangle 95"/>
          <p:cNvSpPr>
            <a:spLocks noChangeArrowheads="1"/>
          </p:cNvSpPr>
          <p:nvPr/>
        </p:nvSpPr>
        <p:spPr bwMode="auto">
          <a:xfrm>
            <a:off x="2730500" y="3990975"/>
            <a:ext cx="5429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47.95</a:t>
            </a:r>
            <a:endParaRPr lang="th-TH" altLang="ms-MY"/>
          </a:p>
        </p:txBody>
      </p:sp>
      <p:sp>
        <p:nvSpPr>
          <p:cNvPr id="50272" name="Rectangle 96"/>
          <p:cNvSpPr>
            <a:spLocks noChangeArrowheads="1"/>
          </p:cNvSpPr>
          <p:nvPr/>
        </p:nvSpPr>
        <p:spPr bwMode="auto">
          <a:xfrm>
            <a:off x="1746250" y="4206875"/>
            <a:ext cx="1679575"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273" name="Rectangle 97"/>
          <p:cNvSpPr>
            <a:spLocks noChangeArrowheads="1"/>
          </p:cNvSpPr>
          <p:nvPr/>
        </p:nvSpPr>
        <p:spPr bwMode="auto">
          <a:xfrm>
            <a:off x="2001838" y="4306888"/>
            <a:ext cx="6032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47.95 </a:t>
            </a:r>
            <a:endParaRPr lang="th-TH" altLang="ms-MY"/>
          </a:p>
        </p:txBody>
      </p:sp>
      <p:sp>
        <p:nvSpPr>
          <p:cNvPr id="50274" name="Rectangle 98"/>
          <p:cNvSpPr>
            <a:spLocks noChangeArrowheads="1"/>
          </p:cNvSpPr>
          <p:nvPr/>
        </p:nvSpPr>
        <p:spPr bwMode="auto">
          <a:xfrm>
            <a:off x="2487613" y="4318000"/>
            <a:ext cx="2413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MS PGothic" panose="020B0600070205080204" pitchFamily="34" charset="-128"/>
              </a:rPr>
              <a:t>～</a:t>
            </a:r>
            <a:endParaRPr lang="th-TH" altLang="ms-MY"/>
          </a:p>
        </p:txBody>
      </p:sp>
      <p:sp>
        <p:nvSpPr>
          <p:cNvPr id="50275" name="Rectangle 99"/>
          <p:cNvSpPr>
            <a:spLocks noChangeArrowheads="1"/>
          </p:cNvSpPr>
          <p:nvPr/>
        </p:nvSpPr>
        <p:spPr bwMode="auto">
          <a:xfrm>
            <a:off x="2730500" y="4306888"/>
            <a:ext cx="5429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48.45</a:t>
            </a:r>
            <a:endParaRPr lang="th-TH" altLang="ms-MY"/>
          </a:p>
        </p:txBody>
      </p:sp>
      <p:sp>
        <p:nvSpPr>
          <p:cNvPr id="50276" name="Rectangle 100"/>
          <p:cNvSpPr>
            <a:spLocks noChangeArrowheads="1"/>
          </p:cNvSpPr>
          <p:nvPr/>
        </p:nvSpPr>
        <p:spPr bwMode="auto">
          <a:xfrm>
            <a:off x="1776413" y="4525963"/>
            <a:ext cx="1685925"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277" name="Rectangle 101"/>
          <p:cNvSpPr>
            <a:spLocks noChangeArrowheads="1"/>
          </p:cNvSpPr>
          <p:nvPr/>
        </p:nvSpPr>
        <p:spPr bwMode="auto">
          <a:xfrm>
            <a:off x="2035175" y="4625975"/>
            <a:ext cx="6032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48.45 </a:t>
            </a:r>
            <a:endParaRPr lang="th-TH" altLang="ms-MY"/>
          </a:p>
        </p:txBody>
      </p:sp>
      <p:sp>
        <p:nvSpPr>
          <p:cNvPr id="50278" name="Rectangle 102"/>
          <p:cNvSpPr>
            <a:spLocks noChangeArrowheads="1"/>
          </p:cNvSpPr>
          <p:nvPr/>
        </p:nvSpPr>
        <p:spPr bwMode="auto">
          <a:xfrm>
            <a:off x="2520950" y="4637088"/>
            <a:ext cx="2413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MS PGothic" panose="020B0600070205080204" pitchFamily="34" charset="-128"/>
              </a:rPr>
              <a:t>～</a:t>
            </a:r>
            <a:endParaRPr lang="th-TH" altLang="ms-MY"/>
          </a:p>
        </p:txBody>
      </p:sp>
      <p:sp>
        <p:nvSpPr>
          <p:cNvPr id="50279" name="Rectangle 103"/>
          <p:cNvSpPr>
            <a:spLocks noChangeArrowheads="1"/>
          </p:cNvSpPr>
          <p:nvPr/>
        </p:nvSpPr>
        <p:spPr bwMode="auto">
          <a:xfrm>
            <a:off x="2763838" y="4625975"/>
            <a:ext cx="5429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48.95</a:t>
            </a:r>
            <a:endParaRPr lang="th-TH" altLang="ms-MY"/>
          </a:p>
        </p:txBody>
      </p:sp>
      <p:sp>
        <p:nvSpPr>
          <p:cNvPr id="50280" name="Rectangle 104"/>
          <p:cNvSpPr>
            <a:spLocks noChangeArrowheads="1"/>
          </p:cNvSpPr>
          <p:nvPr/>
        </p:nvSpPr>
        <p:spPr bwMode="auto">
          <a:xfrm>
            <a:off x="1746250" y="4841875"/>
            <a:ext cx="1679575"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281" name="Rectangle 105"/>
          <p:cNvSpPr>
            <a:spLocks noChangeArrowheads="1"/>
          </p:cNvSpPr>
          <p:nvPr/>
        </p:nvSpPr>
        <p:spPr bwMode="auto">
          <a:xfrm>
            <a:off x="2001838" y="4941888"/>
            <a:ext cx="6032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48.95 </a:t>
            </a:r>
            <a:endParaRPr lang="th-TH" altLang="ms-MY"/>
          </a:p>
        </p:txBody>
      </p:sp>
      <p:sp>
        <p:nvSpPr>
          <p:cNvPr id="50282" name="Rectangle 106"/>
          <p:cNvSpPr>
            <a:spLocks noChangeArrowheads="1"/>
          </p:cNvSpPr>
          <p:nvPr/>
        </p:nvSpPr>
        <p:spPr bwMode="auto">
          <a:xfrm>
            <a:off x="2487613" y="4953000"/>
            <a:ext cx="2413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MS PGothic" panose="020B0600070205080204" pitchFamily="34" charset="-128"/>
              </a:rPr>
              <a:t>～</a:t>
            </a:r>
            <a:endParaRPr lang="th-TH" altLang="ms-MY"/>
          </a:p>
        </p:txBody>
      </p:sp>
      <p:sp>
        <p:nvSpPr>
          <p:cNvPr id="50283" name="Rectangle 107"/>
          <p:cNvSpPr>
            <a:spLocks noChangeArrowheads="1"/>
          </p:cNvSpPr>
          <p:nvPr/>
        </p:nvSpPr>
        <p:spPr bwMode="auto">
          <a:xfrm>
            <a:off x="2730500" y="4941888"/>
            <a:ext cx="5429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49.45</a:t>
            </a:r>
            <a:endParaRPr lang="th-TH" altLang="ms-MY"/>
          </a:p>
        </p:txBody>
      </p:sp>
      <p:sp>
        <p:nvSpPr>
          <p:cNvPr id="50284" name="Rectangle 108"/>
          <p:cNvSpPr>
            <a:spLocks noChangeArrowheads="1"/>
          </p:cNvSpPr>
          <p:nvPr/>
        </p:nvSpPr>
        <p:spPr bwMode="auto">
          <a:xfrm>
            <a:off x="1746250" y="5159375"/>
            <a:ext cx="1679575"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285" name="Rectangle 109"/>
          <p:cNvSpPr>
            <a:spLocks noChangeArrowheads="1"/>
          </p:cNvSpPr>
          <p:nvPr/>
        </p:nvSpPr>
        <p:spPr bwMode="auto">
          <a:xfrm>
            <a:off x="2001838" y="5257800"/>
            <a:ext cx="6032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49.45 </a:t>
            </a:r>
            <a:endParaRPr lang="th-TH" altLang="ms-MY"/>
          </a:p>
        </p:txBody>
      </p:sp>
      <p:sp>
        <p:nvSpPr>
          <p:cNvPr id="50286" name="Rectangle 110"/>
          <p:cNvSpPr>
            <a:spLocks noChangeArrowheads="1"/>
          </p:cNvSpPr>
          <p:nvPr/>
        </p:nvSpPr>
        <p:spPr bwMode="auto">
          <a:xfrm>
            <a:off x="2487613" y="5268913"/>
            <a:ext cx="2413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MS PGothic" panose="020B0600070205080204" pitchFamily="34" charset="-128"/>
              </a:rPr>
              <a:t>～</a:t>
            </a:r>
            <a:endParaRPr lang="th-TH" altLang="ms-MY"/>
          </a:p>
        </p:txBody>
      </p:sp>
      <p:sp>
        <p:nvSpPr>
          <p:cNvPr id="50287" name="Rectangle 111"/>
          <p:cNvSpPr>
            <a:spLocks noChangeArrowheads="1"/>
          </p:cNvSpPr>
          <p:nvPr/>
        </p:nvSpPr>
        <p:spPr bwMode="auto">
          <a:xfrm>
            <a:off x="2730500" y="5257800"/>
            <a:ext cx="5429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49.95</a:t>
            </a:r>
            <a:endParaRPr lang="th-TH" altLang="ms-MY"/>
          </a:p>
        </p:txBody>
      </p:sp>
      <p:sp>
        <p:nvSpPr>
          <p:cNvPr id="50288" name="Rectangle 112"/>
          <p:cNvSpPr>
            <a:spLocks noChangeArrowheads="1"/>
          </p:cNvSpPr>
          <p:nvPr/>
        </p:nvSpPr>
        <p:spPr bwMode="auto">
          <a:xfrm>
            <a:off x="1746250" y="5481638"/>
            <a:ext cx="1679575"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289" name="Rectangle 113"/>
          <p:cNvSpPr>
            <a:spLocks noChangeArrowheads="1"/>
          </p:cNvSpPr>
          <p:nvPr/>
        </p:nvSpPr>
        <p:spPr bwMode="auto">
          <a:xfrm>
            <a:off x="2001838" y="5581650"/>
            <a:ext cx="6032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49.95 </a:t>
            </a:r>
            <a:endParaRPr lang="th-TH" altLang="ms-MY"/>
          </a:p>
        </p:txBody>
      </p:sp>
      <p:sp>
        <p:nvSpPr>
          <p:cNvPr id="50290" name="Rectangle 114"/>
          <p:cNvSpPr>
            <a:spLocks noChangeArrowheads="1"/>
          </p:cNvSpPr>
          <p:nvPr/>
        </p:nvSpPr>
        <p:spPr bwMode="auto">
          <a:xfrm>
            <a:off x="2487613" y="5592763"/>
            <a:ext cx="2413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MS PGothic" panose="020B0600070205080204" pitchFamily="34" charset="-128"/>
              </a:rPr>
              <a:t>～</a:t>
            </a:r>
            <a:endParaRPr lang="th-TH" altLang="ms-MY"/>
          </a:p>
        </p:txBody>
      </p:sp>
      <p:sp>
        <p:nvSpPr>
          <p:cNvPr id="50291" name="Rectangle 115"/>
          <p:cNvSpPr>
            <a:spLocks noChangeArrowheads="1"/>
          </p:cNvSpPr>
          <p:nvPr/>
        </p:nvSpPr>
        <p:spPr bwMode="auto">
          <a:xfrm>
            <a:off x="2730500" y="5581650"/>
            <a:ext cx="5429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50.45</a:t>
            </a:r>
            <a:endParaRPr lang="th-TH" altLang="ms-MY"/>
          </a:p>
        </p:txBody>
      </p:sp>
      <p:sp>
        <p:nvSpPr>
          <p:cNvPr id="50292" name="Rectangle 116"/>
          <p:cNvSpPr>
            <a:spLocks noChangeArrowheads="1"/>
          </p:cNvSpPr>
          <p:nvPr/>
        </p:nvSpPr>
        <p:spPr bwMode="auto">
          <a:xfrm>
            <a:off x="1746250" y="5791200"/>
            <a:ext cx="1679575"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293" name="Rectangle 117"/>
          <p:cNvSpPr>
            <a:spLocks noChangeArrowheads="1"/>
          </p:cNvSpPr>
          <p:nvPr/>
        </p:nvSpPr>
        <p:spPr bwMode="auto">
          <a:xfrm>
            <a:off x="2001838" y="5891213"/>
            <a:ext cx="6032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50.45 </a:t>
            </a:r>
            <a:endParaRPr lang="th-TH" altLang="ms-MY"/>
          </a:p>
        </p:txBody>
      </p:sp>
      <p:sp>
        <p:nvSpPr>
          <p:cNvPr id="50294" name="Rectangle 118"/>
          <p:cNvSpPr>
            <a:spLocks noChangeArrowheads="1"/>
          </p:cNvSpPr>
          <p:nvPr/>
        </p:nvSpPr>
        <p:spPr bwMode="auto">
          <a:xfrm>
            <a:off x="2487613" y="5902325"/>
            <a:ext cx="2413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MS PGothic" panose="020B0600070205080204" pitchFamily="34" charset="-128"/>
              </a:rPr>
              <a:t>～</a:t>
            </a:r>
            <a:endParaRPr lang="th-TH" altLang="ms-MY"/>
          </a:p>
        </p:txBody>
      </p:sp>
      <p:sp>
        <p:nvSpPr>
          <p:cNvPr id="50295" name="Rectangle 119"/>
          <p:cNvSpPr>
            <a:spLocks noChangeArrowheads="1"/>
          </p:cNvSpPr>
          <p:nvPr/>
        </p:nvSpPr>
        <p:spPr bwMode="auto">
          <a:xfrm>
            <a:off x="2730500" y="5891213"/>
            <a:ext cx="5429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50.95</a:t>
            </a:r>
            <a:endParaRPr lang="th-TH" altLang="ms-MY"/>
          </a:p>
        </p:txBody>
      </p:sp>
      <p:sp>
        <p:nvSpPr>
          <p:cNvPr id="50296" name="Rectangle 120"/>
          <p:cNvSpPr>
            <a:spLocks noChangeArrowheads="1"/>
          </p:cNvSpPr>
          <p:nvPr/>
        </p:nvSpPr>
        <p:spPr bwMode="auto">
          <a:xfrm>
            <a:off x="3422650" y="2625725"/>
            <a:ext cx="1298575"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297" name="Rectangle 121"/>
          <p:cNvSpPr>
            <a:spLocks noChangeArrowheads="1"/>
          </p:cNvSpPr>
          <p:nvPr/>
        </p:nvSpPr>
        <p:spPr bwMode="auto">
          <a:xfrm>
            <a:off x="3851275" y="2725738"/>
            <a:ext cx="6032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45.70 </a:t>
            </a:r>
            <a:endParaRPr lang="th-TH" altLang="ms-MY"/>
          </a:p>
        </p:txBody>
      </p:sp>
      <p:sp>
        <p:nvSpPr>
          <p:cNvPr id="50298" name="Rectangle 122"/>
          <p:cNvSpPr>
            <a:spLocks noChangeArrowheads="1"/>
          </p:cNvSpPr>
          <p:nvPr/>
        </p:nvSpPr>
        <p:spPr bwMode="auto">
          <a:xfrm>
            <a:off x="3422650" y="2938463"/>
            <a:ext cx="1298575"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299" name="Rectangle 123"/>
          <p:cNvSpPr>
            <a:spLocks noChangeArrowheads="1"/>
          </p:cNvSpPr>
          <p:nvPr/>
        </p:nvSpPr>
        <p:spPr bwMode="auto">
          <a:xfrm>
            <a:off x="3851275" y="3038475"/>
            <a:ext cx="5429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46.20</a:t>
            </a:r>
            <a:endParaRPr lang="th-TH" altLang="ms-MY"/>
          </a:p>
        </p:txBody>
      </p:sp>
      <p:sp>
        <p:nvSpPr>
          <p:cNvPr id="50300" name="Rectangle 124"/>
          <p:cNvSpPr>
            <a:spLocks noChangeArrowheads="1"/>
          </p:cNvSpPr>
          <p:nvPr/>
        </p:nvSpPr>
        <p:spPr bwMode="auto">
          <a:xfrm>
            <a:off x="3422650" y="3575050"/>
            <a:ext cx="1298575"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301" name="Rectangle 125"/>
          <p:cNvSpPr>
            <a:spLocks noChangeArrowheads="1"/>
          </p:cNvSpPr>
          <p:nvPr/>
        </p:nvSpPr>
        <p:spPr bwMode="auto">
          <a:xfrm>
            <a:off x="3851275" y="3673475"/>
            <a:ext cx="5429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47.20</a:t>
            </a:r>
            <a:endParaRPr lang="th-TH" altLang="ms-MY"/>
          </a:p>
        </p:txBody>
      </p:sp>
      <p:sp>
        <p:nvSpPr>
          <p:cNvPr id="50302" name="Rectangle 126"/>
          <p:cNvSpPr>
            <a:spLocks noChangeArrowheads="1"/>
          </p:cNvSpPr>
          <p:nvPr/>
        </p:nvSpPr>
        <p:spPr bwMode="auto">
          <a:xfrm>
            <a:off x="3422650" y="4206875"/>
            <a:ext cx="1298575"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303" name="Rectangle 127"/>
          <p:cNvSpPr>
            <a:spLocks noChangeArrowheads="1"/>
          </p:cNvSpPr>
          <p:nvPr/>
        </p:nvSpPr>
        <p:spPr bwMode="auto">
          <a:xfrm>
            <a:off x="3851275" y="4306888"/>
            <a:ext cx="5429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48.20</a:t>
            </a:r>
            <a:endParaRPr lang="th-TH" altLang="ms-MY"/>
          </a:p>
        </p:txBody>
      </p:sp>
      <p:sp>
        <p:nvSpPr>
          <p:cNvPr id="50304" name="Rectangle 128"/>
          <p:cNvSpPr>
            <a:spLocks noChangeArrowheads="1"/>
          </p:cNvSpPr>
          <p:nvPr/>
        </p:nvSpPr>
        <p:spPr bwMode="auto">
          <a:xfrm>
            <a:off x="3422650" y="4841875"/>
            <a:ext cx="1298575"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305" name="Rectangle 129"/>
          <p:cNvSpPr>
            <a:spLocks noChangeArrowheads="1"/>
          </p:cNvSpPr>
          <p:nvPr/>
        </p:nvSpPr>
        <p:spPr bwMode="auto">
          <a:xfrm>
            <a:off x="3851275" y="4941888"/>
            <a:ext cx="5429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49.20</a:t>
            </a:r>
            <a:endParaRPr lang="th-TH" altLang="ms-MY"/>
          </a:p>
        </p:txBody>
      </p:sp>
      <p:sp>
        <p:nvSpPr>
          <p:cNvPr id="50306" name="Rectangle 130"/>
          <p:cNvSpPr>
            <a:spLocks noChangeArrowheads="1"/>
          </p:cNvSpPr>
          <p:nvPr/>
        </p:nvSpPr>
        <p:spPr bwMode="auto">
          <a:xfrm>
            <a:off x="3422650" y="5481638"/>
            <a:ext cx="1298575"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307" name="Rectangle 131"/>
          <p:cNvSpPr>
            <a:spLocks noChangeArrowheads="1"/>
          </p:cNvSpPr>
          <p:nvPr/>
        </p:nvSpPr>
        <p:spPr bwMode="auto">
          <a:xfrm>
            <a:off x="3851275" y="5581650"/>
            <a:ext cx="5429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50.20</a:t>
            </a:r>
            <a:endParaRPr lang="th-TH" altLang="ms-MY"/>
          </a:p>
        </p:txBody>
      </p:sp>
      <p:sp>
        <p:nvSpPr>
          <p:cNvPr id="50308" name="Rectangle 132"/>
          <p:cNvSpPr>
            <a:spLocks noChangeArrowheads="1"/>
          </p:cNvSpPr>
          <p:nvPr/>
        </p:nvSpPr>
        <p:spPr bwMode="auto">
          <a:xfrm>
            <a:off x="3422650" y="4525963"/>
            <a:ext cx="1298575"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309" name="Rectangle 133"/>
          <p:cNvSpPr>
            <a:spLocks noChangeArrowheads="1"/>
          </p:cNvSpPr>
          <p:nvPr/>
        </p:nvSpPr>
        <p:spPr bwMode="auto">
          <a:xfrm>
            <a:off x="3851275" y="4625975"/>
            <a:ext cx="6032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48.70 </a:t>
            </a:r>
            <a:endParaRPr lang="th-TH" altLang="ms-MY"/>
          </a:p>
        </p:txBody>
      </p:sp>
      <p:sp>
        <p:nvSpPr>
          <p:cNvPr id="50310" name="Rectangle 134"/>
          <p:cNvSpPr>
            <a:spLocks noChangeArrowheads="1"/>
          </p:cNvSpPr>
          <p:nvPr/>
        </p:nvSpPr>
        <p:spPr bwMode="auto">
          <a:xfrm>
            <a:off x="3422650" y="3890963"/>
            <a:ext cx="1298575"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311" name="Rectangle 135"/>
          <p:cNvSpPr>
            <a:spLocks noChangeArrowheads="1"/>
          </p:cNvSpPr>
          <p:nvPr/>
        </p:nvSpPr>
        <p:spPr bwMode="auto">
          <a:xfrm>
            <a:off x="3851275" y="3990975"/>
            <a:ext cx="6032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47.70 </a:t>
            </a:r>
            <a:endParaRPr lang="th-TH" altLang="ms-MY"/>
          </a:p>
        </p:txBody>
      </p:sp>
      <p:sp>
        <p:nvSpPr>
          <p:cNvPr id="50312" name="Rectangle 136"/>
          <p:cNvSpPr>
            <a:spLocks noChangeArrowheads="1"/>
          </p:cNvSpPr>
          <p:nvPr/>
        </p:nvSpPr>
        <p:spPr bwMode="auto">
          <a:xfrm>
            <a:off x="3422650" y="5159375"/>
            <a:ext cx="1298575"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313" name="Rectangle 137"/>
          <p:cNvSpPr>
            <a:spLocks noChangeArrowheads="1"/>
          </p:cNvSpPr>
          <p:nvPr/>
        </p:nvSpPr>
        <p:spPr bwMode="auto">
          <a:xfrm>
            <a:off x="3851275" y="5257800"/>
            <a:ext cx="6032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49.70 </a:t>
            </a:r>
            <a:endParaRPr lang="th-TH" altLang="ms-MY"/>
          </a:p>
        </p:txBody>
      </p:sp>
      <p:sp>
        <p:nvSpPr>
          <p:cNvPr id="50314" name="Rectangle 138"/>
          <p:cNvSpPr>
            <a:spLocks noChangeArrowheads="1"/>
          </p:cNvSpPr>
          <p:nvPr/>
        </p:nvSpPr>
        <p:spPr bwMode="auto">
          <a:xfrm>
            <a:off x="3422650" y="3254375"/>
            <a:ext cx="1298575"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315" name="Rectangle 139"/>
          <p:cNvSpPr>
            <a:spLocks noChangeArrowheads="1"/>
          </p:cNvSpPr>
          <p:nvPr/>
        </p:nvSpPr>
        <p:spPr bwMode="auto">
          <a:xfrm>
            <a:off x="3851275" y="3354388"/>
            <a:ext cx="6032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46.70 </a:t>
            </a:r>
            <a:endParaRPr lang="th-TH" altLang="ms-MY"/>
          </a:p>
        </p:txBody>
      </p:sp>
      <p:sp>
        <p:nvSpPr>
          <p:cNvPr id="50316" name="Rectangle 140"/>
          <p:cNvSpPr>
            <a:spLocks noChangeArrowheads="1"/>
          </p:cNvSpPr>
          <p:nvPr/>
        </p:nvSpPr>
        <p:spPr bwMode="auto">
          <a:xfrm>
            <a:off x="3422650" y="5791200"/>
            <a:ext cx="1298575"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317" name="Rectangle 141"/>
          <p:cNvSpPr>
            <a:spLocks noChangeArrowheads="1"/>
          </p:cNvSpPr>
          <p:nvPr/>
        </p:nvSpPr>
        <p:spPr bwMode="auto">
          <a:xfrm>
            <a:off x="3851275" y="5891213"/>
            <a:ext cx="6032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50.70 </a:t>
            </a:r>
            <a:endParaRPr lang="th-TH" altLang="ms-MY"/>
          </a:p>
        </p:txBody>
      </p:sp>
      <p:sp>
        <p:nvSpPr>
          <p:cNvPr id="50318" name="Rectangle 142"/>
          <p:cNvSpPr>
            <a:spLocks noChangeArrowheads="1"/>
          </p:cNvSpPr>
          <p:nvPr/>
        </p:nvSpPr>
        <p:spPr bwMode="auto">
          <a:xfrm>
            <a:off x="4702175" y="2614613"/>
            <a:ext cx="647700"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319" name="Rectangle 143"/>
          <p:cNvSpPr>
            <a:spLocks noChangeArrowheads="1"/>
          </p:cNvSpPr>
          <p:nvPr/>
        </p:nvSpPr>
        <p:spPr bwMode="auto">
          <a:xfrm>
            <a:off x="5073650" y="2714625"/>
            <a:ext cx="1809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2 </a:t>
            </a:r>
            <a:endParaRPr lang="th-TH" altLang="ms-MY"/>
          </a:p>
        </p:txBody>
      </p:sp>
      <p:sp>
        <p:nvSpPr>
          <p:cNvPr id="50320" name="Rectangle 144"/>
          <p:cNvSpPr>
            <a:spLocks noChangeArrowheads="1"/>
          </p:cNvSpPr>
          <p:nvPr/>
        </p:nvSpPr>
        <p:spPr bwMode="auto">
          <a:xfrm>
            <a:off x="4718050" y="2938463"/>
            <a:ext cx="6477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321" name="Rectangle 145"/>
          <p:cNvSpPr>
            <a:spLocks noChangeArrowheads="1"/>
          </p:cNvSpPr>
          <p:nvPr/>
        </p:nvSpPr>
        <p:spPr bwMode="auto">
          <a:xfrm>
            <a:off x="5087938" y="3038475"/>
            <a:ext cx="1809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3 </a:t>
            </a:r>
            <a:endParaRPr lang="th-TH" altLang="ms-MY"/>
          </a:p>
        </p:txBody>
      </p:sp>
      <p:sp>
        <p:nvSpPr>
          <p:cNvPr id="50322" name="Rectangle 146"/>
          <p:cNvSpPr>
            <a:spLocks noChangeArrowheads="1"/>
          </p:cNvSpPr>
          <p:nvPr/>
        </p:nvSpPr>
        <p:spPr bwMode="auto">
          <a:xfrm>
            <a:off x="4718050" y="3254375"/>
            <a:ext cx="647700"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323" name="Rectangle 147"/>
          <p:cNvSpPr>
            <a:spLocks noChangeArrowheads="1"/>
          </p:cNvSpPr>
          <p:nvPr/>
        </p:nvSpPr>
        <p:spPr bwMode="auto">
          <a:xfrm>
            <a:off x="5087938" y="3354388"/>
            <a:ext cx="1809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6 </a:t>
            </a:r>
            <a:endParaRPr lang="th-TH" altLang="ms-MY"/>
          </a:p>
        </p:txBody>
      </p:sp>
      <p:sp>
        <p:nvSpPr>
          <p:cNvPr id="50324" name="Rectangle 148"/>
          <p:cNvSpPr>
            <a:spLocks noChangeArrowheads="1"/>
          </p:cNvSpPr>
          <p:nvPr/>
        </p:nvSpPr>
        <p:spPr bwMode="auto">
          <a:xfrm>
            <a:off x="4718050" y="3575050"/>
            <a:ext cx="6477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325" name="Rectangle 149"/>
          <p:cNvSpPr>
            <a:spLocks noChangeArrowheads="1"/>
          </p:cNvSpPr>
          <p:nvPr/>
        </p:nvSpPr>
        <p:spPr bwMode="auto">
          <a:xfrm>
            <a:off x="4991100" y="3673475"/>
            <a:ext cx="2413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11</a:t>
            </a:r>
            <a:endParaRPr lang="th-TH" altLang="ms-MY"/>
          </a:p>
        </p:txBody>
      </p:sp>
      <p:sp>
        <p:nvSpPr>
          <p:cNvPr id="50326" name="Rectangle 150"/>
          <p:cNvSpPr>
            <a:spLocks noChangeArrowheads="1"/>
          </p:cNvSpPr>
          <p:nvPr/>
        </p:nvSpPr>
        <p:spPr bwMode="auto">
          <a:xfrm>
            <a:off x="4718050" y="3890963"/>
            <a:ext cx="6477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327" name="Rectangle 151"/>
          <p:cNvSpPr>
            <a:spLocks noChangeArrowheads="1"/>
          </p:cNvSpPr>
          <p:nvPr/>
        </p:nvSpPr>
        <p:spPr bwMode="auto">
          <a:xfrm>
            <a:off x="4991100" y="3990975"/>
            <a:ext cx="2413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19</a:t>
            </a:r>
            <a:endParaRPr lang="th-TH" altLang="ms-MY"/>
          </a:p>
        </p:txBody>
      </p:sp>
      <p:sp>
        <p:nvSpPr>
          <p:cNvPr id="50328" name="Rectangle 152"/>
          <p:cNvSpPr>
            <a:spLocks noChangeArrowheads="1"/>
          </p:cNvSpPr>
          <p:nvPr/>
        </p:nvSpPr>
        <p:spPr bwMode="auto">
          <a:xfrm>
            <a:off x="4718050" y="4206875"/>
            <a:ext cx="6477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329" name="Rectangle 153"/>
          <p:cNvSpPr>
            <a:spLocks noChangeArrowheads="1"/>
          </p:cNvSpPr>
          <p:nvPr/>
        </p:nvSpPr>
        <p:spPr bwMode="auto">
          <a:xfrm>
            <a:off x="4991100" y="4306888"/>
            <a:ext cx="2413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22</a:t>
            </a:r>
            <a:endParaRPr lang="th-TH" altLang="ms-MY"/>
          </a:p>
        </p:txBody>
      </p:sp>
      <p:sp>
        <p:nvSpPr>
          <p:cNvPr id="50330" name="Rectangle 154"/>
          <p:cNvSpPr>
            <a:spLocks noChangeArrowheads="1"/>
          </p:cNvSpPr>
          <p:nvPr/>
        </p:nvSpPr>
        <p:spPr bwMode="auto">
          <a:xfrm>
            <a:off x="4718050" y="4525963"/>
            <a:ext cx="647700"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331" name="Rectangle 155"/>
          <p:cNvSpPr>
            <a:spLocks noChangeArrowheads="1"/>
          </p:cNvSpPr>
          <p:nvPr/>
        </p:nvSpPr>
        <p:spPr bwMode="auto">
          <a:xfrm>
            <a:off x="4991100" y="4625975"/>
            <a:ext cx="2413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17</a:t>
            </a:r>
            <a:endParaRPr lang="th-TH" altLang="ms-MY"/>
          </a:p>
        </p:txBody>
      </p:sp>
      <p:sp>
        <p:nvSpPr>
          <p:cNvPr id="50332" name="Rectangle 156"/>
          <p:cNvSpPr>
            <a:spLocks noChangeArrowheads="1"/>
          </p:cNvSpPr>
          <p:nvPr/>
        </p:nvSpPr>
        <p:spPr bwMode="auto">
          <a:xfrm>
            <a:off x="4718050" y="4841875"/>
            <a:ext cx="647700"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333" name="Rectangle 157"/>
          <p:cNvSpPr>
            <a:spLocks noChangeArrowheads="1"/>
          </p:cNvSpPr>
          <p:nvPr/>
        </p:nvSpPr>
        <p:spPr bwMode="auto">
          <a:xfrm>
            <a:off x="5087938" y="4941888"/>
            <a:ext cx="1206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9</a:t>
            </a:r>
            <a:endParaRPr lang="th-TH" altLang="ms-MY"/>
          </a:p>
        </p:txBody>
      </p:sp>
      <p:sp>
        <p:nvSpPr>
          <p:cNvPr id="50334" name="Rectangle 158"/>
          <p:cNvSpPr>
            <a:spLocks noChangeArrowheads="1"/>
          </p:cNvSpPr>
          <p:nvPr/>
        </p:nvSpPr>
        <p:spPr bwMode="auto">
          <a:xfrm>
            <a:off x="4718050" y="5159375"/>
            <a:ext cx="6477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335" name="Rectangle 159"/>
          <p:cNvSpPr>
            <a:spLocks noChangeArrowheads="1"/>
          </p:cNvSpPr>
          <p:nvPr/>
        </p:nvSpPr>
        <p:spPr bwMode="auto">
          <a:xfrm>
            <a:off x="5087938" y="5257800"/>
            <a:ext cx="1809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7 </a:t>
            </a:r>
            <a:endParaRPr lang="th-TH" altLang="ms-MY"/>
          </a:p>
        </p:txBody>
      </p:sp>
      <p:sp>
        <p:nvSpPr>
          <p:cNvPr id="50336" name="Rectangle 160"/>
          <p:cNvSpPr>
            <a:spLocks noChangeArrowheads="1"/>
          </p:cNvSpPr>
          <p:nvPr/>
        </p:nvSpPr>
        <p:spPr bwMode="auto">
          <a:xfrm>
            <a:off x="4718050" y="5481638"/>
            <a:ext cx="647700"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337" name="Rectangle 161"/>
          <p:cNvSpPr>
            <a:spLocks noChangeArrowheads="1"/>
          </p:cNvSpPr>
          <p:nvPr/>
        </p:nvSpPr>
        <p:spPr bwMode="auto">
          <a:xfrm>
            <a:off x="5087938" y="5581650"/>
            <a:ext cx="1809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3 </a:t>
            </a:r>
            <a:endParaRPr lang="th-TH" altLang="ms-MY"/>
          </a:p>
        </p:txBody>
      </p:sp>
      <p:sp>
        <p:nvSpPr>
          <p:cNvPr id="50338" name="Rectangle 162"/>
          <p:cNvSpPr>
            <a:spLocks noChangeArrowheads="1"/>
          </p:cNvSpPr>
          <p:nvPr/>
        </p:nvSpPr>
        <p:spPr bwMode="auto">
          <a:xfrm>
            <a:off x="4718050" y="5791200"/>
            <a:ext cx="6477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339" name="Rectangle 163"/>
          <p:cNvSpPr>
            <a:spLocks noChangeArrowheads="1"/>
          </p:cNvSpPr>
          <p:nvPr/>
        </p:nvSpPr>
        <p:spPr bwMode="auto">
          <a:xfrm>
            <a:off x="5087938" y="5891213"/>
            <a:ext cx="1809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1 </a:t>
            </a:r>
            <a:endParaRPr lang="th-TH" altLang="ms-MY"/>
          </a:p>
        </p:txBody>
      </p:sp>
      <p:sp>
        <p:nvSpPr>
          <p:cNvPr id="50340" name="Rectangle 164"/>
          <p:cNvSpPr>
            <a:spLocks noChangeArrowheads="1"/>
          </p:cNvSpPr>
          <p:nvPr/>
        </p:nvSpPr>
        <p:spPr bwMode="auto">
          <a:xfrm>
            <a:off x="5619750" y="2625725"/>
            <a:ext cx="647700"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341" name="Rectangle 165"/>
          <p:cNvSpPr>
            <a:spLocks noChangeArrowheads="1"/>
          </p:cNvSpPr>
          <p:nvPr/>
        </p:nvSpPr>
        <p:spPr bwMode="auto">
          <a:xfrm>
            <a:off x="5930900" y="2725738"/>
            <a:ext cx="80963"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a:t>
            </a:r>
            <a:endParaRPr lang="th-TH" altLang="ms-MY"/>
          </a:p>
        </p:txBody>
      </p:sp>
      <p:sp>
        <p:nvSpPr>
          <p:cNvPr id="50342" name="Rectangle 166"/>
          <p:cNvSpPr>
            <a:spLocks noChangeArrowheads="1"/>
          </p:cNvSpPr>
          <p:nvPr/>
        </p:nvSpPr>
        <p:spPr bwMode="auto">
          <a:xfrm>
            <a:off x="5991225" y="2725738"/>
            <a:ext cx="1206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5</a:t>
            </a:r>
            <a:endParaRPr lang="th-TH" altLang="ms-MY"/>
          </a:p>
        </p:txBody>
      </p:sp>
      <p:sp>
        <p:nvSpPr>
          <p:cNvPr id="50343" name="Rectangle 167"/>
          <p:cNvSpPr>
            <a:spLocks noChangeArrowheads="1"/>
          </p:cNvSpPr>
          <p:nvPr/>
        </p:nvSpPr>
        <p:spPr bwMode="auto">
          <a:xfrm>
            <a:off x="5619750" y="2938463"/>
            <a:ext cx="6477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344" name="Rectangle 168"/>
          <p:cNvSpPr>
            <a:spLocks noChangeArrowheads="1"/>
          </p:cNvSpPr>
          <p:nvPr/>
        </p:nvSpPr>
        <p:spPr bwMode="auto">
          <a:xfrm>
            <a:off x="5930900" y="3038475"/>
            <a:ext cx="80963"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a:t>
            </a:r>
            <a:endParaRPr lang="th-TH" altLang="ms-MY"/>
          </a:p>
        </p:txBody>
      </p:sp>
      <p:sp>
        <p:nvSpPr>
          <p:cNvPr id="50345" name="Rectangle 169"/>
          <p:cNvSpPr>
            <a:spLocks noChangeArrowheads="1"/>
          </p:cNvSpPr>
          <p:nvPr/>
        </p:nvSpPr>
        <p:spPr bwMode="auto">
          <a:xfrm>
            <a:off x="5991225" y="3038475"/>
            <a:ext cx="1206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4</a:t>
            </a:r>
            <a:endParaRPr lang="th-TH" altLang="ms-MY"/>
          </a:p>
        </p:txBody>
      </p:sp>
      <p:sp>
        <p:nvSpPr>
          <p:cNvPr id="50346" name="Rectangle 170"/>
          <p:cNvSpPr>
            <a:spLocks noChangeArrowheads="1"/>
          </p:cNvSpPr>
          <p:nvPr/>
        </p:nvSpPr>
        <p:spPr bwMode="auto">
          <a:xfrm>
            <a:off x="5619750" y="3254375"/>
            <a:ext cx="647700"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347" name="Rectangle 171"/>
          <p:cNvSpPr>
            <a:spLocks noChangeArrowheads="1"/>
          </p:cNvSpPr>
          <p:nvPr/>
        </p:nvSpPr>
        <p:spPr bwMode="auto">
          <a:xfrm>
            <a:off x="5930900" y="3354388"/>
            <a:ext cx="80963"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a:t>
            </a:r>
            <a:endParaRPr lang="th-TH" altLang="ms-MY"/>
          </a:p>
        </p:txBody>
      </p:sp>
      <p:sp>
        <p:nvSpPr>
          <p:cNvPr id="50348" name="Rectangle 172"/>
          <p:cNvSpPr>
            <a:spLocks noChangeArrowheads="1"/>
          </p:cNvSpPr>
          <p:nvPr/>
        </p:nvSpPr>
        <p:spPr bwMode="auto">
          <a:xfrm>
            <a:off x="5991225" y="3354388"/>
            <a:ext cx="1206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3</a:t>
            </a:r>
            <a:endParaRPr lang="th-TH" altLang="ms-MY"/>
          </a:p>
        </p:txBody>
      </p:sp>
      <p:sp>
        <p:nvSpPr>
          <p:cNvPr id="50349" name="Rectangle 173"/>
          <p:cNvSpPr>
            <a:spLocks noChangeArrowheads="1"/>
          </p:cNvSpPr>
          <p:nvPr/>
        </p:nvSpPr>
        <p:spPr bwMode="auto">
          <a:xfrm>
            <a:off x="5619750" y="3575050"/>
            <a:ext cx="6477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350" name="Rectangle 174"/>
          <p:cNvSpPr>
            <a:spLocks noChangeArrowheads="1"/>
          </p:cNvSpPr>
          <p:nvPr/>
        </p:nvSpPr>
        <p:spPr bwMode="auto">
          <a:xfrm>
            <a:off x="5930900" y="3673475"/>
            <a:ext cx="80963"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a:t>
            </a:r>
            <a:endParaRPr lang="th-TH" altLang="ms-MY"/>
          </a:p>
        </p:txBody>
      </p:sp>
      <p:sp>
        <p:nvSpPr>
          <p:cNvPr id="50351" name="Rectangle 175"/>
          <p:cNvSpPr>
            <a:spLocks noChangeArrowheads="1"/>
          </p:cNvSpPr>
          <p:nvPr/>
        </p:nvSpPr>
        <p:spPr bwMode="auto">
          <a:xfrm>
            <a:off x="5991225" y="3673475"/>
            <a:ext cx="1206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2</a:t>
            </a:r>
            <a:endParaRPr lang="th-TH" altLang="ms-MY"/>
          </a:p>
        </p:txBody>
      </p:sp>
      <p:sp>
        <p:nvSpPr>
          <p:cNvPr id="50352" name="Rectangle 176"/>
          <p:cNvSpPr>
            <a:spLocks noChangeArrowheads="1"/>
          </p:cNvSpPr>
          <p:nvPr/>
        </p:nvSpPr>
        <p:spPr bwMode="auto">
          <a:xfrm>
            <a:off x="5619750" y="3890963"/>
            <a:ext cx="6477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353" name="Rectangle 177"/>
          <p:cNvSpPr>
            <a:spLocks noChangeArrowheads="1"/>
          </p:cNvSpPr>
          <p:nvPr/>
        </p:nvSpPr>
        <p:spPr bwMode="auto">
          <a:xfrm>
            <a:off x="5930900" y="3990975"/>
            <a:ext cx="80963"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a:t>
            </a:r>
            <a:endParaRPr lang="th-TH" altLang="ms-MY"/>
          </a:p>
        </p:txBody>
      </p:sp>
      <p:sp>
        <p:nvSpPr>
          <p:cNvPr id="50354" name="Rectangle 178"/>
          <p:cNvSpPr>
            <a:spLocks noChangeArrowheads="1"/>
          </p:cNvSpPr>
          <p:nvPr/>
        </p:nvSpPr>
        <p:spPr bwMode="auto">
          <a:xfrm>
            <a:off x="5991225" y="3990975"/>
            <a:ext cx="1206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1</a:t>
            </a:r>
            <a:endParaRPr lang="th-TH" altLang="ms-MY"/>
          </a:p>
        </p:txBody>
      </p:sp>
      <p:sp>
        <p:nvSpPr>
          <p:cNvPr id="50355" name="Rectangle 179"/>
          <p:cNvSpPr>
            <a:spLocks noChangeArrowheads="1"/>
          </p:cNvSpPr>
          <p:nvPr/>
        </p:nvSpPr>
        <p:spPr bwMode="auto">
          <a:xfrm>
            <a:off x="5619750" y="4206875"/>
            <a:ext cx="6477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356" name="Rectangle 180"/>
          <p:cNvSpPr>
            <a:spLocks noChangeArrowheads="1"/>
          </p:cNvSpPr>
          <p:nvPr/>
        </p:nvSpPr>
        <p:spPr bwMode="auto">
          <a:xfrm>
            <a:off x="5991225" y="4306888"/>
            <a:ext cx="1809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0 </a:t>
            </a:r>
            <a:endParaRPr lang="th-TH" altLang="ms-MY"/>
          </a:p>
        </p:txBody>
      </p:sp>
      <p:sp>
        <p:nvSpPr>
          <p:cNvPr id="50357" name="Rectangle 181"/>
          <p:cNvSpPr>
            <a:spLocks noChangeArrowheads="1"/>
          </p:cNvSpPr>
          <p:nvPr/>
        </p:nvSpPr>
        <p:spPr bwMode="auto">
          <a:xfrm>
            <a:off x="5619750" y="4525963"/>
            <a:ext cx="647700"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358" name="Rectangle 182"/>
          <p:cNvSpPr>
            <a:spLocks noChangeArrowheads="1"/>
          </p:cNvSpPr>
          <p:nvPr/>
        </p:nvSpPr>
        <p:spPr bwMode="auto">
          <a:xfrm>
            <a:off x="5881688" y="4625975"/>
            <a:ext cx="2571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+1</a:t>
            </a:r>
            <a:endParaRPr lang="th-TH" altLang="ms-MY"/>
          </a:p>
        </p:txBody>
      </p:sp>
      <p:sp>
        <p:nvSpPr>
          <p:cNvPr id="50359" name="Rectangle 183"/>
          <p:cNvSpPr>
            <a:spLocks noChangeArrowheads="1"/>
          </p:cNvSpPr>
          <p:nvPr/>
        </p:nvSpPr>
        <p:spPr bwMode="auto">
          <a:xfrm>
            <a:off x="5619750" y="4841875"/>
            <a:ext cx="647700"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360" name="Rectangle 184"/>
          <p:cNvSpPr>
            <a:spLocks noChangeArrowheads="1"/>
          </p:cNvSpPr>
          <p:nvPr/>
        </p:nvSpPr>
        <p:spPr bwMode="auto">
          <a:xfrm>
            <a:off x="5881688" y="4941888"/>
            <a:ext cx="2571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+2</a:t>
            </a:r>
            <a:endParaRPr lang="th-TH" altLang="ms-MY"/>
          </a:p>
        </p:txBody>
      </p:sp>
      <p:sp>
        <p:nvSpPr>
          <p:cNvPr id="50361" name="Rectangle 185"/>
          <p:cNvSpPr>
            <a:spLocks noChangeArrowheads="1"/>
          </p:cNvSpPr>
          <p:nvPr/>
        </p:nvSpPr>
        <p:spPr bwMode="auto">
          <a:xfrm>
            <a:off x="5619750" y="5159375"/>
            <a:ext cx="6477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362" name="Rectangle 186"/>
          <p:cNvSpPr>
            <a:spLocks noChangeArrowheads="1"/>
          </p:cNvSpPr>
          <p:nvPr/>
        </p:nvSpPr>
        <p:spPr bwMode="auto">
          <a:xfrm>
            <a:off x="5881688" y="5257800"/>
            <a:ext cx="2571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+3</a:t>
            </a:r>
            <a:endParaRPr lang="th-TH" altLang="ms-MY"/>
          </a:p>
        </p:txBody>
      </p:sp>
      <p:sp>
        <p:nvSpPr>
          <p:cNvPr id="50363" name="Rectangle 187"/>
          <p:cNvSpPr>
            <a:spLocks noChangeArrowheads="1"/>
          </p:cNvSpPr>
          <p:nvPr/>
        </p:nvSpPr>
        <p:spPr bwMode="auto">
          <a:xfrm>
            <a:off x="5619750" y="5481638"/>
            <a:ext cx="647700"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364" name="Rectangle 188"/>
          <p:cNvSpPr>
            <a:spLocks noChangeArrowheads="1"/>
          </p:cNvSpPr>
          <p:nvPr/>
        </p:nvSpPr>
        <p:spPr bwMode="auto">
          <a:xfrm>
            <a:off x="5881688" y="5581650"/>
            <a:ext cx="2571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+4</a:t>
            </a:r>
            <a:endParaRPr lang="th-TH" altLang="ms-MY"/>
          </a:p>
        </p:txBody>
      </p:sp>
      <p:sp>
        <p:nvSpPr>
          <p:cNvPr id="50365" name="Rectangle 189"/>
          <p:cNvSpPr>
            <a:spLocks noChangeArrowheads="1"/>
          </p:cNvSpPr>
          <p:nvPr/>
        </p:nvSpPr>
        <p:spPr bwMode="auto">
          <a:xfrm>
            <a:off x="5619750" y="5791200"/>
            <a:ext cx="6477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366" name="Rectangle 190"/>
          <p:cNvSpPr>
            <a:spLocks noChangeArrowheads="1"/>
          </p:cNvSpPr>
          <p:nvPr/>
        </p:nvSpPr>
        <p:spPr bwMode="auto">
          <a:xfrm>
            <a:off x="5881688" y="5891213"/>
            <a:ext cx="2571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+5</a:t>
            </a:r>
            <a:endParaRPr lang="th-TH" altLang="ms-MY"/>
          </a:p>
        </p:txBody>
      </p:sp>
      <p:sp>
        <p:nvSpPr>
          <p:cNvPr id="50367" name="Rectangle 191"/>
          <p:cNvSpPr>
            <a:spLocks noChangeArrowheads="1"/>
          </p:cNvSpPr>
          <p:nvPr/>
        </p:nvSpPr>
        <p:spPr bwMode="auto">
          <a:xfrm>
            <a:off x="6653213" y="2625725"/>
            <a:ext cx="650875"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368" name="Rectangle 192"/>
          <p:cNvSpPr>
            <a:spLocks noChangeArrowheads="1"/>
          </p:cNvSpPr>
          <p:nvPr/>
        </p:nvSpPr>
        <p:spPr bwMode="auto">
          <a:xfrm>
            <a:off x="6869113" y="2725738"/>
            <a:ext cx="80962"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a:t>
            </a:r>
            <a:endParaRPr lang="th-TH" altLang="ms-MY"/>
          </a:p>
        </p:txBody>
      </p:sp>
      <p:sp>
        <p:nvSpPr>
          <p:cNvPr id="50369" name="Rectangle 193"/>
          <p:cNvSpPr>
            <a:spLocks noChangeArrowheads="1"/>
          </p:cNvSpPr>
          <p:nvPr/>
        </p:nvSpPr>
        <p:spPr bwMode="auto">
          <a:xfrm>
            <a:off x="6929438" y="2725738"/>
            <a:ext cx="2413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10</a:t>
            </a:r>
            <a:endParaRPr lang="th-TH" altLang="ms-MY"/>
          </a:p>
        </p:txBody>
      </p:sp>
      <p:sp>
        <p:nvSpPr>
          <p:cNvPr id="50370" name="Rectangle 194"/>
          <p:cNvSpPr>
            <a:spLocks noChangeArrowheads="1"/>
          </p:cNvSpPr>
          <p:nvPr/>
        </p:nvSpPr>
        <p:spPr bwMode="auto">
          <a:xfrm>
            <a:off x="6653213" y="2938463"/>
            <a:ext cx="650875"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371" name="Rectangle 195"/>
          <p:cNvSpPr>
            <a:spLocks noChangeArrowheads="1"/>
          </p:cNvSpPr>
          <p:nvPr/>
        </p:nvSpPr>
        <p:spPr bwMode="auto">
          <a:xfrm>
            <a:off x="6869113" y="3038475"/>
            <a:ext cx="80962"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a:t>
            </a:r>
            <a:endParaRPr lang="th-TH" altLang="ms-MY"/>
          </a:p>
        </p:txBody>
      </p:sp>
      <p:sp>
        <p:nvSpPr>
          <p:cNvPr id="50372" name="Rectangle 196"/>
          <p:cNvSpPr>
            <a:spLocks noChangeArrowheads="1"/>
          </p:cNvSpPr>
          <p:nvPr/>
        </p:nvSpPr>
        <p:spPr bwMode="auto">
          <a:xfrm>
            <a:off x="6929438" y="3038475"/>
            <a:ext cx="2413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12</a:t>
            </a:r>
            <a:endParaRPr lang="th-TH" altLang="ms-MY"/>
          </a:p>
        </p:txBody>
      </p:sp>
      <p:sp>
        <p:nvSpPr>
          <p:cNvPr id="50373" name="Rectangle 197"/>
          <p:cNvSpPr>
            <a:spLocks noChangeArrowheads="1"/>
          </p:cNvSpPr>
          <p:nvPr/>
        </p:nvSpPr>
        <p:spPr bwMode="auto">
          <a:xfrm>
            <a:off x="6653213" y="3254375"/>
            <a:ext cx="650875"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374" name="Rectangle 198"/>
          <p:cNvSpPr>
            <a:spLocks noChangeArrowheads="1"/>
          </p:cNvSpPr>
          <p:nvPr/>
        </p:nvSpPr>
        <p:spPr bwMode="auto">
          <a:xfrm>
            <a:off x="6869113" y="3354388"/>
            <a:ext cx="80962"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a:t>
            </a:r>
            <a:endParaRPr lang="th-TH" altLang="ms-MY"/>
          </a:p>
        </p:txBody>
      </p:sp>
      <p:sp>
        <p:nvSpPr>
          <p:cNvPr id="50375" name="Rectangle 199"/>
          <p:cNvSpPr>
            <a:spLocks noChangeArrowheads="1"/>
          </p:cNvSpPr>
          <p:nvPr/>
        </p:nvSpPr>
        <p:spPr bwMode="auto">
          <a:xfrm>
            <a:off x="6929438" y="3354388"/>
            <a:ext cx="2413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18</a:t>
            </a:r>
            <a:endParaRPr lang="th-TH" altLang="ms-MY"/>
          </a:p>
        </p:txBody>
      </p:sp>
      <p:sp>
        <p:nvSpPr>
          <p:cNvPr id="50376" name="Rectangle 200"/>
          <p:cNvSpPr>
            <a:spLocks noChangeArrowheads="1"/>
          </p:cNvSpPr>
          <p:nvPr/>
        </p:nvSpPr>
        <p:spPr bwMode="auto">
          <a:xfrm>
            <a:off x="6653213" y="3575050"/>
            <a:ext cx="650875"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377" name="Rectangle 201"/>
          <p:cNvSpPr>
            <a:spLocks noChangeArrowheads="1"/>
          </p:cNvSpPr>
          <p:nvPr/>
        </p:nvSpPr>
        <p:spPr bwMode="auto">
          <a:xfrm>
            <a:off x="6869113" y="3673475"/>
            <a:ext cx="80962"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a:t>
            </a:r>
            <a:endParaRPr lang="th-TH" altLang="ms-MY"/>
          </a:p>
        </p:txBody>
      </p:sp>
      <p:sp>
        <p:nvSpPr>
          <p:cNvPr id="50378" name="Rectangle 202"/>
          <p:cNvSpPr>
            <a:spLocks noChangeArrowheads="1"/>
          </p:cNvSpPr>
          <p:nvPr/>
        </p:nvSpPr>
        <p:spPr bwMode="auto">
          <a:xfrm>
            <a:off x="6929438" y="3673475"/>
            <a:ext cx="2413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22</a:t>
            </a:r>
            <a:endParaRPr lang="th-TH" altLang="ms-MY"/>
          </a:p>
        </p:txBody>
      </p:sp>
      <p:sp>
        <p:nvSpPr>
          <p:cNvPr id="50379" name="Rectangle 203"/>
          <p:cNvSpPr>
            <a:spLocks noChangeArrowheads="1"/>
          </p:cNvSpPr>
          <p:nvPr/>
        </p:nvSpPr>
        <p:spPr bwMode="auto">
          <a:xfrm>
            <a:off x="6653213" y="3890963"/>
            <a:ext cx="650875"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380" name="Rectangle 204"/>
          <p:cNvSpPr>
            <a:spLocks noChangeArrowheads="1"/>
          </p:cNvSpPr>
          <p:nvPr/>
        </p:nvSpPr>
        <p:spPr bwMode="auto">
          <a:xfrm>
            <a:off x="6869113" y="3990975"/>
            <a:ext cx="80962"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a:t>
            </a:r>
            <a:endParaRPr lang="th-TH" altLang="ms-MY"/>
          </a:p>
        </p:txBody>
      </p:sp>
      <p:sp>
        <p:nvSpPr>
          <p:cNvPr id="50381" name="Rectangle 205"/>
          <p:cNvSpPr>
            <a:spLocks noChangeArrowheads="1"/>
          </p:cNvSpPr>
          <p:nvPr/>
        </p:nvSpPr>
        <p:spPr bwMode="auto">
          <a:xfrm>
            <a:off x="6929438" y="3990975"/>
            <a:ext cx="2413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19</a:t>
            </a:r>
            <a:endParaRPr lang="th-TH" altLang="ms-MY"/>
          </a:p>
        </p:txBody>
      </p:sp>
      <p:sp>
        <p:nvSpPr>
          <p:cNvPr id="50382" name="Rectangle 206"/>
          <p:cNvSpPr>
            <a:spLocks noChangeArrowheads="1"/>
          </p:cNvSpPr>
          <p:nvPr/>
        </p:nvSpPr>
        <p:spPr bwMode="auto">
          <a:xfrm>
            <a:off x="6653213" y="4206875"/>
            <a:ext cx="6477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383" name="Rectangle 207"/>
          <p:cNvSpPr>
            <a:spLocks noChangeArrowheads="1"/>
          </p:cNvSpPr>
          <p:nvPr/>
        </p:nvSpPr>
        <p:spPr bwMode="auto">
          <a:xfrm>
            <a:off x="7024688" y="4306888"/>
            <a:ext cx="1809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0 </a:t>
            </a:r>
            <a:endParaRPr lang="th-TH" altLang="ms-MY"/>
          </a:p>
        </p:txBody>
      </p:sp>
      <p:sp>
        <p:nvSpPr>
          <p:cNvPr id="50384" name="Rectangle 208"/>
          <p:cNvSpPr>
            <a:spLocks noChangeArrowheads="1"/>
          </p:cNvSpPr>
          <p:nvPr/>
        </p:nvSpPr>
        <p:spPr bwMode="auto">
          <a:xfrm>
            <a:off x="6653213" y="4525963"/>
            <a:ext cx="647700"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385" name="Rectangle 209"/>
          <p:cNvSpPr>
            <a:spLocks noChangeArrowheads="1"/>
          </p:cNvSpPr>
          <p:nvPr/>
        </p:nvSpPr>
        <p:spPr bwMode="auto">
          <a:xfrm>
            <a:off x="6926263" y="4625975"/>
            <a:ext cx="2413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17</a:t>
            </a:r>
            <a:endParaRPr lang="th-TH" altLang="ms-MY"/>
          </a:p>
        </p:txBody>
      </p:sp>
      <p:sp>
        <p:nvSpPr>
          <p:cNvPr id="50386" name="Rectangle 210"/>
          <p:cNvSpPr>
            <a:spLocks noChangeArrowheads="1"/>
          </p:cNvSpPr>
          <p:nvPr/>
        </p:nvSpPr>
        <p:spPr bwMode="auto">
          <a:xfrm>
            <a:off x="6653213" y="4841875"/>
            <a:ext cx="647700"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387" name="Rectangle 211"/>
          <p:cNvSpPr>
            <a:spLocks noChangeArrowheads="1"/>
          </p:cNvSpPr>
          <p:nvPr/>
        </p:nvSpPr>
        <p:spPr bwMode="auto">
          <a:xfrm>
            <a:off x="6926263" y="4941888"/>
            <a:ext cx="2413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18</a:t>
            </a:r>
            <a:endParaRPr lang="th-TH" altLang="ms-MY"/>
          </a:p>
        </p:txBody>
      </p:sp>
      <p:sp>
        <p:nvSpPr>
          <p:cNvPr id="50388" name="Rectangle 212"/>
          <p:cNvSpPr>
            <a:spLocks noChangeArrowheads="1"/>
          </p:cNvSpPr>
          <p:nvPr/>
        </p:nvSpPr>
        <p:spPr bwMode="auto">
          <a:xfrm>
            <a:off x="6653213" y="5159375"/>
            <a:ext cx="6477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389" name="Rectangle 213"/>
          <p:cNvSpPr>
            <a:spLocks noChangeArrowheads="1"/>
          </p:cNvSpPr>
          <p:nvPr/>
        </p:nvSpPr>
        <p:spPr bwMode="auto">
          <a:xfrm>
            <a:off x="6926263" y="5257800"/>
            <a:ext cx="2413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21</a:t>
            </a:r>
            <a:endParaRPr lang="th-TH" altLang="ms-MY"/>
          </a:p>
        </p:txBody>
      </p:sp>
      <p:sp>
        <p:nvSpPr>
          <p:cNvPr id="50390" name="Rectangle 214"/>
          <p:cNvSpPr>
            <a:spLocks noChangeArrowheads="1"/>
          </p:cNvSpPr>
          <p:nvPr/>
        </p:nvSpPr>
        <p:spPr bwMode="auto">
          <a:xfrm>
            <a:off x="6653213" y="5481638"/>
            <a:ext cx="647700"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391" name="Rectangle 215"/>
          <p:cNvSpPr>
            <a:spLocks noChangeArrowheads="1"/>
          </p:cNvSpPr>
          <p:nvPr/>
        </p:nvSpPr>
        <p:spPr bwMode="auto">
          <a:xfrm>
            <a:off x="6926263" y="5581650"/>
            <a:ext cx="2413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12</a:t>
            </a:r>
            <a:endParaRPr lang="th-TH" altLang="ms-MY"/>
          </a:p>
        </p:txBody>
      </p:sp>
      <p:sp>
        <p:nvSpPr>
          <p:cNvPr id="50392" name="Rectangle 216"/>
          <p:cNvSpPr>
            <a:spLocks noChangeArrowheads="1"/>
          </p:cNvSpPr>
          <p:nvPr/>
        </p:nvSpPr>
        <p:spPr bwMode="auto">
          <a:xfrm>
            <a:off x="6653213" y="5791200"/>
            <a:ext cx="6477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393" name="Rectangle 217"/>
          <p:cNvSpPr>
            <a:spLocks noChangeArrowheads="1"/>
          </p:cNvSpPr>
          <p:nvPr/>
        </p:nvSpPr>
        <p:spPr bwMode="auto">
          <a:xfrm>
            <a:off x="7024688" y="5891213"/>
            <a:ext cx="1809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5 </a:t>
            </a:r>
            <a:endParaRPr lang="th-TH" altLang="ms-MY"/>
          </a:p>
        </p:txBody>
      </p:sp>
      <p:sp>
        <p:nvSpPr>
          <p:cNvPr id="50394" name="Rectangle 218"/>
          <p:cNvSpPr>
            <a:spLocks noChangeArrowheads="1"/>
          </p:cNvSpPr>
          <p:nvPr/>
        </p:nvSpPr>
        <p:spPr bwMode="auto">
          <a:xfrm>
            <a:off x="7813675" y="2625725"/>
            <a:ext cx="647700"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395" name="Rectangle 219"/>
          <p:cNvSpPr>
            <a:spLocks noChangeArrowheads="1"/>
          </p:cNvSpPr>
          <p:nvPr/>
        </p:nvSpPr>
        <p:spPr bwMode="auto">
          <a:xfrm>
            <a:off x="8088313" y="2725738"/>
            <a:ext cx="2413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50</a:t>
            </a:r>
            <a:endParaRPr lang="th-TH" altLang="ms-MY"/>
          </a:p>
        </p:txBody>
      </p:sp>
      <p:sp>
        <p:nvSpPr>
          <p:cNvPr id="50396" name="Rectangle 220"/>
          <p:cNvSpPr>
            <a:spLocks noChangeArrowheads="1"/>
          </p:cNvSpPr>
          <p:nvPr/>
        </p:nvSpPr>
        <p:spPr bwMode="auto">
          <a:xfrm>
            <a:off x="7813675" y="2938463"/>
            <a:ext cx="6477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397" name="Rectangle 221"/>
          <p:cNvSpPr>
            <a:spLocks noChangeArrowheads="1"/>
          </p:cNvSpPr>
          <p:nvPr/>
        </p:nvSpPr>
        <p:spPr bwMode="auto">
          <a:xfrm>
            <a:off x="8088313" y="3038475"/>
            <a:ext cx="2413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48</a:t>
            </a:r>
            <a:endParaRPr lang="th-TH" altLang="ms-MY"/>
          </a:p>
        </p:txBody>
      </p:sp>
      <p:sp>
        <p:nvSpPr>
          <p:cNvPr id="50398" name="Rectangle 222"/>
          <p:cNvSpPr>
            <a:spLocks noChangeArrowheads="1"/>
          </p:cNvSpPr>
          <p:nvPr/>
        </p:nvSpPr>
        <p:spPr bwMode="auto">
          <a:xfrm>
            <a:off x="7813675" y="3254375"/>
            <a:ext cx="647700"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399" name="Rectangle 223"/>
          <p:cNvSpPr>
            <a:spLocks noChangeArrowheads="1"/>
          </p:cNvSpPr>
          <p:nvPr/>
        </p:nvSpPr>
        <p:spPr bwMode="auto">
          <a:xfrm>
            <a:off x="8088313" y="3354388"/>
            <a:ext cx="2413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54</a:t>
            </a:r>
            <a:endParaRPr lang="th-TH" altLang="ms-MY"/>
          </a:p>
        </p:txBody>
      </p:sp>
      <p:sp>
        <p:nvSpPr>
          <p:cNvPr id="50400" name="Rectangle 224"/>
          <p:cNvSpPr>
            <a:spLocks noChangeArrowheads="1"/>
          </p:cNvSpPr>
          <p:nvPr/>
        </p:nvSpPr>
        <p:spPr bwMode="auto">
          <a:xfrm>
            <a:off x="7813675" y="3575050"/>
            <a:ext cx="6477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401" name="Rectangle 225"/>
          <p:cNvSpPr>
            <a:spLocks noChangeArrowheads="1"/>
          </p:cNvSpPr>
          <p:nvPr/>
        </p:nvSpPr>
        <p:spPr bwMode="auto">
          <a:xfrm>
            <a:off x="8088313" y="3673475"/>
            <a:ext cx="2413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44</a:t>
            </a:r>
            <a:endParaRPr lang="th-TH" altLang="ms-MY"/>
          </a:p>
        </p:txBody>
      </p:sp>
      <p:sp>
        <p:nvSpPr>
          <p:cNvPr id="50402" name="Rectangle 226"/>
          <p:cNvSpPr>
            <a:spLocks noChangeArrowheads="1"/>
          </p:cNvSpPr>
          <p:nvPr/>
        </p:nvSpPr>
        <p:spPr bwMode="auto">
          <a:xfrm>
            <a:off x="7813675" y="3890963"/>
            <a:ext cx="6477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403" name="Rectangle 227"/>
          <p:cNvSpPr>
            <a:spLocks noChangeArrowheads="1"/>
          </p:cNvSpPr>
          <p:nvPr/>
        </p:nvSpPr>
        <p:spPr bwMode="auto">
          <a:xfrm>
            <a:off x="8088313" y="3990975"/>
            <a:ext cx="2413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19</a:t>
            </a:r>
            <a:endParaRPr lang="th-TH" altLang="ms-MY"/>
          </a:p>
        </p:txBody>
      </p:sp>
      <p:sp>
        <p:nvSpPr>
          <p:cNvPr id="50404" name="Rectangle 228"/>
          <p:cNvSpPr>
            <a:spLocks noChangeArrowheads="1"/>
          </p:cNvSpPr>
          <p:nvPr/>
        </p:nvSpPr>
        <p:spPr bwMode="auto">
          <a:xfrm>
            <a:off x="7813675" y="4206875"/>
            <a:ext cx="6477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405" name="Rectangle 229"/>
          <p:cNvSpPr>
            <a:spLocks noChangeArrowheads="1"/>
          </p:cNvSpPr>
          <p:nvPr/>
        </p:nvSpPr>
        <p:spPr bwMode="auto">
          <a:xfrm>
            <a:off x="8088313" y="4306888"/>
            <a:ext cx="2413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22</a:t>
            </a:r>
            <a:endParaRPr lang="th-TH" altLang="ms-MY"/>
          </a:p>
        </p:txBody>
      </p:sp>
      <p:sp>
        <p:nvSpPr>
          <p:cNvPr id="50406" name="Rectangle 230"/>
          <p:cNvSpPr>
            <a:spLocks noChangeArrowheads="1"/>
          </p:cNvSpPr>
          <p:nvPr/>
        </p:nvSpPr>
        <p:spPr bwMode="auto">
          <a:xfrm>
            <a:off x="7813675" y="4525963"/>
            <a:ext cx="647700"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407" name="Rectangle 231"/>
          <p:cNvSpPr>
            <a:spLocks noChangeArrowheads="1"/>
          </p:cNvSpPr>
          <p:nvPr/>
        </p:nvSpPr>
        <p:spPr bwMode="auto">
          <a:xfrm>
            <a:off x="8088313" y="4625975"/>
            <a:ext cx="2413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17</a:t>
            </a:r>
            <a:endParaRPr lang="th-TH" altLang="ms-MY"/>
          </a:p>
        </p:txBody>
      </p:sp>
      <p:sp>
        <p:nvSpPr>
          <p:cNvPr id="50408" name="Rectangle 232"/>
          <p:cNvSpPr>
            <a:spLocks noChangeArrowheads="1"/>
          </p:cNvSpPr>
          <p:nvPr/>
        </p:nvSpPr>
        <p:spPr bwMode="auto">
          <a:xfrm>
            <a:off x="7813675" y="4841875"/>
            <a:ext cx="647700"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409" name="Rectangle 233"/>
          <p:cNvSpPr>
            <a:spLocks noChangeArrowheads="1"/>
          </p:cNvSpPr>
          <p:nvPr/>
        </p:nvSpPr>
        <p:spPr bwMode="auto">
          <a:xfrm>
            <a:off x="8088313" y="4941888"/>
            <a:ext cx="2413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36</a:t>
            </a:r>
            <a:endParaRPr lang="th-TH" altLang="ms-MY"/>
          </a:p>
        </p:txBody>
      </p:sp>
      <p:sp>
        <p:nvSpPr>
          <p:cNvPr id="50410" name="Rectangle 234"/>
          <p:cNvSpPr>
            <a:spLocks noChangeArrowheads="1"/>
          </p:cNvSpPr>
          <p:nvPr/>
        </p:nvSpPr>
        <p:spPr bwMode="auto">
          <a:xfrm>
            <a:off x="7813675" y="5159375"/>
            <a:ext cx="6477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411" name="Rectangle 235"/>
          <p:cNvSpPr>
            <a:spLocks noChangeArrowheads="1"/>
          </p:cNvSpPr>
          <p:nvPr/>
        </p:nvSpPr>
        <p:spPr bwMode="auto">
          <a:xfrm>
            <a:off x="8088313" y="5257800"/>
            <a:ext cx="2413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63</a:t>
            </a:r>
            <a:endParaRPr lang="th-TH" altLang="ms-MY"/>
          </a:p>
        </p:txBody>
      </p:sp>
      <p:sp>
        <p:nvSpPr>
          <p:cNvPr id="50412" name="Rectangle 236"/>
          <p:cNvSpPr>
            <a:spLocks noChangeArrowheads="1"/>
          </p:cNvSpPr>
          <p:nvPr/>
        </p:nvSpPr>
        <p:spPr bwMode="auto">
          <a:xfrm>
            <a:off x="7812088" y="5481638"/>
            <a:ext cx="649287"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413" name="Rectangle 237"/>
          <p:cNvSpPr>
            <a:spLocks noChangeArrowheads="1"/>
          </p:cNvSpPr>
          <p:nvPr/>
        </p:nvSpPr>
        <p:spPr bwMode="auto">
          <a:xfrm>
            <a:off x="8088313" y="5581650"/>
            <a:ext cx="2413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48</a:t>
            </a:r>
            <a:endParaRPr lang="th-TH" altLang="ms-MY"/>
          </a:p>
        </p:txBody>
      </p:sp>
      <p:sp>
        <p:nvSpPr>
          <p:cNvPr id="50414" name="Rectangle 238"/>
          <p:cNvSpPr>
            <a:spLocks noChangeArrowheads="1"/>
          </p:cNvSpPr>
          <p:nvPr/>
        </p:nvSpPr>
        <p:spPr bwMode="auto">
          <a:xfrm>
            <a:off x="7813675" y="5791200"/>
            <a:ext cx="6477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415" name="Rectangle 239"/>
          <p:cNvSpPr>
            <a:spLocks noChangeArrowheads="1"/>
          </p:cNvSpPr>
          <p:nvPr/>
        </p:nvSpPr>
        <p:spPr bwMode="auto">
          <a:xfrm>
            <a:off x="8088313" y="5891213"/>
            <a:ext cx="2413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25</a:t>
            </a:r>
            <a:endParaRPr lang="th-TH" altLang="ms-MY"/>
          </a:p>
        </p:txBody>
      </p:sp>
      <p:sp>
        <p:nvSpPr>
          <p:cNvPr id="50416" name="Rectangle 240"/>
          <p:cNvSpPr>
            <a:spLocks noChangeArrowheads="1"/>
          </p:cNvSpPr>
          <p:nvPr/>
        </p:nvSpPr>
        <p:spPr bwMode="auto">
          <a:xfrm>
            <a:off x="4456113" y="6115050"/>
            <a:ext cx="1298575"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417" name="Rectangle 241"/>
          <p:cNvSpPr>
            <a:spLocks noChangeArrowheads="1"/>
          </p:cNvSpPr>
          <p:nvPr/>
        </p:nvSpPr>
        <p:spPr bwMode="auto">
          <a:xfrm>
            <a:off x="4957763" y="6213475"/>
            <a:ext cx="3619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100</a:t>
            </a:r>
            <a:endParaRPr lang="th-TH" altLang="ms-MY"/>
          </a:p>
        </p:txBody>
      </p:sp>
      <p:sp>
        <p:nvSpPr>
          <p:cNvPr id="50418" name="Rectangle 242"/>
          <p:cNvSpPr>
            <a:spLocks noChangeArrowheads="1"/>
          </p:cNvSpPr>
          <p:nvPr/>
        </p:nvSpPr>
        <p:spPr bwMode="auto">
          <a:xfrm>
            <a:off x="6653213" y="6115050"/>
            <a:ext cx="6477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419" name="Rectangle 243"/>
          <p:cNvSpPr>
            <a:spLocks noChangeArrowheads="1"/>
          </p:cNvSpPr>
          <p:nvPr/>
        </p:nvSpPr>
        <p:spPr bwMode="auto">
          <a:xfrm>
            <a:off x="6962775" y="6213475"/>
            <a:ext cx="80963"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a:t>
            </a:r>
            <a:endParaRPr lang="th-TH" altLang="ms-MY"/>
          </a:p>
        </p:txBody>
      </p:sp>
      <p:sp>
        <p:nvSpPr>
          <p:cNvPr id="50420" name="Rectangle 244"/>
          <p:cNvSpPr>
            <a:spLocks noChangeArrowheads="1"/>
          </p:cNvSpPr>
          <p:nvPr/>
        </p:nvSpPr>
        <p:spPr bwMode="auto">
          <a:xfrm>
            <a:off x="7024688" y="6213475"/>
            <a:ext cx="1206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8</a:t>
            </a:r>
            <a:endParaRPr lang="th-TH" altLang="ms-MY"/>
          </a:p>
        </p:txBody>
      </p:sp>
      <p:sp>
        <p:nvSpPr>
          <p:cNvPr id="50421" name="Rectangle 245"/>
          <p:cNvSpPr>
            <a:spLocks noChangeArrowheads="1"/>
          </p:cNvSpPr>
          <p:nvPr/>
        </p:nvSpPr>
        <p:spPr bwMode="auto">
          <a:xfrm>
            <a:off x="7812088" y="6115050"/>
            <a:ext cx="646112"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422" name="Rectangle 246"/>
          <p:cNvSpPr>
            <a:spLocks noChangeArrowheads="1"/>
          </p:cNvSpPr>
          <p:nvPr/>
        </p:nvSpPr>
        <p:spPr bwMode="auto">
          <a:xfrm>
            <a:off x="7988300" y="6213475"/>
            <a:ext cx="3619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404</a:t>
            </a:r>
            <a:endParaRPr lang="th-TH" altLang="ms-MY"/>
          </a:p>
        </p:txBody>
      </p:sp>
      <p:sp>
        <p:nvSpPr>
          <p:cNvPr id="50423" name="Rectangle 247"/>
          <p:cNvSpPr>
            <a:spLocks noChangeArrowheads="1"/>
          </p:cNvSpPr>
          <p:nvPr/>
        </p:nvSpPr>
        <p:spPr bwMode="auto">
          <a:xfrm>
            <a:off x="971550" y="2552700"/>
            <a:ext cx="642938" cy="40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424" name="Rectangle 248"/>
          <p:cNvSpPr>
            <a:spLocks noChangeArrowheads="1"/>
          </p:cNvSpPr>
          <p:nvPr/>
        </p:nvSpPr>
        <p:spPr bwMode="auto">
          <a:xfrm>
            <a:off x="1335088" y="2662238"/>
            <a:ext cx="122237"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400" b="0">
                <a:solidFill>
                  <a:srgbClr val="FFFFFF"/>
                </a:solidFill>
                <a:latin typeface="MS PGothic" panose="020B0600070205080204" pitchFamily="34" charset="-128"/>
              </a:rPr>
              <a:t>１</a:t>
            </a:r>
            <a:endParaRPr lang="th-TH" altLang="ms-MY"/>
          </a:p>
        </p:txBody>
      </p:sp>
      <p:sp>
        <p:nvSpPr>
          <p:cNvPr id="50425" name="Rectangle 249"/>
          <p:cNvSpPr>
            <a:spLocks noChangeArrowheads="1"/>
          </p:cNvSpPr>
          <p:nvPr/>
        </p:nvSpPr>
        <p:spPr bwMode="auto">
          <a:xfrm>
            <a:off x="971550" y="2905125"/>
            <a:ext cx="642938" cy="40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426" name="Rectangle 250"/>
          <p:cNvSpPr>
            <a:spLocks noChangeArrowheads="1"/>
          </p:cNvSpPr>
          <p:nvPr/>
        </p:nvSpPr>
        <p:spPr bwMode="auto">
          <a:xfrm>
            <a:off x="1363663" y="3008313"/>
            <a:ext cx="13335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400" b="0">
                <a:solidFill>
                  <a:srgbClr val="FFFFFF"/>
                </a:solidFill>
                <a:latin typeface="Times New Roman" panose="02020603050405020304" pitchFamily="18" charset="0"/>
              </a:rPr>
              <a:t>2 </a:t>
            </a:r>
            <a:endParaRPr lang="th-TH" altLang="ms-MY"/>
          </a:p>
        </p:txBody>
      </p:sp>
      <p:sp>
        <p:nvSpPr>
          <p:cNvPr id="50427" name="Rectangle 251"/>
          <p:cNvSpPr>
            <a:spLocks noChangeArrowheads="1"/>
          </p:cNvSpPr>
          <p:nvPr/>
        </p:nvSpPr>
        <p:spPr bwMode="auto">
          <a:xfrm>
            <a:off x="971550" y="3257550"/>
            <a:ext cx="642938"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428" name="Rectangle 252"/>
          <p:cNvSpPr>
            <a:spLocks noChangeArrowheads="1"/>
          </p:cNvSpPr>
          <p:nvPr/>
        </p:nvSpPr>
        <p:spPr bwMode="auto">
          <a:xfrm>
            <a:off x="1363663" y="3360738"/>
            <a:ext cx="13335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400" b="0">
                <a:solidFill>
                  <a:srgbClr val="FFFFFF"/>
                </a:solidFill>
                <a:latin typeface="Times New Roman" panose="02020603050405020304" pitchFamily="18" charset="0"/>
              </a:rPr>
              <a:t>3 </a:t>
            </a:r>
            <a:endParaRPr lang="th-TH" altLang="ms-MY"/>
          </a:p>
        </p:txBody>
      </p:sp>
      <p:sp>
        <p:nvSpPr>
          <p:cNvPr id="50429" name="Rectangle 253"/>
          <p:cNvSpPr>
            <a:spLocks noChangeArrowheads="1"/>
          </p:cNvSpPr>
          <p:nvPr/>
        </p:nvSpPr>
        <p:spPr bwMode="auto">
          <a:xfrm>
            <a:off x="971550" y="3536950"/>
            <a:ext cx="642938" cy="40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430" name="Rectangle 254"/>
          <p:cNvSpPr>
            <a:spLocks noChangeArrowheads="1"/>
          </p:cNvSpPr>
          <p:nvPr/>
        </p:nvSpPr>
        <p:spPr bwMode="auto">
          <a:xfrm>
            <a:off x="1363663" y="3640138"/>
            <a:ext cx="13335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400" b="0">
                <a:solidFill>
                  <a:srgbClr val="FFFFFF"/>
                </a:solidFill>
                <a:latin typeface="Times New Roman" panose="02020603050405020304" pitchFamily="18" charset="0"/>
              </a:rPr>
              <a:t>4 </a:t>
            </a:r>
            <a:endParaRPr lang="th-TH" altLang="ms-MY"/>
          </a:p>
        </p:txBody>
      </p:sp>
      <p:sp>
        <p:nvSpPr>
          <p:cNvPr id="50431" name="Rectangle 255"/>
          <p:cNvSpPr>
            <a:spLocks noChangeArrowheads="1"/>
          </p:cNvSpPr>
          <p:nvPr/>
        </p:nvSpPr>
        <p:spPr bwMode="auto">
          <a:xfrm>
            <a:off x="971550" y="3849688"/>
            <a:ext cx="642938" cy="407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432" name="Rectangle 256"/>
          <p:cNvSpPr>
            <a:spLocks noChangeArrowheads="1"/>
          </p:cNvSpPr>
          <p:nvPr/>
        </p:nvSpPr>
        <p:spPr bwMode="auto">
          <a:xfrm>
            <a:off x="1363663" y="3952875"/>
            <a:ext cx="13335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400" b="0">
                <a:solidFill>
                  <a:srgbClr val="FFFFFF"/>
                </a:solidFill>
                <a:latin typeface="Times New Roman" panose="02020603050405020304" pitchFamily="18" charset="0"/>
              </a:rPr>
              <a:t>5 </a:t>
            </a:r>
            <a:endParaRPr lang="th-TH" altLang="ms-MY"/>
          </a:p>
        </p:txBody>
      </p:sp>
      <p:sp>
        <p:nvSpPr>
          <p:cNvPr id="50433" name="Rectangle 257"/>
          <p:cNvSpPr>
            <a:spLocks noChangeArrowheads="1"/>
          </p:cNvSpPr>
          <p:nvPr/>
        </p:nvSpPr>
        <p:spPr bwMode="auto">
          <a:xfrm>
            <a:off x="971550" y="4203700"/>
            <a:ext cx="642938" cy="40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434" name="Rectangle 258"/>
          <p:cNvSpPr>
            <a:spLocks noChangeArrowheads="1"/>
          </p:cNvSpPr>
          <p:nvPr/>
        </p:nvSpPr>
        <p:spPr bwMode="auto">
          <a:xfrm>
            <a:off x="1363663" y="4305300"/>
            <a:ext cx="13335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400" b="0">
                <a:solidFill>
                  <a:srgbClr val="FFFFFF"/>
                </a:solidFill>
                <a:latin typeface="Times New Roman" panose="02020603050405020304" pitchFamily="18" charset="0"/>
              </a:rPr>
              <a:t>6 </a:t>
            </a:r>
            <a:endParaRPr lang="th-TH" altLang="ms-MY"/>
          </a:p>
        </p:txBody>
      </p:sp>
      <p:sp>
        <p:nvSpPr>
          <p:cNvPr id="50435" name="Rectangle 259"/>
          <p:cNvSpPr>
            <a:spLocks noChangeArrowheads="1"/>
          </p:cNvSpPr>
          <p:nvPr/>
        </p:nvSpPr>
        <p:spPr bwMode="auto">
          <a:xfrm>
            <a:off x="971550" y="4492625"/>
            <a:ext cx="642938"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436" name="Rectangle 260"/>
          <p:cNvSpPr>
            <a:spLocks noChangeArrowheads="1"/>
          </p:cNvSpPr>
          <p:nvPr/>
        </p:nvSpPr>
        <p:spPr bwMode="auto">
          <a:xfrm>
            <a:off x="1363663" y="4595813"/>
            <a:ext cx="13335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400" b="0">
                <a:solidFill>
                  <a:srgbClr val="FFFFFF"/>
                </a:solidFill>
                <a:latin typeface="Times New Roman" panose="02020603050405020304" pitchFamily="18" charset="0"/>
              </a:rPr>
              <a:t>7 </a:t>
            </a:r>
            <a:endParaRPr lang="th-TH" altLang="ms-MY"/>
          </a:p>
        </p:txBody>
      </p:sp>
      <p:sp>
        <p:nvSpPr>
          <p:cNvPr id="50437" name="Rectangle 261"/>
          <p:cNvSpPr>
            <a:spLocks noChangeArrowheads="1"/>
          </p:cNvSpPr>
          <p:nvPr/>
        </p:nvSpPr>
        <p:spPr bwMode="auto">
          <a:xfrm>
            <a:off x="971550" y="4824413"/>
            <a:ext cx="642938" cy="407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438" name="Rectangle 262"/>
          <p:cNvSpPr>
            <a:spLocks noChangeArrowheads="1"/>
          </p:cNvSpPr>
          <p:nvPr/>
        </p:nvSpPr>
        <p:spPr bwMode="auto">
          <a:xfrm>
            <a:off x="1363663" y="4926013"/>
            <a:ext cx="13335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400" b="0">
                <a:solidFill>
                  <a:srgbClr val="FFFFFF"/>
                </a:solidFill>
                <a:latin typeface="Times New Roman" panose="02020603050405020304" pitchFamily="18" charset="0"/>
              </a:rPr>
              <a:t>8 </a:t>
            </a:r>
            <a:endParaRPr lang="th-TH" altLang="ms-MY"/>
          </a:p>
        </p:txBody>
      </p:sp>
      <p:sp>
        <p:nvSpPr>
          <p:cNvPr id="50439" name="Rectangle 263"/>
          <p:cNvSpPr>
            <a:spLocks noChangeArrowheads="1"/>
          </p:cNvSpPr>
          <p:nvPr/>
        </p:nvSpPr>
        <p:spPr bwMode="auto">
          <a:xfrm>
            <a:off x="971550" y="5126038"/>
            <a:ext cx="642938" cy="407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440" name="Rectangle 264"/>
          <p:cNvSpPr>
            <a:spLocks noChangeArrowheads="1"/>
          </p:cNvSpPr>
          <p:nvPr/>
        </p:nvSpPr>
        <p:spPr bwMode="auto">
          <a:xfrm>
            <a:off x="1363663" y="5227638"/>
            <a:ext cx="13335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400" b="0">
                <a:solidFill>
                  <a:srgbClr val="FFFFFF"/>
                </a:solidFill>
                <a:latin typeface="Times New Roman" panose="02020603050405020304" pitchFamily="18" charset="0"/>
              </a:rPr>
              <a:t>9 </a:t>
            </a:r>
            <a:endParaRPr lang="th-TH" altLang="ms-MY"/>
          </a:p>
        </p:txBody>
      </p:sp>
      <p:sp>
        <p:nvSpPr>
          <p:cNvPr id="50441" name="Rectangle 265"/>
          <p:cNvSpPr>
            <a:spLocks noChangeArrowheads="1"/>
          </p:cNvSpPr>
          <p:nvPr/>
        </p:nvSpPr>
        <p:spPr bwMode="auto">
          <a:xfrm>
            <a:off x="971550" y="5438775"/>
            <a:ext cx="642938" cy="40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442" name="Rectangle 266"/>
          <p:cNvSpPr>
            <a:spLocks noChangeArrowheads="1"/>
          </p:cNvSpPr>
          <p:nvPr/>
        </p:nvSpPr>
        <p:spPr bwMode="auto">
          <a:xfrm>
            <a:off x="1290638" y="5540375"/>
            <a:ext cx="17780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400" b="0">
                <a:solidFill>
                  <a:srgbClr val="FFFFFF"/>
                </a:solidFill>
                <a:latin typeface="Times New Roman" panose="02020603050405020304" pitchFamily="18" charset="0"/>
              </a:rPr>
              <a:t>10</a:t>
            </a:r>
            <a:endParaRPr lang="th-TH" altLang="ms-MY"/>
          </a:p>
        </p:txBody>
      </p:sp>
      <p:sp>
        <p:nvSpPr>
          <p:cNvPr id="50443" name="Rectangle 267"/>
          <p:cNvSpPr>
            <a:spLocks noChangeArrowheads="1"/>
          </p:cNvSpPr>
          <p:nvPr/>
        </p:nvSpPr>
        <p:spPr bwMode="auto">
          <a:xfrm>
            <a:off x="971550" y="5791200"/>
            <a:ext cx="642938" cy="40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444" name="Rectangle 268"/>
          <p:cNvSpPr>
            <a:spLocks noChangeArrowheads="1"/>
          </p:cNvSpPr>
          <p:nvPr/>
        </p:nvSpPr>
        <p:spPr bwMode="auto">
          <a:xfrm>
            <a:off x="1290638" y="5892800"/>
            <a:ext cx="17780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400" b="0">
                <a:solidFill>
                  <a:srgbClr val="FFFFFF"/>
                </a:solidFill>
                <a:latin typeface="Times New Roman" panose="02020603050405020304" pitchFamily="18" charset="0"/>
              </a:rPr>
              <a:t>11</a:t>
            </a:r>
            <a:endParaRPr lang="th-TH" altLang="ms-MY"/>
          </a:p>
        </p:txBody>
      </p:sp>
      <p:sp>
        <p:nvSpPr>
          <p:cNvPr id="50445" name="Rectangle 269"/>
          <p:cNvSpPr>
            <a:spLocks noChangeArrowheads="1"/>
          </p:cNvSpPr>
          <p:nvPr/>
        </p:nvSpPr>
        <p:spPr bwMode="auto">
          <a:xfrm>
            <a:off x="971550" y="6143625"/>
            <a:ext cx="877888" cy="40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446" name="Rectangle 270"/>
          <p:cNvSpPr>
            <a:spLocks noChangeArrowheads="1"/>
          </p:cNvSpPr>
          <p:nvPr/>
        </p:nvSpPr>
        <p:spPr bwMode="auto">
          <a:xfrm>
            <a:off x="1262063" y="6254750"/>
            <a:ext cx="35560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400" b="0">
                <a:solidFill>
                  <a:srgbClr val="FFFFFF"/>
                </a:solidFill>
                <a:latin typeface="MS PGothic" panose="020B0600070205080204" pitchFamily="34" charset="-128"/>
              </a:rPr>
              <a:t>合計</a:t>
            </a:r>
            <a:endParaRPr lang="th-TH" altLang="ms-MY"/>
          </a:p>
        </p:txBody>
      </p:sp>
      <p:sp>
        <p:nvSpPr>
          <p:cNvPr id="50447" name="Freeform 271"/>
          <p:cNvSpPr>
            <a:spLocks/>
          </p:cNvSpPr>
          <p:nvPr/>
        </p:nvSpPr>
        <p:spPr bwMode="auto">
          <a:xfrm>
            <a:off x="533400" y="1295400"/>
            <a:ext cx="9043988" cy="5468938"/>
          </a:xfrm>
          <a:custGeom>
            <a:avLst/>
            <a:gdLst>
              <a:gd name="T0" fmla="*/ 126 w 5697"/>
              <a:gd name="T1" fmla="*/ 0 h 3445"/>
              <a:gd name="T2" fmla="*/ 101 w 5697"/>
              <a:gd name="T3" fmla="*/ 2 h 3445"/>
              <a:gd name="T4" fmla="*/ 78 w 5697"/>
              <a:gd name="T5" fmla="*/ 12 h 3445"/>
              <a:gd name="T6" fmla="*/ 56 w 5697"/>
              <a:gd name="T7" fmla="*/ 25 h 3445"/>
              <a:gd name="T8" fmla="*/ 38 w 5697"/>
              <a:gd name="T9" fmla="*/ 46 h 3445"/>
              <a:gd name="T10" fmla="*/ 21 w 5697"/>
              <a:gd name="T11" fmla="*/ 67 h 3445"/>
              <a:gd name="T12" fmla="*/ 10 w 5697"/>
              <a:gd name="T13" fmla="*/ 95 h 3445"/>
              <a:gd name="T14" fmla="*/ 2 w 5697"/>
              <a:gd name="T15" fmla="*/ 123 h 3445"/>
              <a:gd name="T16" fmla="*/ 0 w 5697"/>
              <a:gd name="T17" fmla="*/ 153 h 3445"/>
              <a:gd name="T18" fmla="*/ 0 w 5697"/>
              <a:gd name="T19" fmla="*/ 3293 h 3445"/>
              <a:gd name="T20" fmla="*/ 2 w 5697"/>
              <a:gd name="T21" fmla="*/ 3323 h 3445"/>
              <a:gd name="T22" fmla="*/ 10 w 5697"/>
              <a:gd name="T23" fmla="*/ 3353 h 3445"/>
              <a:gd name="T24" fmla="*/ 21 w 5697"/>
              <a:gd name="T25" fmla="*/ 3378 h 3445"/>
              <a:gd name="T26" fmla="*/ 38 w 5697"/>
              <a:gd name="T27" fmla="*/ 3401 h 3445"/>
              <a:gd name="T28" fmla="*/ 56 w 5697"/>
              <a:gd name="T29" fmla="*/ 3420 h 3445"/>
              <a:gd name="T30" fmla="*/ 78 w 5697"/>
              <a:gd name="T31" fmla="*/ 3434 h 3445"/>
              <a:gd name="T32" fmla="*/ 101 w 5697"/>
              <a:gd name="T33" fmla="*/ 3443 h 3445"/>
              <a:gd name="T34" fmla="*/ 126 w 5697"/>
              <a:gd name="T35" fmla="*/ 3445 h 3445"/>
              <a:gd name="T36" fmla="*/ 5570 w 5697"/>
              <a:gd name="T37" fmla="*/ 3445 h 3445"/>
              <a:gd name="T38" fmla="*/ 5595 w 5697"/>
              <a:gd name="T39" fmla="*/ 3443 h 3445"/>
              <a:gd name="T40" fmla="*/ 5620 w 5697"/>
              <a:gd name="T41" fmla="*/ 3434 h 3445"/>
              <a:gd name="T42" fmla="*/ 5641 w 5697"/>
              <a:gd name="T43" fmla="*/ 3420 h 3445"/>
              <a:gd name="T44" fmla="*/ 5660 w 5697"/>
              <a:gd name="T45" fmla="*/ 3401 h 3445"/>
              <a:gd name="T46" fmla="*/ 5676 w 5697"/>
              <a:gd name="T47" fmla="*/ 3378 h 3445"/>
              <a:gd name="T48" fmla="*/ 5687 w 5697"/>
              <a:gd name="T49" fmla="*/ 3353 h 3445"/>
              <a:gd name="T50" fmla="*/ 5695 w 5697"/>
              <a:gd name="T51" fmla="*/ 3323 h 3445"/>
              <a:gd name="T52" fmla="*/ 5697 w 5697"/>
              <a:gd name="T53" fmla="*/ 3293 h 3445"/>
              <a:gd name="T54" fmla="*/ 5697 w 5697"/>
              <a:gd name="T55" fmla="*/ 153 h 3445"/>
              <a:gd name="T56" fmla="*/ 5695 w 5697"/>
              <a:gd name="T57" fmla="*/ 123 h 3445"/>
              <a:gd name="T58" fmla="*/ 5687 w 5697"/>
              <a:gd name="T59" fmla="*/ 95 h 3445"/>
              <a:gd name="T60" fmla="*/ 5676 w 5697"/>
              <a:gd name="T61" fmla="*/ 67 h 3445"/>
              <a:gd name="T62" fmla="*/ 5660 w 5697"/>
              <a:gd name="T63" fmla="*/ 46 h 3445"/>
              <a:gd name="T64" fmla="*/ 5641 w 5697"/>
              <a:gd name="T65" fmla="*/ 25 h 3445"/>
              <a:gd name="T66" fmla="*/ 5620 w 5697"/>
              <a:gd name="T67" fmla="*/ 12 h 3445"/>
              <a:gd name="T68" fmla="*/ 5595 w 5697"/>
              <a:gd name="T69" fmla="*/ 2 h 3445"/>
              <a:gd name="T70" fmla="*/ 5570 w 5697"/>
              <a:gd name="T71" fmla="*/ 0 h 3445"/>
              <a:gd name="T72" fmla="*/ 126 w 5697"/>
              <a:gd name="T73" fmla="*/ 0 h 3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697" h="3445">
                <a:moveTo>
                  <a:pt x="126" y="0"/>
                </a:moveTo>
                <a:lnTo>
                  <a:pt x="101" y="2"/>
                </a:lnTo>
                <a:lnTo>
                  <a:pt x="78" y="12"/>
                </a:lnTo>
                <a:lnTo>
                  <a:pt x="56" y="25"/>
                </a:lnTo>
                <a:lnTo>
                  <a:pt x="38" y="46"/>
                </a:lnTo>
                <a:lnTo>
                  <a:pt x="21" y="67"/>
                </a:lnTo>
                <a:lnTo>
                  <a:pt x="10" y="95"/>
                </a:lnTo>
                <a:lnTo>
                  <a:pt x="2" y="123"/>
                </a:lnTo>
                <a:lnTo>
                  <a:pt x="0" y="153"/>
                </a:lnTo>
                <a:lnTo>
                  <a:pt x="0" y="3293"/>
                </a:lnTo>
                <a:lnTo>
                  <a:pt x="2" y="3323"/>
                </a:lnTo>
                <a:lnTo>
                  <a:pt x="10" y="3353"/>
                </a:lnTo>
                <a:lnTo>
                  <a:pt x="21" y="3378"/>
                </a:lnTo>
                <a:lnTo>
                  <a:pt x="38" y="3401"/>
                </a:lnTo>
                <a:lnTo>
                  <a:pt x="56" y="3420"/>
                </a:lnTo>
                <a:lnTo>
                  <a:pt x="78" y="3434"/>
                </a:lnTo>
                <a:lnTo>
                  <a:pt x="101" y="3443"/>
                </a:lnTo>
                <a:lnTo>
                  <a:pt x="126" y="3445"/>
                </a:lnTo>
                <a:lnTo>
                  <a:pt x="5570" y="3445"/>
                </a:lnTo>
                <a:lnTo>
                  <a:pt x="5595" y="3443"/>
                </a:lnTo>
                <a:lnTo>
                  <a:pt x="5620" y="3434"/>
                </a:lnTo>
                <a:lnTo>
                  <a:pt x="5641" y="3420"/>
                </a:lnTo>
                <a:lnTo>
                  <a:pt x="5660" y="3401"/>
                </a:lnTo>
                <a:lnTo>
                  <a:pt x="5676" y="3378"/>
                </a:lnTo>
                <a:lnTo>
                  <a:pt x="5687" y="3353"/>
                </a:lnTo>
                <a:lnTo>
                  <a:pt x="5695" y="3323"/>
                </a:lnTo>
                <a:lnTo>
                  <a:pt x="5697" y="3293"/>
                </a:lnTo>
                <a:lnTo>
                  <a:pt x="5697" y="153"/>
                </a:lnTo>
                <a:lnTo>
                  <a:pt x="5695" y="123"/>
                </a:lnTo>
                <a:lnTo>
                  <a:pt x="5687" y="95"/>
                </a:lnTo>
                <a:lnTo>
                  <a:pt x="5676" y="67"/>
                </a:lnTo>
                <a:lnTo>
                  <a:pt x="5660" y="46"/>
                </a:lnTo>
                <a:lnTo>
                  <a:pt x="5641" y="25"/>
                </a:lnTo>
                <a:lnTo>
                  <a:pt x="5620" y="12"/>
                </a:lnTo>
                <a:lnTo>
                  <a:pt x="5595" y="2"/>
                </a:lnTo>
                <a:lnTo>
                  <a:pt x="5570" y="0"/>
                </a:lnTo>
                <a:lnTo>
                  <a:pt x="126" y="0"/>
                </a:lnTo>
                <a:close/>
              </a:path>
            </a:pathLst>
          </a:custGeom>
          <a:solidFill>
            <a:srgbClr val="EB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ms-MY"/>
          </a:p>
        </p:txBody>
      </p:sp>
      <p:sp>
        <p:nvSpPr>
          <p:cNvPr id="50448" name="Rectangle 272"/>
          <p:cNvSpPr>
            <a:spLocks noChangeArrowheads="1"/>
          </p:cNvSpPr>
          <p:nvPr/>
        </p:nvSpPr>
        <p:spPr bwMode="auto">
          <a:xfrm>
            <a:off x="3475038" y="3505200"/>
            <a:ext cx="3941762"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a:solidFill>
                  <a:srgbClr val="CC3300"/>
                </a:solidFill>
                <a:latin typeface="MS PGothic" panose="020B0600070205080204" pitchFamily="34" charset="-128"/>
              </a:rPr>
              <a:t>図２「○月商品別売上げ高」の棒グラフ</a:t>
            </a:r>
            <a:endParaRPr lang="th-TH" altLang="ms-MY"/>
          </a:p>
        </p:txBody>
      </p:sp>
      <p:sp>
        <p:nvSpPr>
          <p:cNvPr id="50449" name="Rectangle 273"/>
          <p:cNvSpPr>
            <a:spLocks noChangeArrowheads="1"/>
          </p:cNvSpPr>
          <p:nvPr/>
        </p:nvSpPr>
        <p:spPr bwMode="auto">
          <a:xfrm>
            <a:off x="1117600" y="1295400"/>
            <a:ext cx="7732713"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450" name="Rectangle 274"/>
          <p:cNvSpPr>
            <a:spLocks noChangeArrowheads="1"/>
          </p:cNvSpPr>
          <p:nvPr/>
        </p:nvSpPr>
        <p:spPr bwMode="auto">
          <a:xfrm>
            <a:off x="3754438" y="1423988"/>
            <a:ext cx="1587"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endParaRPr lang="th-TH" altLang="ms-MY"/>
          </a:p>
        </p:txBody>
      </p:sp>
      <p:sp>
        <p:nvSpPr>
          <p:cNvPr id="50451" name="Rectangle 275"/>
          <p:cNvSpPr>
            <a:spLocks noChangeArrowheads="1"/>
          </p:cNvSpPr>
          <p:nvPr/>
        </p:nvSpPr>
        <p:spPr bwMode="auto">
          <a:xfrm>
            <a:off x="4086225" y="1423988"/>
            <a:ext cx="1588"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endParaRPr lang="th-TH" altLang="ms-MY"/>
          </a:p>
        </p:txBody>
      </p:sp>
      <p:sp>
        <p:nvSpPr>
          <p:cNvPr id="50452" name="Rectangle 276"/>
          <p:cNvSpPr>
            <a:spLocks noChangeArrowheads="1"/>
          </p:cNvSpPr>
          <p:nvPr/>
        </p:nvSpPr>
        <p:spPr bwMode="auto">
          <a:xfrm>
            <a:off x="3597275" y="4824413"/>
            <a:ext cx="631825"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453" name="Rectangle 277"/>
          <p:cNvSpPr>
            <a:spLocks noChangeArrowheads="1"/>
          </p:cNvSpPr>
          <p:nvPr/>
        </p:nvSpPr>
        <p:spPr bwMode="auto">
          <a:xfrm>
            <a:off x="3827463" y="4953000"/>
            <a:ext cx="24447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400">
                <a:solidFill>
                  <a:srgbClr val="FFFFFF"/>
                </a:solidFill>
                <a:latin typeface="MS PGothic" panose="020B0600070205080204" pitchFamily="34" charset="-128"/>
              </a:rPr>
              <a:t>３０</a:t>
            </a:r>
            <a:endParaRPr lang="th-TH" altLang="ms-MY"/>
          </a:p>
        </p:txBody>
      </p:sp>
      <p:sp>
        <p:nvSpPr>
          <p:cNvPr id="50454" name="Rectangle 278"/>
          <p:cNvSpPr>
            <a:spLocks noChangeArrowheads="1"/>
          </p:cNvSpPr>
          <p:nvPr/>
        </p:nvSpPr>
        <p:spPr bwMode="auto">
          <a:xfrm>
            <a:off x="1101725" y="1670050"/>
            <a:ext cx="7748588" cy="4922838"/>
          </a:xfrm>
          <a:prstGeom prst="rect">
            <a:avLst/>
          </a:prstGeom>
          <a:solidFill>
            <a:srgbClr val="0000FF"/>
          </a:solidFill>
          <a:ln w="23813">
            <a:solidFill>
              <a:srgbClr val="FFFFFF"/>
            </a:solidFill>
            <a:miter lim="800000"/>
            <a:headEnd/>
            <a:tailEnd/>
          </a:ln>
        </p:spPr>
        <p:txBody>
          <a:bodyPr/>
          <a:lstStyle/>
          <a:p>
            <a:endParaRPr lang="ms-MY"/>
          </a:p>
        </p:txBody>
      </p:sp>
      <p:sp>
        <p:nvSpPr>
          <p:cNvPr id="50455" name="Line 279"/>
          <p:cNvSpPr>
            <a:spLocks noChangeShapeType="1"/>
          </p:cNvSpPr>
          <p:nvPr/>
        </p:nvSpPr>
        <p:spPr bwMode="auto">
          <a:xfrm>
            <a:off x="1101725" y="2622550"/>
            <a:ext cx="7745413" cy="1588"/>
          </a:xfrm>
          <a:prstGeom prst="line">
            <a:avLst/>
          </a:prstGeom>
          <a:noFill/>
          <a:ln w="17463">
            <a:solidFill>
              <a:srgbClr val="FFFFFF"/>
            </a:solidFill>
            <a:round/>
            <a:headEnd/>
            <a:tailEnd/>
          </a:ln>
          <a:extLst>
            <a:ext uri="{909E8E84-426E-40DD-AFC4-6F175D3DCCD1}">
              <a14:hiddenFill xmlns:a14="http://schemas.microsoft.com/office/drawing/2010/main">
                <a:noFill/>
              </a14:hiddenFill>
            </a:ext>
          </a:extLst>
        </p:spPr>
        <p:txBody>
          <a:bodyPr/>
          <a:lstStyle/>
          <a:p>
            <a:endParaRPr lang="ms-MY"/>
          </a:p>
        </p:txBody>
      </p:sp>
      <p:sp>
        <p:nvSpPr>
          <p:cNvPr id="50456" name="Line 280"/>
          <p:cNvSpPr>
            <a:spLocks noChangeShapeType="1"/>
          </p:cNvSpPr>
          <p:nvPr/>
        </p:nvSpPr>
        <p:spPr bwMode="auto">
          <a:xfrm>
            <a:off x="1746250" y="1670050"/>
            <a:ext cx="1588" cy="4918075"/>
          </a:xfrm>
          <a:prstGeom prst="line">
            <a:avLst/>
          </a:prstGeom>
          <a:noFill/>
          <a:ln w="17463">
            <a:solidFill>
              <a:srgbClr val="FFFFFF"/>
            </a:solidFill>
            <a:round/>
            <a:headEnd/>
            <a:tailEnd/>
          </a:ln>
          <a:extLst>
            <a:ext uri="{909E8E84-426E-40DD-AFC4-6F175D3DCCD1}">
              <a14:hiddenFill xmlns:a14="http://schemas.microsoft.com/office/drawing/2010/main">
                <a:noFill/>
              </a14:hiddenFill>
            </a:ext>
          </a:extLst>
        </p:spPr>
        <p:txBody>
          <a:bodyPr/>
          <a:lstStyle/>
          <a:p>
            <a:endParaRPr lang="ms-MY"/>
          </a:p>
        </p:txBody>
      </p:sp>
      <p:sp>
        <p:nvSpPr>
          <p:cNvPr id="50457" name="Rectangle 281"/>
          <p:cNvSpPr>
            <a:spLocks noChangeArrowheads="1"/>
          </p:cNvSpPr>
          <p:nvPr/>
        </p:nvSpPr>
        <p:spPr bwMode="auto">
          <a:xfrm>
            <a:off x="971550" y="2144713"/>
            <a:ext cx="1035050" cy="407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458" name="Rectangle 282"/>
          <p:cNvSpPr>
            <a:spLocks noChangeArrowheads="1"/>
          </p:cNvSpPr>
          <p:nvPr/>
        </p:nvSpPr>
        <p:spPr bwMode="auto">
          <a:xfrm>
            <a:off x="1338263" y="2265363"/>
            <a:ext cx="36195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400" b="0">
                <a:solidFill>
                  <a:srgbClr val="FFFFFF"/>
                </a:solidFill>
                <a:latin typeface="MS PGothic" panose="020B0600070205080204" pitchFamily="34" charset="-128"/>
              </a:rPr>
              <a:t>Ｎｏ．</a:t>
            </a:r>
            <a:endParaRPr lang="th-TH" altLang="ms-MY"/>
          </a:p>
        </p:txBody>
      </p:sp>
      <p:sp>
        <p:nvSpPr>
          <p:cNvPr id="50459" name="Rectangle 283"/>
          <p:cNvSpPr>
            <a:spLocks noChangeArrowheads="1"/>
          </p:cNvSpPr>
          <p:nvPr/>
        </p:nvSpPr>
        <p:spPr bwMode="auto">
          <a:xfrm>
            <a:off x="1612900" y="2178050"/>
            <a:ext cx="1944688"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460" name="Rectangle 284"/>
          <p:cNvSpPr>
            <a:spLocks noChangeArrowheads="1"/>
          </p:cNvSpPr>
          <p:nvPr/>
        </p:nvSpPr>
        <p:spPr bwMode="auto">
          <a:xfrm>
            <a:off x="2362200" y="2306638"/>
            <a:ext cx="1588"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endParaRPr lang="th-TH" altLang="ms-MY"/>
          </a:p>
        </p:txBody>
      </p:sp>
      <p:sp>
        <p:nvSpPr>
          <p:cNvPr id="50461" name="Rectangle 285"/>
          <p:cNvSpPr>
            <a:spLocks noChangeArrowheads="1"/>
          </p:cNvSpPr>
          <p:nvPr/>
        </p:nvSpPr>
        <p:spPr bwMode="auto">
          <a:xfrm>
            <a:off x="2654300" y="2306638"/>
            <a:ext cx="1588"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endParaRPr lang="th-TH" altLang="ms-MY"/>
          </a:p>
        </p:txBody>
      </p:sp>
      <p:sp>
        <p:nvSpPr>
          <p:cNvPr id="50462" name="Rectangle 286"/>
          <p:cNvSpPr>
            <a:spLocks noChangeArrowheads="1"/>
          </p:cNvSpPr>
          <p:nvPr/>
        </p:nvSpPr>
        <p:spPr bwMode="auto">
          <a:xfrm>
            <a:off x="4718050" y="1733550"/>
            <a:ext cx="9048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463" name="Rectangle 287"/>
          <p:cNvSpPr>
            <a:spLocks noChangeArrowheads="1"/>
          </p:cNvSpPr>
          <p:nvPr/>
        </p:nvSpPr>
        <p:spPr bwMode="auto">
          <a:xfrm>
            <a:off x="4800600" y="1703388"/>
            <a:ext cx="80010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ms-MY" sz="1400" b="0">
                <a:solidFill>
                  <a:srgbClr val="FFFFFF"/>
                </a:solidFill>
                <a:ea typeface="イワタ中丸ゴシック体(GT)" charset="-128"/>
                <a:cs typeface="Angsana New" pitchFamily="18" charset="-34"/>
              </a:rPr>
              <a:t>Frequency</a:t>
            </a:r>
            <a:endParaRPr lang="th-TH" altLang="ms-MY">
              <a:ea typeface="イワタ中丸ゴシック体(GT)" charset="-128"/>
              <a:cs typeface="Angsana New" pitchFamily="18" charset="-34"/>
            </a:endParaRPr>
          </a:p>
        </p:txBody>
      </p:sp>
      <p:sp>
        <p:nvSpPr>
          <p:cNvPr id="50464" name="Rectangle 288"/>
          <p:cNvSpPr>
            <a:spLocks noChangeArrowheads="1"/>
          </p:cNvSpPr>
          <p:nvPr/>
        </p:nvSpPr>
        <p:spPr bwMode="auto">
          <a:xfrm>
            <a:off x="5135563" y="1920875"/>
            <a:ext cx="17780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400" b="0">
                <a:solidFill>
                  <a:srgbClr val="FFFFFF"/>
                </a:solidFill>
                <a:latin typeface="ＤＦＰPOP体" charset="-128"/>
                <a:ea typeface="ＤＦＰPOP体" charset="-128"/>
              </a:rPr>
              <a:t>ｆ</a:t>
            </a:r>
            <a:endParaRPr lang="th-TH" altLang="ms-MY"/>
          </a:p>
        </p:txBody>
      </p:sp>
      <p:sp>
        <p:nvSpPr>
          <p:cNvPr id="50465" name="Rectangle 289"/>
          <p:cNvSpPr>
            <a:spLocks noChangeArrowheads="1"/>
          </p:cNvSpPr>
          <p:nvPr/>
        </p:nvSpPr>
        <p:spPr bwMode="auto">
          <a:xfrm>
            <a:off x="1746250" y="2625725"/>
            <a:ext cx="1679575"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466" name="Rectangle 290"/>
          <p:cNvSpPr>
            <a:spLocks noChangeArrowheads="1"/>
          </p:cNvSpPr>
          <p:nvPr/>
        </p:nvSpPr>
        <p:spPr bwMode="auto">
          <a:xfrm>
            <a:off x="2001838" y="2725738"/>
            <a:ext cx="6032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45.45 </a:t>
            </a:r>
            <a:endParaRPr lang="th-TH" altLang="ms-MY"/>
          </a:p>
        </p:txBody>
      </p:sp>
      <p:sp>
        <p:nvSpPr>
          <p:cNvPr id="50467" name="Rectangle 291"/>
          <p:cNvSpPr>
            <a:spLocks noChangeArrowheads="1"/>
          </p:cNvSpPr>
          <p:nvPr/>
        </p:nvSpPr>
        <p:spPr bwMode="auto">
          <a:xfrm>
            <a:off x="2487613" y="2736850"/>
            <a:ext cx="2413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MS PGothic" panose="020B0600070205080204" pitchFamily="34" charset="-128"/>
              </a:rPr>
              <a:t>～</a:t>
            </a:r>
            <a:endParaRPr lang="th-TH" altLang="ms-MY"/>
          </a:p>
        </p:txBody>
      </p:sp>
      <p:sp>
        <p:nvSpPr>
          <p:cNvPr id="50468" name="Rectangle 292"/>
          <p:cNvSpPr>
            <a:spLocks noChangeArrowheads="1"/>
          </p:cNvSpPr>
          <p:nvPr/>
        </p:nvSpPr>
        <p:spPr bwMode="auto">
          <a:xfrm>
            <a:off x="2730500" y="2725738"/>
            <a:ext cx="5429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45.95</a:t>
            </a:r>
            <a:endParaRPr lang="th-TH" altLang="ms-MY"/>
          </a:p>
        </p:txBody>
      </p:sp>
      <p:sp>
        <p:nvSpPr>
          <p:cNvPr id="50469" name="Line 293"/>
          <p:cNvSpPr>
            <a:spLocks noChangeShapeType="1"/>
          </p:cNvSpPr>
          <p:nvPr/>
        </p:nvSpPr>
        <p:spPr bwMode="auto">
          <a:xfrm>
            <a:off x="1101725" y="2622550"/>
            <a:ext cx="7739063" cy="1588"/>
          </a:xfrm>
          <a:prstGeom prst="line">
            <a:avLst/>
          </a:prstGeom>
          <a:noFill/>
          <a:ln w="17463">
            <a:solidFill>
              <a:srgbClr val="FFFFFF"/>
            </a:solidFill>
            <a:round/>
            <a:headEnd/>
            <a:tailEnd/>
          </a:ln>
          <a:extLst>
            <a:ext uri="{909E8E84-426E-40DD-AFC4-6F175D3DCCD1}">
              <a14:hiddenFill xmlns:a14="http://schemas.microsoft.com/office/drawing/2010/main">
                <a:noFill/>
              </a14:hiddenFill>
            </a:ext>
          </a:extLst>
        </p:spPr>
        <p:txBody>
          <a:bodyPr/>
          <a:lstStyle/>
          <a:p>
            <a:endParaRPr lang="ms-MY"/>
          </a:p>
        </p:txBody>
      </p:sp>
      <p:sp>
        <p:nvSpPr>
          <p:cNvPr id="50470" name="Line 294"/>
          <p:cNvSpPr>
            <a:spLocks noChangeShapeType="1"/>
          </p:cNvSpPr>
          <p:nvPr/>
        </p:nvSpPr>
        <p:spPr bwMode="auto">
          <a:xfrm>
            <a:off x="1101725" y="2995613"/>
            <a:ext cx="7745413" cy="1587"/>
          </a:xfrm>
          <a:prstGeom prst="line">
            <a:avLst/>
          </a:prstGeom>
          <a:noFill/>
          <a:ln w="17463">
            <a:solidFill>
              <a:srgbClr val="FFFFFF"/>
            </a:solidFill>
            <a:round/>
            <a:headEnd/>
            <a:tailEnd/>
          </a:ln>
          <a:extLst>
            <a:ext uri="{909E8E84-426E-40DD-AFC4-6F175D3DCCD1}">
              <a14:hiddenFill xmlns:a14="http://schemas.microsoft.com/office/drawing/2010/main">
                <a:noFill/>
              </a14:hiddenFill>
            </a:ext>
          </a:extLst>
        </p:spPr>
        <p:txBody>
          <a:bodyPr/>
          <a:lstStyle/>
          <a:p>
            <a:endParaRPr lang="ms-MY"/>
          </a:p>
        </p:txBody>
      </p:sp>
      <p:sp>
        <p:nvSpPr>
          <p:cNvPr id="50471" name="Line 295"/>
          <p:cNvSpPr>
            <a:spLocks noChangeShapeType="1"/>
          </p:cNvSpPr>
          <p:nvPr/>
        </p:nvSpPr>
        <p:spPr bwMode="auto">
          <a:xfrm>
            <a:off x="1101725" y="3355975"/>
            <a:ext cx="7745413" cy="1588"/>
          </a:xfrm>
          <a:prstGeom prst="line">
            <a:avLst/>
          </a:prstGeom>
          <a:noFill/>
          <a:ln w="17463">
            <a:solidFill>
              <a:srgbClr val="FFFFFF"/>
            </a:solidFill>
            <a:round/>
            <a:headEnd/>
            <a:tailEnd/>
          </a:ln>
          <a:extLst>
            <a:ext uri="{909E8E84-426E-40DD-AFC4-6F175D3DCCD1}">
              <a14:hiddenFill xmlns:a14="http://schemas.microsoft.com/office/drawing/2010/main">
                <a:noFill/>
              </a14:hiddenFill>
            </a:ext>
          </a:extLst>
        </p:spPr>
        <p:txBody>
          <a:bodyPr/>
          <a:lstStyle/>
          <a:p>
            <a:endParaRPr lang="ms-MY"/>
          </a:p>
        </p:txBody>
      </p:sp>
      <p:sp>
        <p:nvSpPr>
          <p:cNvPr id="50472" name="Line 296"/>
          <p:cNvSpPr>
            <a:spLocks noChangeShapeType="1"/>
          </p:cNvSpPr>
          <p:nvPr/>
        </p:nvSpPr>
        <p:spPr bwMode="auto">
          <a:xfrm>
            <a:off x="1101725" y="3644900"/>
            <a:ext cx="7745413" cy="1588"/>
          </a:xfrm>
          <a:prstGeom prst="line">
            <a:avLst/>
          </a:prstGeom>
          <a:noFill/>
          <a:ln w="17463">
            <a:solidFill>
              <a:srgbClr val="FFFFFF"/>
            </a:solidFill>
            <a:round/>
            <a:headEnd/>
            <a:tailEnd/>
          </a:ln>
          <a:extLst>
            <a:ext uri="{909E8E84-426E-40DD-AFC4-6F175D3DCCD1}">
              <a14:hiddenFill xmlns:a14="http://schemas.microsoft.com/office/drawing/2010/main">
                <a:noFill/>
              </a14:hiddenFill>
            </a:ext>
          </a:extLst>
        </p:spPr>
        <p:txBody>
          <a:bodyPr/>
          <a:lstStyle/>
          <a:p>
            <a:endParaRPr lang="ms-MY"/>
          </a:p>
        </p:txBody>
      </p:sp>
      <p:sp>
        <p:nvSpPr>
          <p:cNvPr id="50473" name="Line 297"/>
          <p:cNvSpPr>
            <a:spLocks noChangeShapeType="1"/>
          </p:cNvSpPr>
          <p:nvPr/>
        </p:nvSpPr>
        <p:spPr bwMode="auto">
          <a:xfrm>
            <a:off x="1101725" y="4003675"/>
            <a:ext cx="7745413" cy="1588"/>
          </a:xfrm>
          <a:prstGeom prst="line">
            <a:avLst/>
          </a:prstGeom>
          <a:noFill/>
          <a:ln w="17463">
            <a:solidFill>
              <a:srgbClr val="FFFFFF"/>
            </a:solidFill>
            <a:round/>
            <a:headEnd/>
            <a:tailEnd/>
          </a:ln>
          <a:extLst>
            <a:ext uri="{909E8E84-426E-40DD-AFC4-6F175D3DCCD1}">
              <a14:hiddenFill xmlns:a14="http://schemas.microsoft.com/office/drawing/2010/main">
                <a:noFill/>
              </a14:hiddenFill>
            </a:ext>
          </a:extLst>
        </p:spPr>
        <p:txBody>
          <a:bodyPr/>
          <a:lstStyle/>
          <a:p>
            <a:endParaRPr lang="ms-MY"/>
          </a:p>
        </p:txBody>
      </p:sp>
      <p:sp>
        <p:nvSpPr>
          <p:cNvPr id="50474" name="Line 298"/>
          <p:cNvSpPr>
            <a:spLocks noChangeShapeType="1"/>
          </p:cNvSpPr>
          <p:nvPr/>
        </p:nvSpPr>
        <p:spPr bwMode="auto">
          <a:xfrm>
            <a:off x="1101725" y="4364038"/>
            <a:ext cx="7745413" cy="1587"/>
          </a:xfrm>
          <a:prstGeom prst="line">
            <a:avLst/>
          </a:prstGeom>
          <a:noFill/>
          <a:ln w="17463">
            <a:solidFill>
              <a:srgbClr val="FFFFFF"/>
            </a:solidFill>
            <a:round/>
            <a:headEnd/>
            <a:tailEnd/>
          </a:ln>
          <a:extLst>
            <a:ext uri="{909E8E84-426E-40DD-AFC4-6F175D3DCCD1}">
              <a14:hiddenFill xmlns:a14="http://schemas.microsoft.com/office/drawing/2010/main">
                <a:noFill/>
              </a14:hiddenFill>
            </a:ext>
          </a:extLst>
        </p:spPr>
        <p:txBody>
          <a:bodyPr/>
          <a:lstStyle/>
          <a:p>
            <a:endParaRPr lang="ms-MY"/>
          </a:p>
        </p:txBody>
      </p:sp>
      <p:sp>
        <p:nvSpPr>
          <p:cNvPr id="50475" name="Line 299"/>
          <p:cNvSpPr>
            <a:spLocks noChangeShapeType="1"/>
          </p:cNvSpPr>
          <p:nvPr/>
        </p:nvSpPr>
        <p:spPr bwMode="auto">
          <a:xfrm>
            <a:off x="1101725" y="4651375"/>
            <a:ext cx="7745413" cy="1588"/>
          </a:xfrm>
          <a:prstGeom prst="line">
            <a:avLst/>
          </a:prstGeom>
          <a:noFill/>
          <a:ln w="17463">
            <a:solidFill>
              <a:srgbClr val="FFFFFF"/>
            </a:solidFill>
            <a:round/>
            <a:headEnd/>
            <a:tailEnd/>
          </a:ln>
          <a:extLst>
            <a:ext uri="{909E8E84-426E-40DD-AFC4-6F175D3DCCD1}">
              <a14:hiddenFill xmlns:a14="http://schemas.microsoft.com/office/drawing/2010/main">
                <a:noFill/>
              </a14:hiddenFill>
            </a:ext>
          </a:extLst>
        </p:spPr>
        <p:txBody>
          <a:bodyPr/>
          <a:lstStyle/>
          <a:p>
            <a:endParaRPr lang="ms-MY"/>
          </a:p>
        </p:txBody>
      </p:sp>
      <p:sp>
        <p:nvSpPr>
          <p:cNvPr id="50476" name="Line 300"/>
          <p:cNvSpPr>
            <a:spLocks noChangeShapeType="1"/>
          </p:cNvSpPr>
          <p:nvPr/>
        </p:nvSpPr>
        <p:spPr bwMode="auto">
          <a:xfrm>
            <a:off x="1101725" y="4940300"/>
            <a:ext cx="7745413" cy="1588"/>
          </a:xfrm>
          <a:prstGeom prst="line">
            <a:avLst/>
          </a:prstGeom>
          <a:noFill/>
          <a:ln w="17463">
            <a:solidFill>
              <a:srgbClr val="FFFFFF"/>
            </a:solidFill>
            <a:round/>
            <a:headEnd/>
            <a:tailEnd/>
          </a:ln>
          <a:extLst>
            <a:ext uri="{909E8E84-426E-40DD-AFC4-6F175D3DCCD1}">
              <a14:hiddenFill xmlns:a14="http://schemas.microsoft.com/office/drawing/2010/main">
                <a:noFill/>
              </a14:hiddenFill>
            </a:ext>
          </a:extLst>
        </p:spPr>
        <p:txBody>
          <a:bodyPr/>
          <a:lstStyle/>
          <a:p>
            <a:endParaRPr lang="ms-MY"/>
          </a:p>
        </p:txBody>
      </p:sp>
      <p:sp>
        <p:nvSpPr>
          <p:cNvPr id="50477" name="Line 301"/>
          <p:cNvSpPr>
            <a:spLocks noChangeShapeType="1"/>
          </p:cNvSpPr>
          <p:nvPr/>
        </p:nvSpPr>
        <p:spPr bwMode="auto">
          <a:xfrm>
            <a:off x="1101725" y="5299075"/>
            <a:ext cx="7745413" cy="1588"/>
          </a:xfrm>
          <a:prstGeom prst="line">
            <a:avLst/>
          </a:prstGeom>
          <a:noFill/>
          <a:ln w="17463">
            <a:solidFill>
              <a:srgbClr val="FFFFFF"/>
            </a:solidFill>
            <a:round/>
            <a:headEnd/>
            <a:tailEnd/>
          </a:ln>
          <a:extLst>
            <a:ext uri="{909E8E84-426E-40DD-AFC4-6F175D3DCCD1}">
              <a14:hiddenFill xmlns:a14="http://schemas.microsoft.com/office/drawing/2010/main">
                <a:noFill/>
              </a14:hiddenFill>
            </a:ext>
          </a:extLst>
        </p:spPr>
        <p:txBody>
          <a:bodyPr/>
          <a:lstStyle/>
          <a:p>
            <a:endParaRPr lang="ms-MY"/>
          </a:p>
        </p:txBody>
      </p:sp>
      <p:sp>
        <p:nvSpPr>
          <p:cNvPr id="50478" name="Line 302"/>
          <p:cNvSpPr>
            <a:spLocks noChangeShapeType="1"/>
          </p:cNvSpPr>
          <p:nvPr/>
        </p:nvSpPr>
        <p:spPr bwMode="auto">
          <a:xfrm>
            <a:off x="1101725" y="5588000"/>
            <a:ext cx="7745413" cy="1588"/>
          </a:xfrm>
          <a:prstGeom prst="line">
            <a:avLst/>
          </a:prstGeom>
          <a:noFill/>
          <a:ln w="17463">
            <a:solidFill>
              <a:srgbClr val="FFFFFF"/>
            </a:solidFill>
            <a:round/>
            <a:headEnd/>
            <a:tailEnd/>
          </a:ln>
          <a:extLst>
            <a:ext uri="{909E8E84-426E-40DD-AFC4-6F175D3DCCD1}">
              <a14:hiddenFill xmlns:a14="http://schemas.microsoft.com/office/drawing/2010/main">
                <a:noFill/>
              </a14:hiddenFill>
            </a:ext>
          </a:extLst>
        </p:spPr>
        <p:txBody>
          <a:bodyPr/>
          <a:lstStyle/>
          <a:p>
            <a:endParaRPr lang="ms-MY"/>
          </a:p>
        </p:txBody>
      </p:sp>
      <p:sp>
        <p:nvSpPr>
          <p:cNvPr id="50479" name="Line 303"/>
          <p:cNvSpPr>
            <a:spLocks noChangeShapeType="1"/>
          </p:cNvSpPr>
          <p:nvPr/>
        </p:nvSpPr>
        <p:spPr bwMode="auto">
          <a:xfrm>
            <a:off x="1101725" y="5875338"/>
            <a:ext cx="7745413" cy="1587"/>
          </a:xfrm>
          <a:prstGeom prst="line">
            <a:avLst/>
          </a:prstGeom>
          <a:noFill/>
          <a:ln w="17463">
            <a:solidFill>
              <a:srgbClr val="FFFFFF"/>
            </a:solidFill>
            <a:round/>
            <a:headEnd/>
            <a:tailEnd/>
          </a:ln>
          <a:extLst>
            <a:ext uri="{909E8E84-426E-40DD-AFC4-6F175D3DCCD1}">
              <a14:hiddenFill xmlns:a14="http://schemas.microsoft.com/office/drawing/2010/main">
                <a:noFill/>
              </a14:hiddenFill>
            </a:ext>
          </a:extLst>
        </p:spPr>
        <p:txBody>
          <a:bodyPr/>
          <a:lstStyle/>
          <a:p>
            <a:endParaRPr lang="ms-MY"/>
          </a:p>
        </p:txBody>
      </p:sp>
      <p:sp>
        <p:nvSpPr>
          <p:cNvPr id="50480" name="Line 304"/>
          <p:cNvSpPr>
            <a:spLocks noChangeShapeType="1"/>
          </p:cNvSpPr>
          <p:nvPr/>
        </p:nvSpPr>
        <p:spPr bwMode="auto">
          <a:xfrm>
            <a:off x="4718050" y="2144713"/>
            <a:ext cx="4129088" cy="1587"/>
          </a:xfrm>
          <a:prstGeom prst="line">
            <a:avLst/>
          </a:prstGeom>
          <a:noFill/>
          <a:ln w="17463">
            <a:solidFill>
              <a:srgbClr val="FFFFFF"/>
            </a:solidFill>
            <a:round/>
            <a:headEnd/>
            <a:tailEnd/>
          </a:ln>
          <a:extLst>
            <a:ext uri="{909E8E84-426E-40DD-AFC4-6F175D3DCCD1}">
              <a14:hiddenFill xmlns:a14="http://schemas.microsoft.com/office/drawing/2010/main">
                <a:noFill/>
              </a14:hiddenFill>
            </a:ext>
          </a:extLst>
        </p:spPr>
        <p:txBody>
          <a:bodyPr/>
          <a:lstStyle/>
          <a:p>
            <a:endParaRPr lang="ms-MY"/>
          </a:p>
        </p:txBody>
      </p:sp>
      <p:sp>
        <p:nvSpPr>
          <p:cNvPr id="50481" name="Line 305"/>
          <p:cNvSpPr>
            <a:spLocks noChangeShapeType="1"/>
          </p:cNvSpPr>
          <p:nvPr/>
        </p:nvSpPr>
        <p:spPr bwMode="auto">
          <a:xfrm>
            <a:off x="3422650" y="1670050"/>
            <a:ext cx="1588" cy="4918075"/>
          </a:xfrm>
          <a:prstGeom prst="line">
            <a:avLst/>
          </a:prstGeom>
          <a:noFill/>
          <a:ln w="17463">
            <a:solidFill>
              <a:srgbClr val="FFFFFF"/>
            </a:solidFill>
            <a:round/>
            <a:headEnd/>
            <a:tailEnd/>
          </a:ln>
          <a:extLst>
            <a:ext uri="{909E8E84-426E-40DD-AFC4-6F175D3DCCD1}">
              <a14:hiddenFill xmlns:a14="http://schemas.microsoft.com/office/drawing/2010/main">
                <a:noFill/>
              </a14:hiddenFill>
            </a:ext>
          </a:extLst>
        </p:spPr>
        <p:txBody>
          <a:bodyPr/>
          <a:lstStyle/>
          <a:p>
            <a:endParaRPr lang="ms-MY"/>
          </a:p>
        </p:txBody>
      </p:sp>
      <p:sp>
        <p:nvSpPr>
          <p:cNvPr id="50482" name="Line 306"/>
          <p:cNvSpPr>
            <a:spLocks noChangeShapeType="1"/>
          </p:cNvSpPr>
          <p:nvPr/>
        </p:nvSpPr>
        <p:spPr bwMode="auto">
          <a:xfrm>
            <a:off x="4718050" y="1670050"/>
            <a:ext cx="1588" cy="4918075"/>
          </a:xfrm>
          <a:prstGeom prst="line">
            <a:avLst/>
          </a:prstGeom>
          <a:noFill/>
          <a:ln w="17463">
            <a:solidFill>
              <a:srgbClr val="FFFFFF"/>
            </a:solidFill>
            <a:round/>
            <a:headEnd/>
            <a:tailEnd/>
          </a:ln>
          <a:extLst>
            <a:ext uri="{909E8E84-426E-40DD-AFC4-6F175D3DCCD1}">
              <a14:hiddenFill xmlns:a14="http://schemas.microsoft.com/office/drawing/2010/main">
                <a:noFill/>
              </a14:hiddenFill>
            </a:ext>
          </a:extLst>
        </p:spPr>
        <p:txBody>
          <a:bodyPr/>
          <a:lstStyle/>
          <a:p>
            <a:endParaRPr lang="ms-MY"/>
          </a:p>
        </p:txBody>
      </p:sp>
      <p:sp>
        <p:nvSpPr>
          <p:cNvPr id="50483" name="Rectangle 307"/>
          <p:cNvSpPr>
            <a:spLocks noChangeArrowheads="1"/>
          </p:cNvSpPr>
          <p:nvPr/>
        </p:nvSpPr>
        <p:spPr bwMode="auto">
          <a:xfrm>
            <a:off x="3554413" y="2178050"/>
            <a:ext cx="1035050"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484" name="Rectangle 308"/>
          <p:cNvSpPr>
            <a:spLocks noChangeArrowheads="1"/>
          </p:cNvSpPr>
          <p:nvPr/>
        </p:nvSpPr>
        <p:spPr bwMode="auto">
          <a:xfrm>
            <a:off x="3513138" y="2060575"/>
            <a:ext cx="106680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ms-MY" sz="1400">
                <a:cs typeface="Angsana New" pitchFamily="18" charset="-34"/>
              </a:rPr>
              <a:t>Center value</a:t>
            </a:r>
            <a:endParaRPr lang="th-TH" altLang="ms-MY" sz="1400">
              <a:cs typeface="Angsana New" pitchFamily="18" charset="-34"/>
            </a:endParaRPr>
          </a:p>
        </p:txBody>
      </p:sp>
      <p:sp>
        <p:nvSpPr>
          <p:cNvPr id="50485" name="Line 309"/>
          <p:cNvSpPr>
            <a:spLocks noChangeShapeType="1"/>
          </p:cNvSpPr>
          <p:nvPr/>
        </p:nvSpPr>
        <p:spPr bwMode="auto">
          <a:xfrm>
            <a:off x="7683500" y="1670050"/>
            <a:ext cx="1588" cy="4918075"/>
          </a:xfrm>
          <a:prstGeom prst="line">
            <a:avLst/>
          </a:prstGeom>
          <a:noFill/>
          <a:ln w="17463">
            <a:solidFill>
              <a:srgbClr val="FFFFFF"/>
            </a:solidFill>
            <a:round/>
            <a:headEnd/>
            <a:tailEnd/>
          </a:ln>
          <a:extLst>
            <a:ext uri="{909E8E84-426E-40DD-AFC4-6F175D3DCCD1}">
              <a14:hiddenFill xmlns:a14="http://schemas.microsoft.com/office/drawing/2010/main">
                <a:noFill/>
              </a14:hiddenFill>
            </a:ext>
          </a:extLst>
        </p:spPr>
        <p:txBody>
          <a:bodyPr/>
          <a:lstStyle/>
          <a:p>
            <a:endParaRPr lang="ms-MY"/>
          </a:p>
        </p:txBody>
      </p:sp>
      <p:sp>
        <p:nvSpPr>
          <p:cNvPr id="50486" name="Line 310"/>
          <p:cNvSpPr>
            <a:spLocks noChangeShapeType="1"/>
          </p:cNvSpPr>
          <p:nvPr/>
        </p:nvSpPr>
        <p:spPr bwMode="auto">
          <a:xfrm>
            <a:off x="6523038" y="1670050"/>
            <a:ext cx="1587" cy="4918075"/>
          </a:xfrm>
          <a:prstGeom prst="line">
            <a:avLst/>
          </a:prstGeom>
          <a:noFill/>
          <a:ln w="17463">
            <a:solidFill>
              <a:srgbClr val="FFFFFF"/>
            </a:solidFill>
            <a:round/>
            <a:headEnd/>
            <a:tailEnd/>
          </a:ln>
          <a:extLst>
            <a:ext uri="{909E8E84-426E-40DD-AFC4-6F175D3DCCD1}">
              <a14:hiddenFill xmlns:a14="http://schemas.microsoft.com/office/drawing/2010/main">
                <a:noFill/>
              </a14:hiddenFill>
            </a:ext>
          </a:extLst>
        </p:spPr>
        <p:txBody>
          <a:bodyPr/>
          <a:lstStyle/>
          <a:p>
            <a:endParaRPr lang="ms-MY"/>
          </a:p>
        </p:txBody>
      </p:sp>
      <p:sp>
        <p:nvSpPr>
          <p:cNvPr id="50487" name="Line 311"/>
          <p:cNvSpPr>
            <a:spLocks noChangeShapeType="1"/>
          </p:cNvSpPr>
          <p:nvPr/>
        </p:nvSpPr>
        <p:spPr bwMode="auto">
          <a:xfrm>
            <a:off x="5619750" y="1670050"/>
            <a:ext cx="1588" cy="4918075"/>
          </a:xfrm>
          <a:prstGeom prst="line">
            <a:avLst/>
          </a:prstGeom>
          <a:noFill/>
          <a:ln w="17463">
            <a:solidFill>
              <a:srgbClr val="FFFFFF"/>
            </a:solidFill>
            <a:round/>
            <a:headEnd/>
            <a:tailEnd/>
          </a:ln>
          <a:extLst>
            <a:ext uri="{909E8E84-426E-40DD-AFC4-6F175D3DCCD1}">
              <a14:hiddenFill xmlns:a14="http://schemas.microsoft.com/office/drawing/2010/main">
                <a:noFill/>
              </a14:hiddenFill>
            </a:ext>
          </a:extLst>
        </p:spPr>
        <p:txBody>
          <a:bodyPr/>
          <a:lstStyle/>
          <a:p>
            <a:endParaRPr lang="ms-MY"/>
          </a:p>
        </p:txBody>
      </p:sp>
      <p:sp>
        <p:nvSpPr>
          <p:cNvPr id="50488" name="Rectangle 312"/>
          <p:cNvSpPr>
            <a:spLocks noChangeArrowheads="1"/>
          </p:cNvSpPr>
          <p:nvPr/>
        </p:nvSpPr>
        <p:spPr bwMode="auto">
          <a:xfrm>
            <a:off x="5492750" y="1717675"/>
            <a:ext cx="1169988"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489" name="Rectangle 313"/>
          <p:cNvSpPr>
            <a:spLocks noChangeArrowheads="1"/>
          </p:cNvSpPr>
          <p:nvPr/>
        </p:nvSpPr>
        <p:spPr bwMode="auto">
          <a:xfrm>
            <a:off x="6057900" y="1831975"/>
            <a:ext cx="2032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600" b="0">
                <a:solidFill>
                  <a:srgbClr val="FFFFFF"/>
                </a:solidFill>
                <a:latin typeface="ＤＦＰPOP体" charset="-128"/>
                <a:ea typeface="ＤＦＰPOP体" charset="-128"/>
              </a:rPr>
              <a:t>ｘ</a:t>
            </a:r>
            <a:endParaRPr lang="th-TH" altLang="ms-MY"/>
          </a:p>
        </p:txBody>
      </p:sp>
      <p:sp>
        <p:nvSpPr>
          <p:cNvPr id="50490" name="Rectangle 314"/>
          <p:cNvSpPr>
            <a:spLocks noChangeArrowheads="1"/>
          </p:cNvSpPr>
          <p:nvPr/>
        </p:nvSpPr>
        <p:spPr bwMode="auto">
          <a:xfrm>
            <a:off x="6513513" y="1717675"/>
            <a:ext cx="1185862"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491" name="Rectangle 315"/>
          <p:cNvSpPr>
            <a:spLocks noChangeArrowheads="1"/>
          </p:cNvSpPr>
          <p:nvPr/>
        </p:nvSpPr>
        <p:spPr bwMode="auto">
          <a:xfrm>
            <a:off x="7061200" y="1831975"/>
            <a:ext cx="4064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600" b="0">
                <a:solidFill>
                  <a:srgbClr val="FFFFFF"/>
                </a:solidFill>
                <a:latin typeface="ＤＦＰPOP体" charset="-128"/>
                <a:ea typeface="ＤＦＰPOP体" charset="-128"/>
              </a:rPr>
              <a:t>ｆｘ</a:t>
            </a:r>
            <a:endParaRPr lang="th-TH" altLang="ms-MY"/>
          </a:p>
        </p:txBody>
      </p:sp>
      <p:sp>
        <p:nvSpPr>
          <p:cNvPr id="50492" name="Rectangle 316"/>
          <p:cNvSpPr>
            <a:spLocks noChangeArrowheads="1"/>
          </p:cNvSpPr>
          <p:nvPr/>
        </p:nvSpPr>
        <p:spPr bwMode="auto">
          <a:xfrm>
            <a:off x="4718050" y="2178050"/>
            <a:ext cx="904875"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493" name="Rectangle 317"/>
          <p:cNvSpPr>
            <a:spLocks noChangeArrowheads="1"/>
          </p:cNvSpPr>
          <p:nvPr/>
        </p:nvSpPr>
        <p:spPr bwMode="auto">
          <a:xfrm>
            <a:off x="5094288" y="2317750"/>
            <a:ext cx="17780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400" b="0">
                <a:solidFill>
                  <a:srgbClr val="FFFFFF"/>
                </a:solidFill>
                <a:ea typeface="イワタ中丸ゴシック体(GT)" charset="-128"/>
              </a:rPr>
              <a:t>①</a:t>
            </a:r>
            <a:endParaRPr lang="th-TH" altLang="ms-MY"/>
          </a:p>
        </p:txBody>
      </p:sp>
      <p:sp>
        <p:nvSpPr>
          <p:cNvPr id="50494" name="Rectangle 318"/>
          <p:cNvSpPr>
            <a:spLocks noChangeArrowheads="1"/>
          </p:cNvSpPr>
          <p:nvPr/>
        </p:nvSpPr>
        <p:spPr bwMode="auto">
          <a:xfrm>
            <a:off x="7689850" y="1733550"/>
            <a:ext cx="1160463" cy="43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495" name="Rectangle 319"/>
          <p:cNvSpPr>
            <a:spLocks noChangeArrowheads="1"/>
          </p:cNvSpPr>
          <p:nvPr/>
        </p:nvSpPr>
        <p:spPr bwMode="auto">
          <a:xfrm>
            <a:off x="8194675" y="1825625"/>
            <a:ext cx="4064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600" b="0">
                <a:solidFill>
                  <a:srgbClr val="FFFFFF"/>
                </a:solidFill>
                <a:latin typeface="ＤＦＰPOP体" charset="-128"/>
                <a:ea typeface="ＤＦＰPOP体" charset="-128"/>
              </a:rPr>
              <a:t>ｆｘ</a:t>
            </a:r>
            <a:endParaRPr lang="th-TH" altLang="ms-MY"/>
          </a:p>
        </p:txBody>
      </p:sp>
      <p:sp>
        <p:nvSpPr>
          <p:cNvPr id="50496" name="Rectangle 320"/>
          <p:cNvSpPr>
            <a:spLocks noChangeArrowheads="1"/>
          </p:cNvSpPr>
          <p:nvPr/>
        </p:nvSpPr>
        <p:spPr bwMode="auto">
          <a:xfrm>
            <a:off x="8334375" y="1879600"/>
            <a:ext cx="762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200" b="0">
                <a:solidFill>
                  <a:srgbClr val="FFFFFF"/>
                </a:solidFill>
                <a:latin typeface="ＤＦＰPOP体" charset="-128"/>
                <a:ea typeface="ＤＦＰPOP体" charset="-128"/>
              </a:rPr>
              <a:t>2</a:t>
            </a:r>
            <a:endParaRPr lang="th-TH" altLang="ms-MY"/>
          </a:p>
        </p:txBody>
      </p:sp>
      <p:sp>
        <p:nvSpPr>
          <p:cNvPr id="50497" name="Rectangle 321"/>
          <p:cNvSpPr>
            <a:spLocks noChangeArrowheads="1"/>
          </p:cNvSpPr>
          <p:nvPr/>
        </p:nvSpPr>
        <p:spPr bwMode="auto">
          <a:xfrm>
            <a:off x="5751513" y="2178050"/>
            <a:ext cx="774700"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498" name="Rectangle 322"/>
          <p:cNvSpPr>
            <a:spLocks noChangeArrowheads="1"/>
          </p:cNvSpPr>
          <p:nvPr/>
        </p:nvSpPr>
        <p:spPr bwMode="auto">
          <a:xfrm>
            <a:off x="6064250" y="2317750"/>
            <a:ext cx="17780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400" b="0">
                <a:solidFill>
                  <a:srgbClr val="FFFFFF"/>
                </a:solidFill>
                <a:ea typeface="イワタ中丸ゴシック体(GT)" charset="-128"/>
              </a:rPr>
              <a:t>②</a:t>
            </a:r>
            <a:endParaRPr lang="th-TH" altLang="ms-MY"/>
          </a:p>
        </p:txBody>
      </p:sp>
      <p:sp>
        <p:nvSpPr>
          <p:cNvPr id="50499" name="Rectangle 323"/>
          <p:cNvSpPr>
            <a:spLocks noChangeArrowheads="1"/>
          </p:cNvSpPr>
          <p:nvPr/>
        </p:nvSpPr>
        <p:spPr bwMode="auto">
          <a:xfrm>
            <a:off x="6523038" y="2178050"/>
            <a:ext cx="1163637"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500" name="Rectangle 324"/>
          <p:cNvSpPr>
            <a:spLocks noChangeArrowheads="1"/>
          </p:cNvSpPr>
          <p:nvPr/>
        </p:nvSpPr>
        <p:spPr bwMode="auto">
          <a:xfrm>
            <a:off x="6802438" y="2317750"/>
            <a:ext cx="17780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400" b="0">
                <a:solidFill>
                  <a:srgbClr val="FFFFFF"/>
                </a:solidFill>
                <a:ea typeface="イワタ中丸ゴシック体(GT)" charset="-128"/>
              </a:rPr>
              <a:t>③</a:t>
            </a:r>
            <a:endParaRPr lang="th-TH" altLang="ms-MY"/>
          </a:p>
        </p:txBody>
      </p:sp>
      <p:sp>
        <p:nvSpPr>
          <p:cNvPr id="50501" name="Rectangle 325"/>
          <p:cNvSpPr>
            <a:spLocks noChangeArrowheads="1"/>
          </p:cNvSpPr>
          <p:nvPr/>
        </p:nvSpPr>
        <p:spPr bwMode="auto">
          <a:xfrm>
            <a:off x="6948488" y="2317750"/>
            <a:ext cx="8890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400" b="0">
                <a:solidFill>
                  <a:srgbClr val="FFFFFF"/>
                </a:solidFill>
                <a:ea typeface="イワタ中丸ゴシック体(GT)" charset="-128"/>
              </a:rPr>
              <a:t>=</a:t>
            </a:r>
            <a:endParaRPr lang="th-TH" altLang="ms-MY"/>
          </a:p>
        </p:txBody>
      </p:sp>
      <p:sp>
        <p:nvSpPr>
          <p:cNvPr id="50502" name="Rectangle 326"/>
          <p:cNvSpPr>
            <a:spLocks noChangeArrowheads="1"/>
          </p:cNvSpPr>
          <p:nvPr/>
        </p:nvSpPr>
        <p:spPr bwMode="auto">
          <a:xfrm>
            <a:off x="7021513" y="2317750"/>
            <a:ext cx="17780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400" b="0">
                <a:solidFill>
                  <a:srgbClr val="FFFFFF"/>
                </a:solidFill>
                <a:ea typeface="イワタ中丸ゴシック体(GT)" charset="-128"/>
              </a:rPr>
              <a:t>①</a:t>
            </a:r>
            <a:endParaRPr lang="th-TH" altLang="ms-MY"/>
          </a:p>
        </p:txBody>
      </p:sp>
      <p:sp>
        <p:nvSpPr>
          <p:cNvPr id="50503" name="Rectangle 327"/>
          <p:cNvSpPr>
            <a:spLocks noChangeArrowheads="1"/>
          </p:cNvSpPr>
          <p:nvPr/>
        </p:nvSpPr>
        <p:spPr bwMode="auto">
          <a:xfrm>
            <a:off x="7202488" y="2332038"/>
            <a:ext cx="17780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400" b="0">
                <a:solidFill>
                  <a:srgbClr val="FFFFFF"/>
                </a:solidFill>
                <a:latin typeface="Courier New" panose="02070309020205020404" pitchFamily="49" charset="0"/>
              </a:rPr>
              <a:t>×</a:t>
            </a:r>
            <a:endParaRPr lang="th-TH" altLang="ms-MY"/>
          </a:p>
        </p:txBody>
      </p:sp>
      <p:sp>
        <p:nvSpPr>
          <p:cNvPr id="50504" name="Rectangle 328"/>
          <p:cNvSpPr>
            <a:spLocks noChangeArrowheads="1"/>
          </p:cNvSpPr>
          <p:nvPr/>
        </p:nvSpPr>
        <p:spPr bwMode="auto">
          <a:xfrm>
            <a:off x="7332663" y="2317750"/>
            <a:ext cx="17780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400" b="0">
                <a:solidFill>
                  <a:srgbClr val="FFFFFF"/>
                </a:solidFill>
                <a:ea typeface="イワタ中丸ゴシック体(GT)" charset="-128"/>
              </a:rPr>
              <a:t>②</a:t>
            </a:r>
            <a:endParaRPr lang="th-TH" altLang="ms-MY"/>
          </a:p>
        </p:txBody>
      </p:sp>
      <p:sp>
        <p:nvSpPr>
          <p:cNvPr id="50505" name="Rectangle 329"/>
          <p:cNvSpPr>
            <a:spLocks noChangeArrowheads="1"/>
          </p:cNvSpPr>
          <p:nvPr/>
        </p:nvSpPr>
        <p:spPr bwMode="auto">
          <a:xfrm>
            <a:off x="7683500" y="2178050"/>
            <a:ext cx="1166813"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506" name="Rectangle 330"/>
          <p:cNvSpPr>
            <a:spLocks noChangeArrowheads="1"/>
          </p:cNvSpPr>
          <p:nvPr/>
        </p:nvSpPr>
        <p:spPr bwMode="auto">
          <a:xfrm>
            <a:off x="7966075" y="2317750"/>
            <a:ext cx="17780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400" b="0">
                <a:solidFill>
                  <a:srgbClr val="FFFFFF"/>
                </a:solidFill>
                <a:ea typeface="イワタ中丸ゴシック体(GT)" charset="-128"/>
              </a:rPr>
              <a:t>④</a:t>
            </a:r>
            <a:endParaRPr lang="th-TH" altLang="ms-MY"/>
          </a:p>
        </p:txBody>
      </p:sp>
      <p:sp>
        <p:nvSpPr>
          <p:cNvPr id="50507" name="Rectangle 331"/>
          <p:cNvSpPr>
            <a:spLocks noChangeArrowheads="1"/>
          </p:cNvSpPr>
          <p:nvPr/>
        </p:nvSpPr>
        <p:spPr bwMode="auto">
          <a:xfrm>
            <a:off x="8112125" y="2317750"/>
            <a:ext cx="8890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400" b="0">
                <a:solidFill>
                  <a:srgbClr val="FFFFFF"/>
                </a:solidFill>
                <a:ea typeface="イワタ中丸ゴシック体(GT)" charset="-128"/>
              </a:rPr>
              <a:t>=</a:t>
            </a:r>
            <a:endParaRPr lang="th-TH" altLang="ms-MY"/>
          </a:p>
        </p:txBody>
      </p:sp>
      <p:sp>
        <p:nvSpPr>
          <p:cNvPr id="50508" name="Rectangle 332"/>
          <p:cNvSpPr>
            <a:spLocks noChangeArrowheads="1"/>
          </p:cNvSpPr>
          <p:nvPr/>
        </p:nvSpPr>
        <p:spPr bwMode="auto">
          <a:xfrm>
            <a:off x="8185150" y="2317750"/>
            <a:ext cx="17780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400" b="0">
                <a:solidFill>
                  <a:srgbClr val="FFFFFF"/>
                </a:solidFill>
                <a:ea typeface="イワタ中丸ゴシック体(GT)" charset="-128"/>
              </a:rPr>
              <a:t>②</a:t>
            </a:r>
            <a:endParaRPr lang="th-TH" altLang="ms-MY"/>
          </a:p>
        </p:txBody>
      </p:sp>
      <p:sp>
        <p:nvSpPr>
          <p:cNvPr id="50509" name="Rectangle 333"/>
          <p:cNvSpPr>
            <a:spLocks noChangeArrowheads="1"/>
          </p:cNvSpPr>
          <p:nvPr/>
        </p:nvSpPr>
        <p:spPr bwMode="auto">
          <a:xfrm>
            <a:off x="8366125" y="2332038"/>
            <a:ext cx="17780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400" b="0">
                <a:solidFill>
                  <a:srgbClr val="FFFFFF"/>
                </a:solidFill>
                <a:latin typeface="Courier New" panose="02070309020205020404" pitchFamily="49" charset="0"/>
              </a:rPr>
              <a:t>×</a:t>
            </a:r>
            <a:endParaRPr lang="th-TH" altLang="ms-MY"/>
          </a:p>
        </p:txBody>
      </p:sp>
      <p:sp>
        <p:nvSpPr>
          <p:cNvPr id="50510" name="Rectangle 334"/>
          <p:cNvSpPr>
            <a:spLocks noChangeArrowheads="1"/>
          </p:cNvSpPr>
          <p:nvPr/>
        </p:nvSpPr>
        <p:spPr bwMode="auto">
          <a:xfrm>
            <a:off x="8496300" y="2317750"/>
            <a:ext cx="17780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400" b="0">
                <a:solidFill>
                  <a:srgbClr val="FFFFFF"/>
                </a:solidFill>
                <a:ea typeface="イワタ中丸ゴシック体(GT)" charset="-128"/>
              </a:rPr>
              <a:t>③</a:t>
            </a:r>
            <a:endParaRPr lang="th-TH" altLang="ms-MY"/>
          </a:p>
        </p:txBody>
      </p:sp>
      <p:sp>
        <p:nvSpPr>
          <p:cNvPr id="50511" name="Line 335"/>
          <p:cNvSpPr>
            <a:spLocks noChangeShapeType="1"/>
          </p:cNvSpPr>
          <p:nvPr/>
        </p:nvSpPr>
        <p:spPr bwMode="auto">
          <a:xfrm>
            <a:off x="1101725" y="6165850"/>
            <a:ext cx="7745413" cy="1588"/>
          </a:xfrm>
          <a:prstGeom prst="line">
            <a:avLst/>
          </a:prstGeom>
          <a:noFill/>
          <a:ln w="17463">
            <a:solidFill>
              <a:srgbClr val="FFFFFF"/>
            </a:solidFill>
            <a:round/>
            <a:headEnd/>
            <a:tailEnd/>
          </a:ln>
          <a:extLst>
            <a:ext uri="{909E8E84-426E-40DD-AFC4-6F175D3DCCD1}">
              <a14:hiddenFill xmlns:a14="http://schemas.microsoft.com/office/drawing/2010/main">
                <a:noFill/>
              </a14:hiddenFill>
            </a:ext>
          </a:extLst>
        </p:spPr>
        <p:txBody>
          <a:bodyPr/>
          <a:lstStyle/>
          <a:p>
            <a:endParaRPr lang="ms-MY"/>
          </a:p>
        </p:txBody>
      </p:sp>
      <p:sp>
        <p:nvSpPr>
          <p:cNvPr id="50512" name="Rectangle 336"/>
          <p:cNvSpPr>
            <a:spLocks noChangeArrowheads="1"/>
          </p:cNvSpPr>
          <p:nvPr/>
        </p:nvSpPr>
        <p:spPr bwMode="auto">
          <a:xfrm>
            <a:off x="1746250" y="2938463"/>
            <a:ext cx="1679575"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513" name="Rectangle 337"/>
          <p:cNvSpPr>
            <a:spLocks noChangeArrowheads="1"/>
          </p:cNvSpPr>
          <p:nvPr/>
        </p:nvSpPr>
        <p:spPr bwMode="auto">
          <a:xfrm>
            <a:off x="2025650" y="3038475"/>
            <a:ext cx="5429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45.95</a:t>
            </a:r>
            <a:endParaRPr lang="th-TH" altLang="ms-MY"/>
          </a:p>
        </p:txBody>
      </p:sp>
      <p:sp>
        <p:nvSpPr>
          <p:cNvPr id="50514" name="Rectangle 338"/>
          <p:cNvSpPr>
            <a:spLocks noChangeArrowheads="1"/>
          </p:cNvSpPr>
          <p:nvPr/>
        </p:nvSpPr>
        <p:spPr bwMode="auto">
          <a:xfrm>
            <a:off x="2463800" y="3049588"/>
            <a:ext cx="2413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MS PGothic" panose="020B0600070205080204" pitchFamily="34" charset="-128"/>
              </a:rPr>
              <a:t>～</a:t>
            </a:r>
            <a:endParaRPr lang="th-TH" altLang="ms-MY"/>
          </a:p>
        </p:txBody>
      </p:sp>
      <p:sp>
        <p:nvSpPr>
          <p:cNvPr id="50515" name="Rectangle 339"/>
          <p:cNvSpPr>
            <a:spLocks noChangeArrowheads="1"/>
          </p:cNvSpPr>
          <p:nvPr/>
        </p:nvSpPr>
        <p:spPr bwMode="auto">
          <a:xfrm>
            <a:off x="2706688" y="3038475"/>
            <a:ext cx="5429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46.45</a:t>
            </a:r>
            <a:endParaRPr lang="th-TH" altLang="ms-MY"/>
          </a:p>
        </p:txBody>
      </p:sp>
      <p:sp>
        <p:nvSpPr>
          <p:cNvPr id="50516" name="Rectangle 340"/>
          <p:cNvSpPr>
            <a:spLocks noChangeArrowheads="1"/>
          </p:cNvSpPr>
          <p:nvPr/>
        </p:nvSpPr>
        <p:spPr bwMode="auto">
          <a:xfrm>
            <a:off x="1746250" y="3254375"/>
            <a:ext cx="1679575"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517" name="Rectangle 341"/>
          <p:cNvSpPr>
            <a:spLocks noChangeArrowheads="1"/>
          </p:cNvSpPr>
          <p:nvPr/>
        </p:nvSpPr>
        <p:spPr bwMode="auto">
          <a:xfrm>
            <a:off x="2001838" y="3354388"/>
            <a:ext cx="6032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46.45 </a:t>
            </a:r>
            <a:endParaRPr lang="th-TH" altLang="ms-MY"/>
          </a:p>
        </p:txBody>
      </p:sp>
      <p:sp>
        <p:nvSpPr>
          <p:cNvPr id="50518" name="Rectangle 342"/>
          <p:cNvSpPr>
            <a:spLocks noChangeArrowheads="1"/>
          </p:cNvSpPr>
          <p:nvPr/>
        </p:nvSpPr>
        <p:spPr bwMode="auto">
          <a:xfrm>
            <a:off x="2487613" y="3365500"/>
            <a:ext cx="2413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MS PGothic" panose="020B0600070205080204" pitchFamily="34" charset="-128"/>
              </a:rPr>
              <a:t>～</a:t>
            </a:r>
            <a:endParaRPr lang="th-TH" altLang="ms-MY"/>
          </a:p>
        </p:txBody>
      </p:sp>
      <p:sp>
        <p:nvSpPr>
          <p:cNvPr id="50519" name="Rectangle 343"/>
          <p:cNvSpPr>
            <a:spLocks noChangeArrowheads="1"/>
          </p:cNvSpPr>
          <p:nvPr/>
        </p:nvSpPr>
        <p:spPr bwMode="auto">
          <a:xfrm>
            <a:off x="2730500" y="3354388"/>
            <a:ext cx="5429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46.95</a:t>
            </a:r>
            <a:endParaRPr lang="th-TH" altLang="ms-MY"/>
          </a:p>
        </p:txBody>
      </p:sp>
      <p:sp>
        <p:nvSpPr>
          <p:cNvPr id="50520" name="Rectangle 344"/>
          <p:cNvSpPr>
            <a:spLocks noChangeArrowheads="1"/>
          </p:cNvSpPr>
          <p:nvPr/>
        </p:nvSpPr>
        <p:spPr bwMode="auto">
          <a:xfrm>
            <a:off x="1746250" y="3575050"/>
            <a:ext cx="1679575"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521" name="Rectangle 345"/>
          <p:cNvSpPr>
            <a:spLocks noChangeArrowheads="1"/>
          </p:cNvSpPr>
          <p:nvPr/>
        </p:nvSpPr>
        <p:spPr bwMode="auto">
          <a:xfrm>
            <a:off x="2001838" y="3673475"/>
            <a:ext cx="6032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46.95 </a:t>
            </a:r>
            <a:endParaRPr lang="th-TH" altLang="ms-MY"/>
          </a:p>
        </p:txBody>
      </p:sp>
      <p:sp>
        <p:nvSpPr>
          <p:cNvPr id="50522" name="Rectangle 346"/>
          <p:cNvSpPr>
            <a:spLocks noChangeArrowheads="1"/>
          </p:cNvSpPr>
          <p:nvPr/>
        </p:nvSpPr>
        <p:spPr bwMode="auto">
          <a:xfrm>
            <a:off x="2487613" y="3684588"/>
            <a:ext cx="2413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MS PGothic" panose="020B0600070205080204" pitchFamily="34" charset="-128"/>
              </a:rPr>
              <a:t>～</a:t>
            </a:r>
            <a:endParaRPr lang="th-TH" altLang="ms-MY"/>
          </a:p>
        </p:txBody>
      </p:sp>
      <p:sp>
        <p:nvSpPr>
          <p:cNvPr id="50523" name="Rectangle 347"/>
          <p:cNvSpPr>
            <a:spLocks noChangeArrowheads="1"/>
          </p:cNvSpPr>
          <p:nvPr/>
        </p:nvSpPr>
        <p:spPr bwMode="auto">
          <a:xfrm>
            <a:off x="2730500" y="3673475"/>
            <a:ext cx="5429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47.45</a:t>
            </a:r>
            <a:endParaRPr lang="th-TH" altLang="ms-MY"/>
          </a:p>
        </p:txBody>
      </p:sp>
      <p:sp>
        <p:nvSpPr>
          <p:cNvPr id="50524" name="Rectangle 348"/>
          <p:cNvSpPr>
            <a:spLocks noChangeArrowheads="1"/>
          </p:cNvSpPr>
          <p:nvPr/>
        </p:nvSpPr>
        <p:spPr bwMode="auto">
          <a:xfrm>
            <a:off x="1746250" y="3890963"/>
            <a:ext cx="1679575"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525" name="Rectangle 349"/>
          <p:cNvSpPr>
            <a:spLocks noChangeArrowheads="1"/>
          </p:cNvSpPr>
          <p:nvPr/>
        </p:nvSpPr>
        <p:spPr bwMode="auto">
          <a:xfrm>
            <a:off x="2001838" y="3990975"/>
            <a:ext cx="6032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47.45 </a:t>
            </a:r>
            <a:endParaRPr lang="th-TH" altLang="ms-MY"/>
          </a:p>
        </p:txBody>
      </p:sp>
      <p:sp>
        <p:nvSpPr>
          <p:cNvPr id="50526" name="Rectangle 350"/>
          <p:cNvSpPr>
            <a:spLocks noChangeArrowheads="1"/>
          </p:cNvSpPr>
          <p:nvPr/>
        </p:nvSpPr>
        <p:spPr bwMode="auto">
          <a:xfrm>
            <a:off x="2487613" y="4002088"/>
            <a:ext cx="2413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MS PGothic" panose="020B0600070205080204" pitchFamily="34" charset="-128"/>
              </a:rPr>
              <a:t>～</a:t>
            </a:r>
            <a:endParaRPr lang="th-TH" altLang="ms-MY"/>
          </a:p>
        </p:txBody>
      </p:sp>
      <p:sp>
        <p:nvSpPr>
          <p:cNvPr id="50527" name="Rectangle 351"/>
          <p:cNvSpPr>
            <a:spLocks noChangeArrowheads="1"/>
          </p:cNvSpPr>
          <p:nvPr/>
        </p:nvSpPr>
        <p:spPr bwMode="auto">
          <a:xfrm>
            <a:off x="2730500" y="3990975"/>
            <a:ext cx="5429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47.95</a:t>
            </a:r>
            <a:endParaRPr lang="th-TH" altLang="ms-MY"/>
          </a:p>
        </p:txBody>
      </p:sp>
      <p:sp>
        <p:nvSpPr>
          <p:cNvPr id="50528" name="Rectangle 352"/>
          <p:cNvSpPr>
            <a:spLocks noChangeArrowheads="1"/>
          </p:cNvSpPr>
          <p:nvPr/>
        </p:nvSpPr>
        <p:spPr bwMode="auto">
          <a:xfrm>
            <a:off x="1746250" y="4206875"/>
            <a:ext cx="1679575"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529" name="Rectangle 353"/>
          <p:cNvSpPr>
            <a:spLocks noChangeArrowheads="1"/>
          </p:cNvSpPr>
          <p:nvPr/>
        </p:nvSpPr>
        <p:spPr bwMode="auto">
          <a:xfrm>
            <a:off x="2001838" y="4306888"/>
            <a:ext cx="6032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47.95 </a:t>
            </a:r>
            <a:endParaRPr lang="th-TH" altLang="ms-MY"/>
          </a:p>
        </p:txBody>
      </p:sp>
      <p:sp>
        <p:nvSpPr>
          <p:cNvPr id="50530" name="Rectangle 354"/>
          <p:cNvSpPr>
            <a:spLocks noChangeArrowheads="1"/>
          </p:cNvSpPr>
          <p:nvPr/>
        </p:nvSpPr>
        <p:spPr bwMode="auto">
          <a:xfrm>
            <a:off x="2487613" y="4318000"/>
            <a:ext cx="2413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MS PGothic" panose="020B0600070205080204" pitchFamily="34" charset="-128"/>
              </a:rPr>
              <a:t>～</a:t>
            </a:r>
            <a:endParaRPr lang="th-TH" altLang="ms-MY"/>
          </a:p>
        </p:txBody>
      </p:sp>
      <p:sp>
        <p:nvSpPr>
          <p:cNvPr id="50531" name="Rectangle 355"/>
          <p:cNvSpPr>
            <a:spLocks noChangeArrowheads="1"/>
          </p:cNvSpPr>
          <p:nvPr/>
        </p:nvSpPr>
        <p:spPr bwMode="auto">
          <a:xfrm>
            <a:off x="2730500" y="4306888"/>
            <a:ext cx="5429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48.45</a:t>
            </a:r>
            <a:endParaRPr lang="th-TH" altLang="ms-MY"/>
          </a:p>
        </p:txBody>
      </p:sp>
      <p:sp>
        <p:nvSpPr>
          <p:cNvPr id="50532" name="Rectangle 356"/>
          <p:cNvSpPr>
            <a:spLocks noChangeArrowheads="1"/>
          </p:cNvSpPr>
          <p:nvPr/>
        </p:nvSpPr>
        <p:spPr bwMode="auto">
          <a:xfrm>
            <a:off x="1776413" y="4525963"/>
            <a:ext cx="1685925"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533" name="Rectangle 357"/>
          <p:cNvSpPr>
            <a:spLocks noChangeArrowheads="1"/>
          </p:cNvSpPr>
          <p:nvPr/>
        </p:nvSpPr>
        <p:spPr bwMode="auto">
          <a:xfrm>
            <a:off x="2035175" y="4625975"/>
            <a:ext cx="6032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48.45 </a:t>
            </a:r>
            <a:endParaRPr lang="th-TH" altLang="ms-MY"/>
          </a:p>
        </p:txBody>
      </p:sp>
      <p:sp>
        <p:nvSpPr>
          <p:cNvPr id="50534" name="Rectangle 358"/>
          <p:cNvSpPr>
            <a:spLocks noChangeArrowheads="1"/>
          </p:cNvSpPr>
          <p:nvPr/>
        </p:nvSpPr>
        <p:spPr bwMode="auto">
          <a:xfrm>
            <a:off x="2520950" y="4637088"/>
            <a:ext cx="2413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MS PGothic" panose="020B0600070205080204" pitchFamily="34" charset="-128"/>
              </a:rPr>
              <a:t>～</a:t>
            </a:r>
            <a:endParaRPr lang="th-TH" altLang="ms-MY"/>
          </a:p>
        </p:txBody>
      </p:sp>
      <p:sp>
        <p:nvSpPr>
          <p:cNvPr id="50535" name="Rectangle 359"/>
          <p:cNvSpPr>
            <a:spLocks noChangeArrowheads="1"/>
          </p:cNvSpPr>
          <p:nvPr/>
        </p:nvSpPr>
        <p:spPr bwMode="auto">
          <a:xfrm>
            <a:off x="2763838" y="4625975"/>
            <a:ext cx="5429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48.95</a:t>
            </a:r>
            <a:endParaRPr lang="th-TH" altLang="ms-MY"/>
          </a:p>
        </p:txBody>
      </p:sp>
      <p:sp>
        <p:nvSpPr>
          <p:cNvPr id="50536" name="Rectangle 360"/>
          <p:cNvSpPr>
            <a:spLocks noChangeArrowheads="1"/>
          </p:cNvSpPr>
          <p:nvPr/>
        </p:nvSpPr>
        <p:spPr bwMode="auto">
          <a:xfrm>
            <a:off x="1746250" y="4841875"/>
            <a:ext cx="1679575"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537" name="Rectangle 361"/>
          <p:cNvSpPr>
            <a:spLocks noChangeArrowheads="1"/>
          </p:cNvSpPr>
          <p:nvPr/>
        </p:nvSpPr>
        <p:spPr bwMode="auto">
          <a:xfrm>
            <a:off x="2001838" y="4941888"/>
            <a:ext cx="6032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48.95 </a:t>
            </a:r>
            <a:endParaRPr lang="th-TH" altLang="ms-MY"/>
          </a:p>
        </p:txBody>
      </p:sp>
      <p:sp>
        <p:nvSpPr>
          <p:cNvPr id="50538" name="Rectangle 362"/>
          <p:cNvSpPr>
            <a:spLocks noChangeArrowheads="1"/>
          </p:cNvSpPr>
          <p:nvPr/>
        </p:nvSpPr>
        <p:spPr bwMode="auto">
          <a:xfrm>
            <a:off x="2487613" y="4953000"/>
            <a:ext cx="2413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MS PGothic" panose="020B0600070205080204" pitchFamily="34" charset="-128"/>
              </a:rPr>
              <a:t>～</a:t>
            </a:r>
            <a:endParaRPr lang="th-TH" altLang="ms-MY"/>
          </a:p>
        </p:txBody>
      </p:sp>
      <p:sp>
        <p:nvSpPr>
          <p:cNvPr id="50539" name="Rectangle 363"/>
          <p:cNvSpPr>
            <a:spLocks noChangeArrowheads="1"/>
          </p:cNvSpPr>
          <p:nvPr/>
        </p:nvSpPr>
        <p:spPr bwMode="auto">
          <a:xfrm>
            <a:off x="2730500" y="4941888"/>
            <a:ext cx="5429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49.45</a:t>
            </a:r>
            <a:endParaRPr lang="th-TH" altLang="ms-MY"/>
          </a:p>
        </p:txBody>
      </p:sp>
      <p:sp>
        <p:nvSpPr>
          <p:cNvPr id="50540" name="Rectangle 364"/>
          <p:cNvSpPr>
            <a:spLocks noChangeArrowheads="1"/>
          </p:cNvSpPr>
          <p:nvPr/>
        </p:nvSpPr>
        <p:spPr bwMode="auto">
          <a:xfrm>
            <a:off x="1746250" y="5159375"/>
            <a:ext cx="1679575"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541" name="Rectangle 365"/>
          <p:cNvSpPr>
            <a:spLocks noChangeArrowheads="1"/>
          </p:cNvSpPr>
          <p:nvPr/>
        </p:nvSpPr>
        <p:spPr bwMode="auto">
          <a:xfrm>
            <a:off x="2001838" y="5257800"/>
            <a:ext cx="6032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49.45 </a:t>
            </a:r>
            <a:endParaRPr lang="th-TH" altLang="ms-MY"/>
          </a:p>
        </p:txBody>
      </p:sp>
      <p:sp>
        <p:nvSpPr>
          <p:cNvPr id="50542" name="Rectangle 366"/>
          <p:cNvSpPr>
            <a:spLocks noChangeArrowheads="1"/>
          </p:cNvSpPr>
          <p:nvPr/>
        </p:nvSpPr>
        <p:spPr bwMode="auto">
          <a:xfrm>
            <a:off x="2487613" y="5268913"/>
            <a:ext cx="2413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MS PGothic" panose="020B0600070205080204" pitchFamily="34" charset="-128"/>
              </a:rPr>
              <a:t>～</a:t>
            </a:r>
            <a:endParaRPr lang="th-TH" altLang="ms-MY"/>
          </a:p>
        </p:txBody>
      </p:sp>
      <p:sp>
        <p:nvSpPr>
          <p:cNvPr id="50543" name="Rectangle 367"/>
          <p:cNvSpPr>
            <a:spLocks noChangeArrowheads="1"/>
          </p:cNvSpPr>
          <p:nvPr/>
        </p:nvSpPr>
        <p:spPr bwMode="auto">
          <a:xfrm>
            <a:off x="2730500" y="5257800"/>
            <a:ext cx="5429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49.95</a:t>
            </a:r>
            <a:endParaRPr lang="th-TH" altLang="ms-MY"/>
          </a:p>
        </p:txBody>
      </p:sp>
      <p:sp>
        <p:nvSpPr>
          <p:cNvPr id="50544" name="Rectangle 368"/>
          <p:cNvSpPr>
            <a:spLocks noChangeArrowheads="1"/>
          </p:cNvSpPr>
          <p:nvPr/>
        </p:nvSpPr>
        <p:spPr bwMode="auto">
          <a:xfrm>
            <a:off x="1746250" y="5481638"/>
            <a:ext cx="1679575"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545" name="Rectangle 369"/>
          <p:cNvSpPr>
            <a:spLocks noChangeArrowheads="1"/>
          </p:cNvSpPr>
          <p:nvPr/>
        </p:nvSpPr>
        <p:spPr bwMode="auto">
          <a:xfrm>
            <a:off x="2001838" y="5581650"/>
            <a:ext cx="6032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49.95 </a:t>
            </a:r>
            <a:endParaRPr lang="th-TH" altLang="ms-MY"/>
          </a:p>
        </p:txBody>
      </p:sp>
      <p:sp>
        <p:nvSpPr>
          <p:cNvPr id="50546" name="Rectangle 370"/>
          <p:cNvSpPr>
            <a:spLocks noChangeArrowheads="1"/>
          </p:cNvSpPr>
          <p:nvPr/>
        </p:nvSpPr>
        <p:spPr bwMode="auto">
          <a:xfrm>
            <a:off x="2487613" y="5592763"/>
            <a:ext cx="2413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MS PGothic" panose="020B0600070205080204" pitchFamily="34" charset="-128"/>
              </a:rPr>
              <a:t>～</a:t>
            </a:r>
            <a:endParaRPr lang="th-TH" altLang="ms-MY"/>
          </a:p>
        </p:txBody>
      </p:sp>
      <p:sp>
        <p:nvSpPr>
          <p:cNvPr id="50547" name="Rectangle 371"/>
          <p:cNvSpPr>
            <a:spLocks noChangeArrowheads="1"/>
          </p:cNvSpPr>
          <p:nvPr/>
        </p:nvSpPr>
        <p:spPr bwMode="auto">
          <a:xfrm>
            <a:off x="2730500" y="5581650"/>
            <a:ext cx="5429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50.45</a:t>
            </a:r>
            <a:endParaRPr lang="th-TH" altLang="ms-MY"/>
          </a:p>
        </p:txBody>
      </p:sp>
      <p:sp>
        <p:nvSpPr>
          <p:cNvPr id="50548" name="Rectangle 372"/>
          <p:cNvSpPr>
            <a:spLocks noChangeArrowheads="1"/>
          </p:cNvSpPr>
          <p:nvPr/>
        </p:nvSpPr>
        <p:spPr bwMode="auto">
          <a:xfrm>
            <a:off x="1746250" y="5791200"/>
            <a:ext cx="1679575"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549" name="Rectangle 373"/>
          <p:cNvSpPr>
            <a:spLocks noChangeArrowheads="1"/>
          </p:cNvSpPr>
          <p:nvPr/>
        </p:nvSpPr>
        <p:spPr bwMode="auto">
          <a:xfrm>
            <a:off x="2001838" y="5891213"/>
            <a:ext cx="6032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50.45 </a:t>
            </a:r>
            <a:endParaRPr lang="th-TH" altLang="ms-MY"/>
          </a:p>
        </p:txBody>
      </p:sp>
      <p:sp>
        <p:nvSpPr>
          <p:cNvPr id="50550" name="Rectangle 374"/>
          <p:cNvSpPr>
            <a:spLocks noChangeArrowheads="1"/>
          </p:cNvSpPr>
          <p:nvPr/>
        </p:nvSpPr>
        <p:spPr bwMode="auto">
          <a:xfrm>
            <a:off x="2487613" y="5902325"/>
            <a:ext cx="2413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MS PGothic" panose="020B0600070205080204" pitchFamily="34" charset="-128"/>
              </a:rPr>
              <a:t>～</a:t>
            </a:r>
            <a:endParaRPr lang="th-TH" altLang="ms-MY"/>
          </a:p>
        </p:txBody>
      </p:sp>
      <p:sp>
        <p:nvSpPr>
          <p:cNvPr id="50551" name="Rectangle 375"/>
          <p:cNvSpPr>
            <a:spLocks noChangeArrowheads="1"/>
          </p:cNvSpPr>
          <p:nvPr/>
        </p:nvSpPr>
        <p:spPr bwMode="auto">
          <a:xfrm>
            <a:off x="2730500" y="5891213"/>
            <a:ext cx="5429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50.95</a:t>
            </a:r>
            <a:endParaRPr lang="th-TH" altLang="ms-MY"/>
          </a:p>
        </p:txBody>
      </p:sp>
      <p:sp>
        <p:nvSpPr>
          <p:cNvPr id="50552" name="Rectangle 376"/>
          <p:cNvSpPr>
            <a:spLocks noChangeArrowheads="1"/>
          </p:cNvSpPr>
          <p:nvPr/>
        </p:nvSpPr>
        <p:spPr bwMode="auto">
          <a:xfrm>
            <a:off x="3422650" y="2625725"/>
            <a:ext cx="1298575"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553" name="Rectangle 377"/>
          <p:cNvSpPr>
            <a:spLocks noChangeArrowheads="1"/>
          </p:cNvSpPr>
          <p:nvPr/>
        </p:nvSpPr>
        <p:spPr bwMode="auto">
          <a:xfrm>
            <a:off x="3851275" y="2725738"/>
            <a:ext cx="6032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45.70 </a:t>
            </a:r>
            <a:endParaRPr lang="th-TH" altLang="ms-MY"/>
          </a:p>
        </p:txBody>
      </p:sp>
      <p:sp>
        <p:nvSpPr>
          <p:cNvPr id="50554" name="Rectangle 378"/>
          <p:cNvSpPr>
            <a:spLocks noChangeArrowheads="1"/>
          </p:cNvSpPr>
          <p:nvPr/>
        </p:nvSpPr>
        <p:spPr bwMode="auto">
          <a:xfrm>
            <a:off x="3422650" y="2938463"/>
            <a:ext cx="1298575"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555" name="Rectangle 379"/>
          <p:cNvSpPr>
            <a:spLocks noChangeArrowheads="1"/>
          </p:cNvSpPr>
          <p:nvPr/>
        </p:nvSpPr>
        <p:spPr bwMode="auto">
          <a:xfrm>
            <a:off x="3851275" y="3038475"/>
            <a:ext cx="5429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46.20</a:t>
            </a:r>
            <a:endParaRPr lang="th-TH" altLang="ms-MY"/>
          </a:p>
        </p:txBody>
      </p:sp>
      <p:sp>
        <p:nvSpPr>
          <p:cNvPr id="50556" name="Rectangle 380"/>
          <p:cNvSpPr>
            <a:spLocks noChangeArrowheads="1"/>
          </p:cNvSpPr>
          <p:nvPr/>
        </p:nvSpPr>
        <p:spPr bwMode="auto">
          <a:xfrm>
            <a:off x="3422650" y="3575050"/>
            <a:ext cx="1298575"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557" name="Rectangle 381"/>
          <p:cNvSpPr>
            <a:spLocks noChangeArrowheads="1"/>
          </p:cNvSpPr>
          <p:nvPr/>
        </p:nvSpPr>
        <p:spPr bwMode="auto">
          <a:xfrm>
            <a:off x="3851275" y="3673475"/>
            <a:ext cx="5429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47.20</a:t>
            </a:r>
            <a:endParaRPr lang="th-TH" altLang="ms-MY"/>
          </a:p>
        </p:txBody>
      </p:sp>
      <p:sp>
        <p:nvSpPr>
          <p:cNvPr id="50558" name="Rectangle 382"/>
          <p:cNvSpPr>
            <a:spLocks noChangeArrowheads="1"/>
          </p:cNvSpPr>
          <p:nvPr/>
        </p:nvSpPr>
        <p:spPr bwMode="auto">
          <a:xfrm>
            <a:off x="3422650" y="4206875"/>
            <a:ext cx="1298575"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559" name="Rectangle 383"/>
          <p:cNvSpPr>
            <a:spLocks noChangeArrowheads="1"/>
          </p:cNvSpPr>
          <p:nvPr/>
        </p:nvSpPr>
        <p:spPr bwMode="auto">
          <a:xfrm>
            <a:off x="3851275" y="4306888"/>
            <a:ext cx="5429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48.20</a:t>
            </a:r>
            <a:endParaRPr lang="th-TH" altLang="ms-MY"/>
          </a:p>
        </p:txBody>
      </p:sp>
      <p:sp>
        <p:nvSpPr>
          <p:cNvPr id="50560" name="Rectangle 384"/>
          <p:cNvSpPr>
            <a:spLocks noChangeArrowheads="1"/>
          </p:cNvSpPr>
          <p:nvPr/>
        </p:nvSpPr>
        <p:spPr bwMode="auto">
          <a:xfrm>
            <a:off x="3422650" y="4841875"/>
            <a:ext cx="1298575"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561" name="Rectangle 385"/>
          <p:cNvSpPr>
            <a:spLocks noChangeArrowheads="1"/>
          </p:cNvSpPr>
          <p:nvPr/>
        </p:nvSpPr>
        <p:spPr bwMode="auto">
          <a:xfrm>
            <a:off x="3851275" y="4941888"/>
            <a:ext cx="5429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49.20</a:t>
            </a:r>
            <a:endParaRPr lang="th-TH" altLang="ms-MY"/>
          </a:p>
        </p:txBody>
      </p:sp>
      <p:sp>
        <p:nvSpPr>
          <p:cNvPr id="50562" name="Rectangle 386"/>
          <p:cNvSpPr>
            <a:spLocks noChangeArrowheads="1"/>
          </p:cNvSpPr>
          <p:nvPr/>
        </p:nvSpPr>
        <p:spPr bwMode="auto">
          <a:xfrm>
            <a:off x="3422650" y="5481638"/>
            <a:ext cx="1298575"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563" name="Rectangle 387"/>
          <p:cNvSpPr>
            <a:spLocks noChangeArrowheads="1"/>
          </p:cNvSpPr>
          <p:nvPr/>
        </p:nvSpPr>
        <p:spPr bwMode="auto">
          <a:xfrm>
            <a:off x="3851275" y="5581650"/>
            <a:ext cx="5429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50.20</a:t>
            </a:r>
            <a:endParaRPr lang="th-TH" altLang="ms-MY"/>
          </a:p>
        </p:txBody>
      </p:sp>
      <p:sp>
        <p:nvSpPr>
          <p:cNvPr id="50564" name="Rectangle 388"/>
          <p:cNvSpPr>
            <a:spLocks noChangeArrowheads="1"/>
          </p:cNvSpPr>
          <p:nvPr/>
        </p:nvSpPr>
        <p:spPr bwMode="auto">
          <a:xfrm>
            <a:off x="3422650" y="4525963"/>
            <a:ext cx="1298575"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565" name="Rectangle 389"/>
          <p:cNvSpPr>
            <a:spLocks noChangeArrowheads="1"/>
          </p:cNvSpPr>
          <p:nvPr/>
        </p:nvSpPr>
        <p:spPr bwMode="auto">
          <a:xfrm>
            <a:off x="3851275" y="4625975"/>
            <a:ext cx="6032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48.70 </a:t>
            </a:r>
            <a:endParaRPr lang="th-TH" altLang="ms-MY"/>
          </a:p>
        </p:txBody>
      </p:sp>
      <p:sp>
        <p:nvSpPr>
          <p:cNvPr id="50566" name="Rectangle 390"/>
          <p:cNvSpPr>
            <a:spLocks noChangeArrowheads="1"/>
          </p:cNvSpPr>
          <p:nvPr/>
        </p:nvSpPr>
        <p:spPr bwMode="auto">
          <a:xfrm>
            <a:off x="3422650" y="3890963"/>
            <a:ext cx="1298575"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567" name="Rectangle 391"/>
          <p:cNvSpPr>
            <a:spLocks noChangeArrowheads="1"/>
          </p:cNvSpPr>
          <p:nvPr/>
        </p:nvSpPr>
        <p:spPr bwMode="auto">
          <a:xfrm>
            <a:off x="3851275" y="3990975"/>
            <a:ext cx="6032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47.70 </a:t>
            </a:r>
            <a:endParaRPr lang="th-TH" altLang="ms-MY"/>
          </a:p>
        </p:txBody>
      </p:sp>
      <p:sp>
        <p:nvSpPr>
          <p:cNvPr id="50568" name="Rectangle 392"/>
          <p:cNvSpPr>
            <a:spLocks noChangeArrowheads="1"/>
          </p:cNvSpPr>
          <p:nvPr/>
        </p:nvSpPr>
        <p:spPr bwMode="auto">
          <a:xfrm>
            <a:off x="3422650" y="5159375"/>
            <a:ext cx="1298575"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569" name="Rectangle 393"/>
          <p:cNvSpPr>
            <a:spLocks noChangeArrowheads="1"/>
          </p:cNvSpPr>
          <p:nvPr/>
        </p:nvSpPr>
        <p:spPr bwMode="auto">
          <a:xfrm>
            <a:off x="3851275" y="5257800"/>
            <a:ext cx="6032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49.70 </a:t>
            </a:r>
            <a:endParaRPr lang="th-TH" altLang="ms-MY"/>
          </a:p>
        </p:txBody>
      </p:sp>
      <p:sp>
        <p:nvSpPr>
          <p:cNvPr id="50570" name="Rectangle 394"/>
          <p:cNvSpPr>
            <a:spLocks noChangeArrowheads="1"/>
          </p:cNvSpPr>
          <p:nvPr/>
        </p:nvSpPr>
        <p:spPr bwMode="auto">
          <a:xfrm>
            <a:off x="3422650" y="3254375"/>
            <a:ext cx="1298575"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571" name="Rectangle 395"/>
          <p:cNvSpPr>
            <a:spLocks noChangeArrowheads="1"/>
          </p:cNvSpPr>
          <p:nvPr/>
        </p:nvSpPr>
        <p:spPr bwMode="auto">
          <a:xfrm>
            <a:off x="3851275" y="3354388"/>
            <a:ext cx="6032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46.70 </a:t>
            </a:r>
            <a:endParaRPr lang="th-TH" altLang="ms-MY"/>
          </a:p>
        </p:txBody>
      </p:sp>
      <p:sp>
        <p:nvSpPr>
          <p:cNvPr id="50572" name="Rectangle 396"/>
          <p:cNvSpPr>
            <a:spLocks noChangeArrowheads="1"/>
          </p:cNvSpPr>
          <p:nvPr/>
        </p:nvSpPr>
        <p:spPr bwMode="auto">
          <a:xfrm>
            <a:off x="3422650" y="5791200"/>
            <a:ext cx="1298575"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573" name="Rectangle 397"/>
          <p:cNvSpPr>
            <a:spLocks noChangeArrowheads="1"/>
          </p:cNvSpPr>
          <p:nvPr/>
        </p:nvSpPr>
        <p:spPr bwMode="auto">
          <a:xfrm>
            <a:off x="3851275" y="5891213"/>
            <a:ext cx="6032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50.70 </a:t>
            </a:r>
            <a:endParaRPr lang="th-TH" altLang="ms-MY"/>
          </a:p>
        </p:txBody>
      </p:sp>
      <p:sp>
        <p:nvSpPr>
          <p:cNvPr id="50574" name="Rectangle 398"/>
          <p:cNvSpPr>
            <a:spLocks noChangeArrowheads="1"/>
          </p:cNvSpPr>
          <p:nvPr/>
        </p:nvSpPr>
        <p:spPr bwMode="auto">
          <a:xfrm>
            <a:off x="4702175" y="2614613"/>
            <a:ext cx="647700"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575" name="Rectangle 399"/>
          <p:cNvSpPr>
            <a:spLocks noChangeArrowheads="1"/>
          </p:cNvSpPr>
          <p:nvPr/>
        </p:nvSpPr>
        <p:spPr bwMode="auto">
          <a:xfrm>
            <a:off x="5073650" y="2714625"/>
            <a:ext cx="1809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2 </a:t>
            </a:r>
            <a:endParaRPr lang="th-TH" altLang="ms-MY"/>
          </a:p>
        </p:txBody>
      </p:sp>
      <p:sp>
        <p:nvSpPr>
          <p:cNvPr id="50576" name="Rectangle 400"/>
          <p:cNvSpPr>
            <a:spLocks noChangeArrowheads="1"/>
          </p:cNvSpPr>
          <p:nvPr/>
        </p:nvSpPr>
        <p:spPr bwMode="auto">
          <a:xfrm>
            <a:off x="4718050" y="2938463"/>
            <a:ext cx="6477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577" name="Rectangle 401"/>
          <p:cNvSpPr>
            <a:spLocks noChangeArrowheads="1"/>
          </p:cNvSpPr>
          <p:nvPr/>
        </p:nvSpPr>
        <p:spPr bwMode="auto">
          <a:xfrm>
            <a:off x="5087938" y="3038475"/>
            <a:ext cx="1809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3 </a:t>
            </a:r>
            <a:endParaRPr lang="th-TH" altLang="ms-MY"/>
          </a:p>
        </p:txBody>
      </p:sp>
      <p:sp>
        <p:nvSpPr>
          <p:cNvPr id="50578" name="Rectangle 402"/>
          <p:cNvSpPr>
            <a:spLocks noChangeArrowheads="1"/>
          </p:cNvSpPr>
          <p:nvPr/>
        </p:nvSpPr>
        <p:spPr bwMode="auto">
          <a:xfrm>
            <a:off x="4718050" y="3254375"/>
            <a:ext cx="647700"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579" name="Rectangle 403"/>
          <p:cNvSpPr>
            <a:spLocks noChangeArrowheads="1"/>
          </p:cNvSpPr>
          <p:nvPr/>
        </p:nvSpPr>
        <p:spPr bwMode="auto">
          <a:xfrm>
            <a:off x="5087938" y="3354388"/>
            <a:ext cx="1809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6 </a:t>
            </a:r>
            <a:endParaRPr lang="th-TH" altLang="ms-MY"/>
          </a:p>
        </p:txBody>
      </p:sp>
      <p:sp>
        <p:nvSpPr>
          <p:cNvPr id="50580" name="Rectangle 404"/>
          <p:cNvSpPr>
            <a:spLocks noChangeArrowheads="1"/>
          </p:cNvSpPr>
          <p:nvPr/>
        </p:nvSpPr>
        <p:spPr bwMode="auto">
          <a:xfrm>
            <a:off x="4718050" y="3575050"/>
            <a:ext cx="6477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581" name="Rectangle 405"/>
          <p:cNvSpPr>
            <a:spLocks noChangeArrowheads="1"/>
          </p:cNvSpPr>
          <p:nvPr/>
        </p:nvSpPr>
        <p:spPr bwMode="auto">
          <a:xfrm>
            <a:off x="4991100" y="3673475"/>
            <a:ext cx="2413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11</a:t>
            </a:r>
            <a:endParaRPr lang="th-TH" altLang="ms-MY"/>
          </a:p>
        </p:txBody>
      </p:sp>
      <p:sp>
        <p:nvSpPr>
          <p:cNvPr id="50582" name="Rectangle 406"/>
          <p:cNvSpPr>
            <a:spLocks noChangeArrowheads="1"/>
          </p:cNvSpPr>
          <p:nvPr/>
        </p:nvSpPr>
        <p:spPr bwMode="auto">
          <a:xfrm>
            <a:off x="4718050" y="3890963"/>
            <a:ext cx="6477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583" name="Rectangle 407"/>
          <p:cNvSpPr>
            <a:spLocks noChangeArrowheads="1"/>
          </p:cNvSpPr>
          <p:nvPr/>
        </p:nvSpPr>
        <p:spPr bwMode="auto">
          <a:xfrm>
            <a:off x="4991100" y="3990975"/>
            <a:ext cx="2413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19</a:t>
            </a:r>
            <a:endParaRPr lang="th-TH" altLang="ms-MY"/>
          </a:p>
        </p:txBody>
      </p:sp>
      <p:sp>
        <p:nvSpPr>
          <p:cNvPr id="50584" name="Rectangle 408"/>
          <p:cNvSpPr>
            <a:spLocks noChangeArrowheads="1"/>
          </p:cNvSpPr>
          <p:nvPr/>
        </p:nvSpPr>
        <p:spPr bwMode="auto">
          <a:xfrm>
            <a:off x="4718050" y="4206875"/>
            <a:ext cx="6477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585" name="Rectangle 409"/>
          <p:cNvSpPr>
            <a:spLocks noChangeArrowheads="1"/>
          </p:cNvSpPr>
          <p:nvPr/>
        </p:nvSpPr>
        <p:spPr bwMode="auto">
          <a:xfrm>
            <a:off x="4991100" y="4306888"/>
            <a:ext cx="2413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22</a:t>
            </a:r>
            <a:endParaRPr lang="th-TH" altLang="ms-MY"/>
          </a:p>
        </p:txBody>
      </p:sp>
      <p:sp>
        <p:nvSpPr>
          <p:cNvPr id="50586" name="Rectangle 410"/>
          <p:cNvSpPr>
            <a:spLocks noChangeArrowheads="1"/>
          </p:cNvSpPr>
          <p:nvPr/>
        </p:nvSpPr>
        <p:spPr bwMode="auto">
          <a:xfrm>
            <a:off x="4718050" y="4525963"/>
            <a:ext cx="647700"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587" name="Rectangle 411"/>
          <p:cNvSpPr>
            <a:spLocks noChangeArrowheads="1"/>
          </p:cNvSpPr>
          <p:nvPr/>
        </p:nvSpPr>
        <p:spPr bwMode="auto">
          <a:xfrm>
            <a:off x="4991100" y="4625975"/>
            <a:ext cx="2413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17</a:t>
            </a:r>
            <a:endParaRPr lang="th-TH" altLang="ms-MY"/>
          </a:p>
        </p:txBody>
      </p:sp>
      <p:sp>
        <p:nvSpPr>
          <p:cNvPr id="50588" name="Rectangle 412"/>
          <p:cNvSpPr>
            <a:spLocks noChangeArrowheads="1"/>
          </p:cNvSpPr>
          <p:nvPr/>
        </p:nvSpPr>
        <p:spPr bwMode="auto">
          <a:xfrm>
            <a:off x="4718050" y="4841875"/>
            <a:ext cx="647700"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589" name="Rectangle 413"/>
          <p:cNvSpPr>
            <a:spLocks noChangeArrowheads="1"/>
          </p:cNvSpPr>
          <p:nvPr/>
        </p:nvSpPr>
        <p:spPr bwMode="auto">
          <a:xfrm>
            <a:off x="5087938" y="4941888"/>
            <a:ext cx="1206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9</a:t>
            </a:r>
            <a:endParaRPr lang="th-TH" altLang="ms-MY"/>
          </a:p>
        </p:txBody>
      </p:sp>
      <p:sp>
        <p:nvSpPr>
          <p:cNvPr id="50590" name="Rectangle 414"/>
          <p:cNvSpPr>
            <a:spLocks noChangeArrowheads="1"/>
          </p:cNvSpPr>
          <p:nvPr/>
        </p:nvSpPr>
        <p:spPr bwMode="auto">
          <a:xfrm>
            <a:off x="4718050" y="5159375"/>
            <a:ext cx="6477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591" name="Rectangle 415"/>
          <p:cNvSpPr>
            <a:spLocks noChangeArrowheads="1"/>
          </p:cNvSpPr>
          <p:nvPr/>
        </p:nvSpPr>
        <p:spPr bwMode="auto">
          <a:xfrm>
            <a:off x="5087938" y="5257800"/>
            <a:ext cx="1809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7 </a:t>
            </a:r>
            <a:endParaRPr lang="th-TH" altLang="ms-MY"/>
          </a:p>
        </p:txBody>
      </p:sp>
      <p:sp>
        <p:nvSpPr>
          <p:cNvPr id="50592" name="Rectangle 416"/>
          <p:cNvSpPr>
            <a:spLocks noChangeArrowheads="1"/>
          </p:cNvSpPr>
          <p:nvPr/>
        </p:nvSpPr>
        <p:spPr bwMode="auto">
          <a:xfrm>
            <a:off x="4718050" y="5481638"/>
            <a:ext cx="647700"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593" name="Rectangle 417"/>
          <p:cNvSpPr>
            <a:spLocks noChangeArrowheads="1"/>
          </p:cNvSpPr>
          <p:nvPr/>
        </p:nvSpPr>
        <p:spPr bwMode="auto">
          <a:xfrm>
            <a:off x="5087938" y="5581650"/>
            <a:ext cx="1809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3 </a:t>
            </a:r>
            <a:endParaRPr lang="th-TH" altLang="ms-MY"/>
          </a:p>
        </p:txBody>
      </p:sp>
      <p:sp>
        <p:nvSpPr>
          <p:cNvPr id="50594" name="Rectangle 418"/>
          <p:cNvSpPr>
            <a:spLocks noChangeArrowheads="1"/>
          </p:cNvSpPr>
          <p:nvPr/>
        </p:nvSpPr>
        <p:spPr bwMode="auto">
          <a:xfrm>
            <a:off x="4718050" y="5791200"/>
            <a:ext cx="6477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595" name="Rectangle 419"/>
          <p:cNvSpPr>
            <a:spLocks noChangeArrowheads="1"/>
          </p:cNvSpPr>
          <p:nvPr/>
        </p:nvSpPr>
        <p:spPr bwMode="auto">
          <a:xfrm>
            <a:off x="5087938" y="5891213"/>
            <a:ext cx="1809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1 </a:t>
            </a:r>
            <a:endParaRPr lang="th-TH" altLang="ms-MY"/>
          </a:p>
        </p:txBody>
      </p:sp>
      <p:sp>
        <p:nvSpPr>
          <p:cNvPr id="50596" name="Rectangle 420"/>
          <p:cNvSpPr>
            <a:spLocks noChangeArrowheads="1"/>
          </p:cNvSpPr>
          <p:nvPr/>
        </p:nvSpPr>
        <p:spPr bwMode="auto">
          <a:xfrm>
            <a:off x="5619750" y="2625725"/>
            <a:ext cx="647700"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597" name="Rectangle 421"/>
          <p:cNvSpPr>
            <a:spLocks noChangeArrowheads="1"/>
          </p:cNvSpPr>
          <p:nvPr/>
        </p:nvSpPr>
        <p:spPr bwMode="auto">
          <a:xfrm>
            <a:off x="5930900" y="2725738"/>
            <a:ext cx="80963"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a:t>
            </a:r>
            <a:endParaRPr lang="th-TH" altLang="ms-MY"/>
          </a:p>
        </p:txBody>
      </p:sp>
      <p:sp>
        <p:nvSpPr>
          <p:cNvPr id="50598" name="Rectangle 422"/>
          <p:cNvSpPr>
            <a:spLocks noChangeArrowheads="1"/>
          </p:cNvSpPr>
          <p:nvPr/>
        </p:nvSpPr>
        <p:spPr bwMode="auto">
          <a:xfrm>
            <a:off x="5991225" y="2725738"/>
            <a:ext cx="1206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5</a:t>
            </a:r>
            <a:endParaRPr lang="th-TH" altLang="ms-MY"/>
          </a:p>
        </p:txBody>
      </p:sp>
      <p:sp>
        <p:nvSpPr>
          <p:cNvPr id="50599" name="Rectangle 423"/>
          <p:cNvSpPr>
            <a:spLocks noChangeArrowheads="1"/>
          </p:cNvSpPr>
          <p:nvPr/>
        </p:nvSpPr>
        <p:spPr bwMode="auto">
          <a:xfrm>
            <a:off x="5619750" y="2938463"/>
            <a:ext cx="6477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600" name="Rectangle 424"/>
          <p:cNvSpPr>
            <a:spLocks noChangeArrowheads="1"/>
          </p:cNvSpPr>
          <p:nvPr/>
        </p:nvSpPr>
        <p:spPr bwMode="auto">
          <a:xfrm>
            <a:off x="5930900" y="3038475"/>
            <a:ext cx="80963"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a:t>
            </a:r>
            <a:endParaRPr lang="th-TH" altLang="ms-MY"/>
          </a:p>
        </p:txBody>
      </p:sp>
      <p:sp>
        <p:nvSpPr>
          <p:cNvPr id="50601" name="Rectangle 425"/>
          <p:cNvSpPr>
            <a:spLocks noChangeArrowheads="1"/>
          </p:cNvSpPr>
          <p:nvPr/>
        </p:nvSpPr>
        <p:spPr bwMode="auto">
          <a:xfrm>
            <a:off x="5991225" y="3038475"/>
            <a:ext cx="1206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4</a:t>
            </a:r>
            <a:endParaRPr lang="th-TH" altLang="ms-MY"/>
          </a:p>
        </p:txBody>
      </p:sp>
      <p:sp>
        <p:nvSpPr>
          <p:cNvPr id="50602" name="Rectangle 426"/>
          <p:cNvSpPr>
            <a:spLocks noChangeArrowheads="1"/>
          </p:cNvSpPr>
          <p:nvPr/>
        </p:nvSpPr>
        <p:spPr bwMode="auto">
          <a:xfrm>
            <a:off x="5619750" y="3254375"/>
            <a:ext cx="647700"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603" name="Rectangle 427"/>
          <p:cNvSpPr>
            <a:spLocks noChangeArrowheads="1"/>
          </p:cNvSpPr>
          <p:nvPr/>
        </p:nvSpPr>
        <p:spPr bwMode="auto">
          <a:xfrm>
            <a:off x="5930900" y="3354388"/>
            <a:ext cx="80963"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a:t>
            </a:r>
            <a:endParaRPr lang="th-TH" altLang="ms-MY"/>
          </a:p>
        </p:txBody>
      </p:sp>
      <p:sp>
        <p:nvSpPr>
          <p:cNvPr id="50604" name="Rectangle 428"/>
          <p:cNvSpPr>
            <a:spLocks noChangeArrowheads="1"/>
          </p:cNvSpPr>
          <p:nvPr/>
        </p:nvSpPr>
        <p:spPr bwMode="auto">
          <a:xfrm>
            <a:off x="5991225" y="3354388"/>
            <a:ext cx="1206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3</a:t>
            </a:r>
            <a:endParaRPr lang="th-TH" altLang="ms-MY"/>
          </a:p>
        </p:txBody>
      </p:sp>
      <p:sp>
        <p:nvSpPr>
          <p:cNvPr id="50605" name="Rectangle 429"/>
          <p:cNvSpPr>
            <a:spLocks noChangeArrowheads="1"/>
          </p:cNvSpPr>
          <p:nvPr/>
        </p:nvSpPr>
        <p:spPr bwMode="auto">
          <a:xfrm>
            <a:off x="5619750" y="3575050"/>
            <a:ext cx="6477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606" name="Rectangle 430"/>
          <p:cNvSpPr>
            <a:spLocks noChangeArrowheads="1"/>
          </p:cNvSpPr>
          <p:nvPr/>
        </p:nvSpPr>
        <p:spPr bwMode="auto">
          <a:xfrm>
            <a:off x="5930900" y="3673475"/>
            <a:ext cx="80963"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a:t>
            </a:r>
            <a:endParaRPr lang="th-TH" altLang="ms-MY"/>
          </a:p>
        </p:txBody>
      </p:sp>
      <p:sp>
        <p:nvSpPr>
          <p:cNvPr id="50607" name="Rectangle 431"/>
          <p:cNvSpPr>
            <a:spLocks noChangeArrowheads="1"/>
          </p:cNvSpPr>
          <p:nvPr/>
        </p:nvSpPr>
        <p:spPr bwMode="auto">
          <a:xfrm>
            <a:off x="5991225" y="3673475"/>
            <a:ext cx="1206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2</a:t>
            </a:r>
            <a:endParaRPr lang="th-TH" altLang="ms-MY"/>
          </a:p>
        </p:txBody>
      </p:sp>
      <p:sp>
        <p:nvSpPr>
          <p:cNvPr id="50608" name="Rectangle 432"/>
          <p:cNvSpPr>
            <a:spLocks noChangeArrowheads="1"/>
          </p:cNvSpPr>
          <p:nvPr/>
        </p:nvSpPr>
        <p:spPr bwMode="auto">
          <a:xfrm>
            <a:off x="5619750" y="3890963"/>
            <a:ext cx="6477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609" name="Rectangle 433"/>
          <p:cNvSpPr>
            <a:spLocks noChangeArrowheads="1"/>
          </p:cNvSpPr>
          <p:nvPr/>
        </p:nvSpPr>
        <p:spPr bwMode="auto">
          <a:xfrm>
            <a:off x="5930900" y="3990975"/>
            <a:ext cx="80963"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a:t>
            </a:r>
            <a:endParaRPr lang="th-TH" altLang="ms-MY"/>
          </a:p>
        </p:txBody>
      </p:sp>
      <p:sp>
        <p:nvSpPr>
          <p:cNvPr id="50610" name="Rectangle 434"/>
          <p:cNvSpPr>
            <a:spLocks noChangeArrowheads="1"/>
          </p:cNvSpPr>
          <p:nvPr/>
        </p:nvSpPr>
        <p:spPr bwMode="auto">
          <a:xfrm>
            <a:off x="5991225" y="3990975"/>
            <a:ext cx="1206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1</a:t>
            </a:r>
            <a:endParaRPr lang="th-TH" altLang="ms-MY"/>
          </a:p>
        </p:txBody>
      </p:sp>
      <p:sp>
        <p:nvSpPr>
          <p:cNvPr id="50611" name="Rectangle 435"/>
          <p:cNvSpPr>
            <a:spLocks noChangeArrowheads="1"/>
          </p:cNvSpPr>
          <p:nvPr/>
        </p:nvSpPr>
        <p:spPr bwMode="auto">
          <a:xfrm>
            <a:off x="5619750" y="4206875"/>
            <a:ext cx="6477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612" name="Rectangle 436"/>
          <p:cNvSpPr>
            <a:spLocks noChangeArrowheads="1"/>
          </p:cNvSpPr>
          <p:nvPr/>
        </p:nvSpPr>
        <p:spPr bwMode="auto">
          <a:xfrm>
            <a:off x="5991225" y="4306888"/>
            <a:ext cx="1809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0 </a:t>
            </a:r>
            <a:endParaRPr lang="th-TH" altLang="ms-MY"/>
          </a:p>
        </p:txBody>
      </p:sp>
      <p:sp>
        <p:nvSpPr>
          <p:cNvPr id="50613" name="Rectangle 437"/>
          <p:cNvSpPr>
            <a:spLocks noChangeArrowheads="1"/>
          </p:cNvSpPr>
          <p:nvPr/>
        </p:nvSpPr>
        <p:spPr bwMode="auto">
          <a:xfrm>
            <a:off x="5619750" y="4525963"/>
            <a:ext cx="647700"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614" name="Rectangle 438"/>
          <p:cNvSpPr>
            <a:spLocks noChangeArrowheads="1"/>
          </p:cNvSpPr>
          <p:nvPr/>
        </p:nvSpPr>
        <p:spPr bwMode="auto">
          <a:xfrm>
            <a:off x="5881688" y="4625975"/>
            <a:ext cx="2571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+1</a:t>
            </a:r>
            <a:endParaRPr lang="th-TH" altLang="ms-MY"/>
          </a:p>
        </p:txBody>
      </p:sp>
      <p:sp>
        <p:nvSpPr>
          <p:cNvPr id="50615" name="Rectangle 439"/>
          <p:cNvSpPr>
            <a:spLocks noChangeArrowheads="1"/>
          </p:cNvSpPr>
          <p:nvPr/>
        </p:nvSpPr>
        <p:spPr bwMode="auto">
          <a:xfrm>
            <a:off x="5619750" y="4841875"/>
            <a:ext cx="647700"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616" name="Rectangle 440"/>
          <p:cNvSpPr>
            <a:spLocks noChangeArrowheads="1"/>
          </p:cNvSpPr>
          <p:nvPr/>
        </p:nvSpPr>
        <p:spPr bwMode="auto">
          <a:xfrm>
            <a:off x="5881688" y="4941888"/>
            <a:ext cx="2571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+2</a:t>
            </a:r>
            <a:endParaRPr lang="th-TH" altLang="ms-MY"/>
          </a:p>
        </p:txBody>
      </p:sp>
      <p:sp>
        <p:nvSpPr>
          <p:cNvPr id="50617" name="Rectangle 441"/>
          <p:cNvSpPr>
            <a:spLocks noChangeArrowheads="1"/>
          </p:cNvSpPr>
          <p:nvPr/>
        </p:nvSpPr>
        <p:spPr bwMode="auto">
          <a:xfrm>
            <a:off x="5619750" y="5159375"/>
            <a:ext cx="6477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618" name="Rectangle 442"/>
          <p:cNvSpPr>
            <a:spLocks noChangeArrowheads="1"/>
          </p:cNvSpPr>
          <p:nvPr/>
        </p:nvSpPr>
        <p:spPr bwMode="auto">
          <a:xfrm>
            <a:off x="5881688" y="5257800"/>
            <a:ext cx="2571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+3</a:t>
            </a:r>
            <a:endParaRPr lang="th-TH" altLang="ms-MY"/>
          </a:p>
        </p:txBody>
      </p:sp>
      <p:sp>
        <p:nvSpPr>
          <p:cNvPr id="50619" name="Rectangle 443"/>
          <p:cNvSpPr>
            <a:spLocks noChangeArrowheads="1"/>
          </p:cNvSpPr>
          <p:nvPr/>
        </p:nvSpPr>
        <p:spPr bwMode="auto">
          <a:xfrm>
            <a:off x="5619750" y="5481638"/>
            <a:ext cx="647700"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620" name="Rectangle 444"/>
          <p:cNvSpPr>
            <a:spLocks noChangeArrowheads="1"/>
          </p:cNvSpPr>
          <p:nvPr/>
        </p:nvSpPr>
        <p:spPr bwMode="auto">
          <a:xfrm>
            <a:off x="5881688" y="5581650"/>
            <a:ext cx="2571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+4</a:t>
            </a:r>
            <a:endParaRPr lang="th-TH" altLang="ms-MY"/>
          </a:p>
        </p:txBody>
      </p:sp>
      <p:sp>
        <p:nvSpPr>
          <p:cNvPr id="50621" name="Rectangle 445"/>
          <p:cNvSpPr>
            <a:spLocks noChangeArrowheads="1"/>
          </p:cNvSpPr>
          <p:nvPr/>
        </p:nvSpPr>
        <p:spPr bwMode="auto">
          <a:xfrm>
            <a:off x="5619750" y="5791200"/>
            <a:ext cx="6477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622" name="Rectangle 446"/>
          <p:cNvSpPr>
            <a:spLocks noChangeArrowheads="1"/>
          </p:cNvSpPr>
          <p:nvPr/>
        </p:nvSpPr>
        <p:spPr bwMode="auto">
          <a:xfrm>
            <a:off x="5881688" y="5891213"/>
            <a:ext cx="2571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+5</a:t>
            </a:r>
            <a:endParaRPr lang="th-TH" altLang="ms-MY"/>
          </a:p>
        </p:txBody>
      </p:sp>
      <p:sp>
        <p:nvSpPr>
          <p:cNvPr id="50623" name="Rectangle 447"/>
          <p:cNvSpPr>
            <a:spLocks noChangeArrowheads="1"/>
          </p:cNvSpPr>
          <p:nvPr/>
        </p:nvSpPr>
        <p:spPr bwMode="auto">
          <a:xfrm>
            <a:off x="6653213" y="2625725"/>
            <a:ext cx="650875"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624" name="Rectangle 448"/>
          <p:cNvSpPr>
            <a:spLocks noChangeArrowheads="1"/>
          </p:cNvSpPr>
          <p:nvPr/>
        </p:nvSpPr>
        <p:spPr bwMode="auto">
          <a:xfrm>
            <a:off x="6869113" y="2725738"/>
            <a:ext cx="80962"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a:t>
            </a:r>
            <a:endParaRPr lang="th-TH" altLang="ms-MY"/>
          </a:p>
        </p:txBody>
      </p:sp>
      <p:sp>
        <p:nvSpPr>
          <p:cNvPr id="50625" name="Rectangle 449"/>
          <p:cNvSpPr>
            <a:spLocks noChangeArrowheads="1"/>
          </p:cNvSpPr>
          <p:nvPr/>
        </p:nvSpPr>
        <p:spPr bwMode="auto">
          <a:xfrm>
            <a:off x="6929438" y="2725738"/>
            <a:ext cx="2413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10</a:t>
            </a:r>
            <a:endParaRPr lang="th-TH" altLang="ms-MY"/>
          </a:p>
        </p:txBody>
      </p:sp>
      <p:sp>
        <p:nvSpPr>
          <p:cNvPr id="50626" name="Rectangle 450"/>
          <p:cNvSpPr>
            <a:spLocks noChangeArrowheads="1"/>
          </p:cNvSpPr>
          <p:nvPr/>
        </p:nvSpPr>
        <p:spPr bwMode="auto">
          <a:xfrm>
            <a:off x="6653213" y="2938463"/>
            <a:ext cx="650875"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627" name="Rectangle 451"/>
          <p:cNvSpPr>
            <a:spLocks noChangeArrowheads="1"/>
          </p:cNvSpPr>
          <p:nvPr/>
        </p:nvSpPr>
        <p:spPr bwMode="auto">
          <a:xfrm>
            <a:off x="6869113" y="3038475"/>
            <a:ext cx="80962"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a:t>
            </a:r>
            <a:endParaRPr lang="th-TH" altLang="ms-MY"/>
          </a:p>
        </p:txBody>
      </p:sp>
      <p:sp>
        <p:nvSpPr>
          <p:cNvPr id="50628" name="Rectangle 452"/>
          <p:cNvSpPr>
            <a:spLocks noChangeArrowheads="1"/>
          </p:cNvSpPr>
          <p:nvPr/>
        </p:nvSpPr>
        <p:spPr bwMode="auto">
          <a:xfrm>
            <a:off x="6929438" y="3038475"/>
            <a:ext cx="2413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12</a:t>
            </a:r>
            <a:endParaRPr lang="th-TH" altLang="ms-MY"/>
          </a:p>
        </p:txBody>
      </p:sp>
      <p:sp>
        <p:nvSpPr>
          <p:cNvPr id="50629" name="Rectangle 453"/>
          <p:cNvSpPr>
            <a:spLocks noChangeArrowheads="1"/>
          </p:cNvSpPr>
          <p:nvPr/>
        </p:nvSpPr>
        <p:spPr bwMode="auto">
          <a:xfrm>
            <a:off x="6653213" y="3254375"/>
            <a:ext cx="650875"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630" name="Rectangle 454"/>
          <p:cNvSpPr>
            <a:spLocks noChangeArrowheads="1"/>
          </p:cNvSpPr>
          <p:nvPr/>
        </p:nvSpPr>
        <p:spPr bwMode="auto">
          <a:xfrm>
            <a:off x="6869113" y="3354388"/>
            <a:ext cx="80962"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a:t>
            </a:r>
            <a:endParaRPr lang="th-TH" altLang="ms-MY"/>
          </a:p>
        </p:txBody>
      </p:sp>
      <p:sp>
        <p:nvSpPr>
          <p:cNvPr id="50631" name="Rectangle 455"/>
          <p:cNvSpPr>
            <a:spLocks noChangeArrowheads="1"/>
          </p:cNvSpPr>
          <p:nvPr/>
        </p:nvSpPr>
        <p:spPr bwMode="auto">
          <a:xfrm>
            <a:off x="6929438" y="3354388"/>
            <a:ext cx="2413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18</a:t>
            </a:r>
            <a:endParaRPr lang="th-TH" altLang="ms-MY"/>
          </a:p>
        </p:txBody>
      </p:sp>
      <p:sp>
        <p:nvSpPr>
          <p:cNvPr id="50632" name="Rectangle 456"/>
          <p:cNvSpPr>
            <a:spLocks noChangeArrowheads="1"/>
          </p:cNvSpPr>
          <p:nvPr/>
        </p:nvSpPr>
        <p:spPr bwMode="auto">
          <a:xfrm>
            <a:off x="6653213" y="3575050"/>
            <a:ext cx="650875"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633" name="Rectangle 457"/>
          <p:cNvSpPr>
            <a:spLocks noChangeArrowheads="1"/>
          </p:cNvSpPr>
          <p:nvPr/>
        </p:nvSpPr>
        <p:spPr bwMode="auto">
          <a:xfrm>
            <a:off x="6869113" y="3673475"/>
            <a:ext cx="80962"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a:t>
            </a:r>
            <a:endParaRPr lang="th-TH" altLang="ms-MY"/>
          </a:p>
        </p:txBody>
      </p:sp>
      <p:sp>
        <p:nvSpPr>
          <p:cNvPr id="50634" name="Rectangle 458"/>
          <p:cNvSpPr>
            <a:spLocks noChangeArrowheads="1"/>
          </p:cNvSpPr>
          <p:nvPr/>
        </p:nvSpPr>
        <p:spPr bwMode="auto">
          <a:xfrm>
            <a:off x="6929438" y="3673475"/>
            <a:ext cx="2413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22</a:t>
            </a:r>
            <a:endParaRPr lang="th-TH" altLang="ms-MY"/>
          </a:p>
        </p:txBody>
      </p:sp>
      <p:sp>
        <p:nvSpPr>
          <p:cNvPr id="50635" name="Rectangle 459"/>
          <p:cNvSpPr>
            <a:spLocks noChangeArrowheads="1"/>
          </p:cNvSpPr>
          <p:nvPr/>
        </p:nvSpPr>
        <p:spPr bwMode="auto">
          <a:xfrm>
            <a:off x="6653213" y="3890963"/>
            <a:ext cx="650875"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636" name="Rectangle 460"/>
          <p:cNvSpPr>
            <a:spLocks noChangeArrowheads="1"/>
          </p:cNvSpPr>
          <p:nvPr/>
        </p:nvSpPr>
        <p:spPr bwMode="auto">
          <a:xfrm>
            <a:off x="6869113" y="3990975"/>
            <a:ext cx="80962"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a:t>
            </a:r>
            <a:endParaRPr lang="th-TH" altLang="ms-MY"/>
          </a:p>
        </p:txBody>
      </p:sp>
      <p:sp>
        <p:nvSpPr>
          <p:cNvPr id="50637" name="Rectangle 461"/>
          <p:cNvSpPr>
            <a:spLocks noChangeArrowheads="1"/>
          </p:cNvSpPr>
          <p:nvPr/>
        </p:nvSpPr>
        <p:spPr bwMode="auto">
          <a:xfrm>
            <a:off x="6929438" y="3990975"/>
            <a:ext cx="2413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19</a:t>
            </a:r>
            <a:endParaRPr lang="th-TH" altLang="ms-MY"/>
          </a:p>
        </p:txBody>
      </p:sp>
      <p:sp>
        <p:nvSpPr>
          <p:cNvPr id="50638" name="Rectangle 462"/>
          <p:cNvSpPr>
            <a:spLocks noChangeArrowheads="1"/>
          </p:cNvSpPr>
          <p:nvPr/>
        </p:nvSpPr>
        <p:spPr bwMode="auto">
          <a:xfrm>
            <a:off x="6653213" y="4206875"/>
            <a:ext cx="6477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639" name="Rectangle 463"/>
          <p:cNvSpPr>
            <a:spLocks noChangeArrowheads="1"/>
          </p:cNvSpPr>
          <p:nvPr/>
        </p:nvSpPr>
        <p:spPr bwMode="auto">
          <a:xfrm>
            <a:off x="7024688" y="4306888"/>
            <a:ext cx="1809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0 </a:t>
            </a:r>
            <a:endParaRPr lang="th-TH" altLang="ms-MY"/>
          </a:p>
        </p:txBody>
      </p:sp>
      <p:sp>
        <p:nvSpPr>
          <p:cNvPr id="50640" name="Rectangle 464"/>
          <p:cNvSpPr>
            <a:spLocks noChangeArrowheads="1"/>
          </p:cNvSpPr>
          <p:nvPr/>
        </p:nvSpPr>
        <p:spPr bwMode="auto">
          <a:xfrm>
            <a:off x="6653213" y="4525963"/>
            <a:ext cx="647700"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641" name="Rectangle 465"/>
          <p:cNvSpPr>
            <a:spLocks noChangeArrowheads="1"/>
          </p:cNvSpPr>
          <p:nvPr/>
        </p:nvSpPr>
        <p:spPr bwMode="auto">
          <a:xfrm>
            <a:off x="6926263" y="4625975"/>
            <a:ext cx="2413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17</a:t>
            </a:r>
            <a:endParaRPr lang="th-TH" altLang="ms-MY"/>
          </a:p>
        </p:txBody>
      </p:sp>
      <p:sp>
        <p:nvSpPr>
          <p:cNvPr id="50642" name="Rectangle 466"/>
          <p:cNvSpPr>
            <a:spLocks noChangeArrowheads="1"/>
          </p:cNvSpPr>
          <p:nvPr/>
        </p:nvSpPr>
        <p:spPr bwMode="auto">
          <a:xfrm>
            <a:off x="6653213" y="4841875"/>
            <a:ext cx="647700"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643" name="Rectangle 467"/>
          <p:cNvSpPr>
            <a:spLocks noChangeArrowheads="1"/>
          </p:cNvSpPr>
          <p:nvPr/>
        </p:nvSpPr>
        <p:spPr bwMode="auto">
          <a:xfrm>
            <a:off x="6926263" y="4941888"/>
            <a:ext cx="2413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18</a:t>
            </a:r>
            <a:endParaRPr lang="th-TH" altLang="ms-MY"/>
          </a:p>
        </p:txBody>
      </p:sp>
      <p:sp>
        <p:nvSpPr>
          <p:cNvPr id="50644" name="Rectangle 468"/>
          <p:cNvSpPr>
            <a:spLocks noChangeArrowheads="1"/>
          </p:cNvSpPr>
          <p:nvPr/>
        </p:nvSpPr>
        <p:spPr bwMode="auto">
          <a:xfrm>
            <a:off x="6653213" y="5159375"/>
            <a:ext cx="6477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645" name="Rectangle 469"/>
          <p:cNvSpPr>
            <a:spLocks noChangeArrowheads="1"/>
          </p:cNvSpPr>
          <p:nvPr/>
        </p:nvSpPr>
        <p:spPr bwMode="auto">
          <a:xfrm>
            <a:off x="6926263" y="5257800"/>
            <a:ext cx="2413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21</a:t>
            </a:r>
            <a:endParaRPr lang="th-TH" altLang="ms-MY"/>
          </a:p>
        </p:txBody>
      </p:sp>
      <p:sp>
        <p:nvSpPr>
          <p:cNvPr id="50646" name="Rectangle 470"/>
          <p:cNvSpPr>
            <a:spLocks noChangeArrowheads="1"/>
          </p:cNvSpPr>
          <p:nvPr/>
        </p:nvSpPr>
        <p:spPr bwMode="auto">
          <a:xfrm>
            <a:off x="6653213" y="5481638"/>
            <a:ext cx="647700"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647" name="Rectangle 471"/>
          <p:cNvSpPr>
            <a:spLocks noChangeArrowheads="1"/>
          </p:cNvSpPr>
          <p:nvPr/>
        </p:nvSpPr>
        <p:spPr bwMode="auto">
          <a:xfrm>
            <a:off x="6926263" y="5581650"/>
            <a:ext cx="2413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12</a:t>
            </a:r>
            <a:endParaRPr lang="th-TH" altLang="ms-MY"/>
          </a:p>
        </p:txBody>
      </p:sp>
      <p:sp>
        <p:nvSpPr>
          <p:cNvPr id="50648" name="Rectangle 472"/>
          <p:cNvSpPr>
            <a:spLocks noChangeArrowheads="1"/>
          </p:cNvSpPr>
          <p:nvPr/>
        </p:nvSpPr>
        <p:spPr bwMode="auto">
          <a:xfrm>
            <a:off x="6653213" y="5791200"/>
            <a:ext cx="6477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649" name="Rectangle 473"/>
          <p:cNvSpPr>
            <a:spLocks noChangeArrowheads="1"/>
          </p:cNvSpPr>
          <p:nvPr/>
        </p:nvSpPr>
        <p:spPr bwMode="auto">
          <a:xfrm>
            <a:off x="7024688" y="5891213"/>
            <a:ext cx="1809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5 </a:t>
            </a:r>
            <a:endParaRPr lang="th-TH" altLang="ms-MY"/>
          </a:p>
        </p:txBody>
      </p:sp>
      <p:sp>
        <p:nvSpPr>
          <p:cNvPr id="50650" name="Rectangle 474"/>
          <p:cNvSpPr>
            <a:spLocks noChangeArrowheads="1"/>
          </p:cNvSpPr>
          <p:nvPr/>
        </p:nvSpPr>
        <p:spPr bwMode="auto">
          <a:xfrm>
            <a:off x="7813675" y="2625725"/>
            <a:ext cx="647700"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651" name="Rectangle 475"/>
          <p:cNvSpPr>
            <a:spLocks noChangeArrowheads="1"/>
          </p:cNvSpPr>
          <p:nvPr/>
        </p:nvSpPr>
        <p:spPr bwMode="auto">
          <a:xfrm>
            <a:off x="8088313" y="2725738"/>
            <a:ext cx="2413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50</a:t>
            </a:r>
            <a:endParaRPr lang="th-TH" altLang="ms-MY"/>
          </a:p>
        </p:txBody>
      </p:sp>
      <p:sp>
        <p:nvSpPr>
          <p:cNvPr id="50652" name="Rectangle 476"/>
          <p:cNvSpPr>
            <a:spLocks noChangeArrowheads="1"/>
          </p:cNvSpPr>
          <p:nvPr/>
        </p:nvSpPr>
        <p:spPr bwMode="auto">
          <a:xfrm>
            <a:off x="7813675" y="2938463"/>
            <a:ext cx="6477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653" name="Rectangle 477"/>
          <p:cNvSpPr>
            <a:spLocks noChangeArrowheads="1"/>
          </p:cNvSpPr>
          <p:nvPr/>
        </p:nvSpPr>
        <p:spPr bwMode="auto">
          <a:xfrm>
            <a:off x="8088313" y="3038475"/>
            <a:ext cx="2413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48</a:t>
            </a:r>
            <a:endParaRPr lang="th-TH" altLang="ms-MY"/>
          </a:p>
        </p:txBody>
      </p:sp>
      <p:sp>
        <p:nvSpPr>
          <p:cNvPr id="50654" name="Rectangle 478"/>
          <p:cNvSpPr>
            <a:spLocks noChangeArrowheads="1"/>
          </p:cNvSpPr>
          <p:nvPr/>
        </p:nvSpPr>
        <p:spPr bwMode="auto">
          <a:xfrm>
            <a:off x="7813675" y="3254375"/>
            <a:ext cx="647700"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655" name="Rectangle 479"/>
          <p:cNvSpPr>
            <a:spLocks noChangeArrowheads="1"/>
          </p:cNvSpPr>
          <p:nvPr/>
        </p:nvSpPr>
        <p:spPr bwMode="auto">
          <a:xfrm>
            <a:off x="8088313" y="3354388"/>
            <a:ext cx="2413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54</a:t>
            </a:r>
            <a:endParaRPr lang="th-TH" altLang="ms-MY"/>
          </a:p>
        </p:txBody>
      </p:sp>
      <p:sp>
        <p:nvSpPr>
          <p:cNvPr id="50656" name="Rectangle 480"/>
          <p:cNvSpPr>
            <a:spLocks noChangeArrowheads="1"/>
          </p:cNvSpPr>
          <p:nvPr/>
        </p:nvSpPr>
        <p:spPr bwMode="auto">
          <a:xfrm>
            <a:off x="7813675" y="3575050"/>
            <a:ext cx="6477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657" name="Rectangle 481"/>
          <p:cNvSpPr>
            <a:spLocks noChangeArrowheads="1"/>
          </p:cNvSpPr>
          <p:nvPr/>
        </p:nvSpPr>
        <p:spPr bwMode="auto">
          <a:xfrm>
            <a:off x="8088313" y="3673475"/>
            <a:ext cx="2413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44</a:t>
            </a:r>
            <a:endParaRPr lang="th-TH" altLang="ms-MY"/>
          </a:p>
        </p:txBody>
      </p:sp>
      <p:sp>
        <p:nvSpPr>
          <p:cNvPr id="50658" name="Rectangle 482"/>
          <p:cNvSpPr>
            <a:spLocks noChangeArrowheads="1"/>
          </p:cNvSpPr>
          <p:nvPr/>
        </p:nvSpPr>
        <p:spPr bwMode="auto">
          <a:xfrm>
            <a:off x="7813675" y="3890963"/>
            <a:ext cx="6477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659" name="Rectangle 483"/>
          <p:cNvSpPr>
            <a:spLocks noChangeArrowheads="1"/>
          </p:cNvSpPr>
          <p:nvPr/>
        </p:nvSpPr>
        <p:spPr bwMode="auto">
          <a:xfrm>
            <a:off x="8088313" y="3990975"/>
            <a:ext cx="2413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19</a:t>
            </a:r>
            <a:endParaRPr lang="th-TH" altLang="ms-MY"/>
          </a:p>
        </p:txBody>
      </p:sp>
      <p:sp>
        <p:nvSpPr>
          <p:cNvPr id="50660" name="Rectangle 484"/>
          <p:cNvSpPr>
            <a:spLocks noChangeArrowheads="1"/>
          </p:cNvSpPr>
          <p:nvPr/>
        </p:nvSpPr>
        <p:spPr bwMode="auto">
          <a:xfrm>
            <a:off x="7813675" y="4206875"/>
            <a:ext cx="6477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661" name="Rectangle 485"/>
          <p:cNvSpPr>
            <a:spLocks noChangeArrowheads="1"/>
          </p:cNvSpPr>
          <p:nvPr/>
        </p:nvSpPr>
        <p:spPr bwMode="auto">
          <a:xfrm>
            <a:off x="8088313" y="4306888"/>
            <a:ext cx="2413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22</a:t>
            </a:r>
            <a:endParaRPr lang="th-TH" altLang="ms-MY"/>
          </a:p>
        </p:txBody>
      </p:sp>
      <p:sp>
        <p:nvSpPr>
          <p:cNvPr id="50662" name="Rectangle 486"/>
          <p:cNvSpPr>
            <a:spLocks noChangeArrowheads="1"/>
          </p:cNvSpPr>
          <p:nvPr/>
        </p:nvSpPr>
        <p:spPr bwMode="auto">
          <a:xfrm>
            <a:off x="7813675" y="4525963"/>
            <a:ext cx="647700"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663" name="Rectangle 487"/>
          <p:cNvSpPr>
            <a:spLocks noChangeArrowheads="1"/>
          </p:cNvSpPr>
          <p:nvPr/>
        </p:nvSpPr>
        <p:spPr bwMode="auto">
          <a:xfrm>
            <a:off x="8088313" y="4625975"/>
            <a:ext cx="2413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17</a:t>
            </a:r>
            <a:endParaRPr lang="th-TH" altLang="ms-MY"/>
          </a:p>
        </p:txBody>
      </p:sp>
      <p:sp>
        <p:nvSpPr>
          <p:cNvPr id="50664" name="Rectangle 488"/>
          <p:cNvSpPr>
            <a:spLocks noChangeArrowheads="1"/>
          </p:cNvSpPr>
          <p:nvPr/>
        </p:nvSpPr>
        <p:spPr bwMode="auto">
          <a:xfrm>
            <a:off x="7813675" y="4841875"/>
            <a:ext cx="647700"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665" name="Rectangle 489"/>
          <p:cNvSpPr>
            <a:spLocks noChangeArrowheads="1"/>
          </p:cNvSpPr>
          <p:nvPr/>
        </p:nvSpPr>
        <p:spPr bwMode="auto">
          <a:xfrm>
            <a:off x="8088313" y="4941888"/>
            <a:ext cx="2413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36</a:t>
            </a:r>
            <a:endParaRPr lang="th-TH" altLang="ms-MY"/>
          </a:p>
        </p:txBody>
      </p:sp>
      <p:sp>
        <p:nvSpPr>
          <p:cNvPr id="50666" name="Rectangle 490"/>
          <p:cNvSpPr>
            <a:spLocks noChangeArrowheads="1"/>
          </p:cNvSpPr>
          <p:nvPr/>
        </p:nvSpPr>
        <p:spPr bwMode="auto">
          <a:xfrm>
            <a:off x="7813675" y="5159375"/>
            <a:ext cx="6477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667" name="Rectangle 491"/>
          <p:cNvSpPr>
            <a:spLocks noChangeArrowheads="1"/>
          </p:cNvSpPr>
          <p:nvPr/>
        </p:nvSpPr>
        <p:spPr bwMode="auto">
          <a:xfrm>
            <a:off x="8088313" y="5257800"/>
            <a:ext cx="2413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63</a:t>
            </a:r>
            <a:endParaRPr lang="th-TH" altLang="ms-MY"/>
          </a:p>
        </p:txBody>
      </p:sp>
      <p:sp>
        <p:nvSpPr>
          <p:cNvPr id="50668" name="Rectangle 492"/>
          <p:cNvSpPr>
            <a:spLocks noChangeArrowheads="1"/>
          </p:cNvSpPr>
          <p:nvPr/>
        </p:nvSpPr>
        <p:spPr bwMode="auto">
          <a:xfrm>
            <a:off x="7812088" y="5481638"/>
            <a:ext cx="649287"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669" name="Rectangle 493"/>
          <p:cNvSpPr>
            <a:spLocks noChangeArrowheads="1"/>
          </p:cNvSpPr>
          <p:nvPr/>
        </p:nvSpPr>
        <p:spPr bwMode="auto">
          <a:xfrm>
            <a:off x="8088313" y="5581650"/>
            <a:ext cx="2413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48</a:t>
            </a:r>
            <a:endParaRPr lang="th-TH" altLang="ms-MY"/>
          </a:p>
        </p:txBody>
      </p:sp>
      <p:sp>
        <p:nvSpPr>
          <p:cNvPr id="50670" name="Rectangle 494"/>
          <p:cNvSpPr>
            <a:spLocks noChangeArrowheads="1"/>
          </p:cNvSpPr>
          <p:nvPr/>
        </p:nvSpPr>
        <p:spPr bwMode="auto">
          <a:xfrm>
            <a:off x="7813675" y="5791200"/>
            <a:ext cx="6477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671" name="Rectangle 495"/>
          <p:cNvSpPr>
            <a:spLocks noChangeArrowheads="1"/>
          </p:cNvSpPr>
          <p:nvPr/>
        </p:nvSpPr>
        <p:spPr bwMode="auto">
          <a:xfrm>
            <a:off x="8088313" y="5891213"/>
            <a:ext cx="2413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25</a:t>
            </a:r>
            <a:endParaRPr lang="th-TH" altLang="ms-MY"/>
          </a:p>
        </p:txBody>
      </p:sp>
      <p:sp>
        <p:nvSpPr>
          <p:cNvPr id="50672" name="Rectangle 496"/>
          <p:cNvSpPr>
            <a:spLocks noChangeArrowheads="1"/>
          </p:cNvSpPr>
          <p:nvPr/>
        </p:nvSpPr>
        <p:spPr bwMode="auto">
          <a:xfrm>
            <a:off x="4456113" y="6115050"/>
            <a:ext cx="1298575"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673" name="Rectangle 497"/>
          <p:cNvSpPr>
            <a:spLocks noChangeArrowheads="1"/>
          </p:cNvSpPr>
          <p:nvPr/>
        </p:nvSpPr>
        <p:spPr bwMode="auto">
          <a:xfrm>
            <a:off x="4957763" y="6213475"/>
            <a:ext cx="3619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100</a:t>
            </a:r>
            <a:endParaRPr lang="th-TH" altLang="ms-MY"/>
          </a:p>
        </p:txBody>
      </p:sp>
      <p:sp>
        <p:nvSpPr>
          <p:cNvPr id="50674" name="Rectangle 498"/>
          <p:cNvSpPr>
            <a:spLocks noChangeArrowheads="1"/>
          </p:cNvSpPr>
          <p:nvPr/>
        </p:nvSpPr>
        <p:spPr bwMode="auto">
          <a:xfrm>
            <a:off x="6653213" y="6115050"/>
            <a:ext cx="6477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675" name="Rectangle 499"/>
          <p:cNvSpPr>
            <a:spLocks noChangeArrowheads="1"/>
          </p:cNvSpPr>
          <p:nvPr/>
        </p:nvSpPr>
        <p:spPr bwMode="auto">
          <a:xfrm>
            <a:off x="6962775" y="6213475"/>
            <a:ext cx="80963"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a:t>
            </a:r>
            <a:endParaRPr lang="th-TH" altLang="ms-MY"/>
          </a:p>
        </p:txBody>
      </p:sp>
      <p:sp>
        <p:nvSpPr>
          <p:cNvPr id="50676" name="Rectangle 500"/>
          <p:cNvSpPr>
            <a:spLocks noChangeArrowheads="1"/>
          </p:cNvSpPr>
          <p:nvPr/>
        </p:nvSpPr>
        <p:spPr bwMode="auto">
          <a:xfrm>
            <a:off x="7024688" y="6213475"/>
            <a:ext cx="1206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8</a:t>
            </a:r>
            <a:endParaRPr lang="th-TH" altLang="ms-MY"/>
          </a:p>
        </p:txBody>
      </p:sp>
      <p:sp>
        <p:nvSpPr>
          <p:cNvPr id="50677" name="Rectangle 501"/>
          <p:cNvSpPr>
            <a:spLocks noChangeArrowheads="1"/>
          </p:cNvSpPr>
          <p:nvPr/>
        </p:nvSpPr>
        <p:spPr bwMode="auto">
          <a:xfrm>
            <a:off x="7812088" y="6115050"/>
            <a:ext cx="646112"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678" name="Rectangle 502"/>
          <p:cNvSpPr>
            <a:spLocks noChangeArrowheads="1"/>
          </p:cNvSpPr>
          <p:nvPr/>
        </p:nvSpPr>
        <p:spPr bwMode="auto">
          <a:xfrm>
            <a:off x="7988300" y="6213475"/>
            <a:ext cx="3619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900" b="0">
                <a:solidFill>
                  <a:srgbClr val="FFFFFF"/>
                </a:solidFill>
                <a:latin typeface="Times New Roman" panose="02020603050405020304" pitchFamily="18" charset="0"/>
              </a:rPr>
              <a:t>404</a:t>
            </a:r>
            <a:endParaRPr lang="th-TH" altLang="ms-MY"/>
          </a:p>
        </p:txBody>
      </p:sp>
      <p:sp>
        <p:nvSpPr>
          <p:cNvPr id="50679" name="Rectangle 503"/>
          <p:cNvSpPr>
            <a:spLocks noChangeArrowheads="1"/>
          </p:cNvSpPr>
          <p:nvPr/>
        </p:nvSpPr>
        <p:spPr bwMode="auto">
          <a:xfrm>
            <a:off x="971550" y="2552700"/>
            <a:ext cx="642938" cy="40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680" name="Rectangle 504"/>
          <p:cNvSpPr>
            <a:spLocks noChangeArrowheads="1"/>
          </p:cNvSpPr>
          <p:nvPr/>
        </p:nvSpPr>
        <p:spPr bwMode="auto">
          <a:xfrm>
            <a:off x="1335088" y="2662238"/>
            <a:ext cx="122237"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400" b="0">
                <a:solidFill>
                  <a:srgbClr val="FFFFFF"/>
                </a:solidFill>
                <a:latin typeface="MS PGothic" panose="020B0600070205080204" pitchFamily="34" charset="-128"/>
              </a:rPr>
              <a:t>１</a:t>
            </a:r>
            <a:endParaRPr lang="th-TH" altLang="ms-MY"/>
          </a:p>
        </p:txBody>
      </p:sp>
      <p:sp>
        <p:nvSpPr>
          <p:cNvPr id="50681" name="Rectangle 505"/>
          <p:cNvSpPr>
            <a:spLocks noChangeArrowheads="1"/>
          </p:cNvSpPr>
          <p:nvPr/>
        </p:nvSpPr>
        <p:spPr bwMode="auto">
          <a:xfrm>
            <a:off x="971550" y="2905125"/>
            <a:ext cx="642938" cy="40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682" name="Rectangle 506"/>
          <p:cNvSpPr>
            <a:spLocks noChangeArrowheads="1"/>
          </p:cNvSpPr>
          <p:nvPr/>
        </p:nvSpPr>
        <p:spPr bwMode="auto">
          <a:xfrm>
            <a:off x="1363663" y="3008313"/>
            <a:ext cx="13335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400" b="0">
                <a:solidFill>
                  <a:srgbClr val="FFFFFF"/>
                </a:solidFill>
                <a:latin typeface="Times New Roman" panose="02020603050405020304" pitchFamily="18" charset="0"/>
              </a:rPr>
              <a:t>2 </a:t>
            </a:r>
            <a:endParaRPr lang="th-TH" altLang="ms-MY"/>
          </a:p>
        </p:txBody>
      </p:sp>
      <p:sp>
        <p:nvSpPr>
          <p:cNvPr id="50683" name="Rectangle 507"/>
          <p:cNvSpPr>
            <a:spLocks noChangeArrowheads="1"/>
          </p:cNvSpPr>
          <p:nvPr/>
        </p:nvSpPr>
        <p:spPr bwMode="auto">
          <a:xfrm>
            <a:off x="971550" y="3257550"/>
            <a:ext cx="642938"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684" name="Rectangle 508"/>
          <p:cNvSpPr>
            <a:spLocks noChangeArrowheads="1"/>
          </p:cNvSpPr>
          <p:nvPr/>
        </p:nvSpPr>
        <p:spPr bwMode="auto">
          <a:xfrm>
            <a:off x="1363663" y="3360738"/>
            <a:ext cx="13335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400" b="0">
                <a:solidFill>
                  <a:srgbClr val="FFFFFF"/>
                </a:solidFill>
                <a:latin typeface="Times New Roman" panose="02020603050405020304" pitchFamily="18" charset="0"/>
              </a:rPr>
              <a:t>3 </a:t>
            </a:r>
            <a:endParaRPr lang="th-TH" altLang="ms-MY"/>
          </a:p>
        </p:txBody>
      </p:sp>
      <p:sp>
        <p:nvSpPr>
          <p:cNvPr id="50685" name="Rectangle 509"/>
          <p:cNvSpPr>
            <a:spLocks noChangeArrowheads="1"/>
          </p:cNvSpPr>
          <p:nvPr/>
        </p:nvSpPr>
        <p:spPr bwMode="auto">
          <a:xfrm>
            <a:off x="971550" y="3536950"/>
            <a:ext cx="642938" cy="40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686" name="Rectangle 510"/>
          <p:cNvSpPr>
            <a:spLocks noChangeArrowheads="1"/>
          </p:cNvSpPr>
          <p:nvPr/>
        </p:nvSpPr>
        <p:spPr bwMode="auto">
          <a:xfrm>
            <a:off x="1363663" y="3721100"/>
            <a:ext cx="13335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400" b="0">
                <a:solidFill>
                  <a:srgbClr val="FFFFFF"/>
                </a:solidFill>
                <a:latin typeface="Times New Roman" panose="02020603050405020304" pitchFamily="18" charset="0"/>
              </a:rPr>
              <a:t>4 </a:t>
            </a:r>
            <a:endParaRPr lang="th-TH" altLang="ms-MY"/>
          </a:p>
        </p:txBody>
      </p:sp>
      <p:sp>
        <p:nvSpPr>
          <p:cNvPr id="50687" name="Rectangle 511"/>
          <p:cNvSpPr>
            <a:spLocks noChangeArrowheads="1"/>
          </p:cNvSpPr>
          <p:nvPr/>
        </p:nvSpPr>
        <p:spPr bwMode="auto">
          <a:xfrm>
            <a:off x="971550" y="3849688"/>
            <a:ext cx="642938" cy="407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688" name="Rectangle 512"/>
          <p:cNvSpPr>
            <a:spLocks noChangeArrowheads="1"/>
          </p:cNvSpPr>
          <p:nvPr/>
        </p:nvSpPr>
        <p:spPr bwMode="auto">
          <a:xfrm>
            <a:off x="1352550" y="4076700"/>
            <a:ext cx="13335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400" b="0">
                <a:solidFill>
                  <a:srgbClr val="FFFFFF"/>
                </a:solidFill>
                <a:latin typeface="Times New Roman" panose="02020603050405020304" pitchFamily="18" charset="0"/>
              </a:rPr>
              <a:t>5 </a:t>
            </a:r>
            <a:endParaRPr lang="th-TH" altLang="ms-MY"/>
          </a:p>
        </p:txBody>
      </p:sp>
      <p:sp>
        <p:nvSpPr>
          <p:cNvPr id="50689" name="Rectangle 513"/>
          <p:cNvSpPr>
            <a:spLocks noChangeArrowheads="1"/>
          </p:cNvSpPr>
          <p:nvPr/>
        </p:nvSpPr>
        <p:spPr bwMode="auto">
          <a:xfrm>
            <a:off x="971550" y="4203700"/>
            <a:ext cx="642938" cy="40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690" name="Rectangle 514"/>
          <p:cNvSpPr>
            <a:spLocks noChangeArrowheads="1"/>
          </p:cNvSpPr>
          <p:nvPr/>
        </p:nvSpPr>
        <p:spPr bwMode="auto">
          <a:xfrm>
            <a:off x="1363663" y="4305300"/>
            <a:ext cx="13335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400" b="0">
                <a:solidFill>
                  <a:srgbClr val="FFFFFF"/>
                </a:solidFill>
                <a:latin typeface="Times New Roman" panose="02020603050405020304" pitchFamily="18" charset="0"/>
              </a:rPr>
              <a:t>6 </a:t>
            </a:r>
            <a:endParaRPr lang="th-TH" altLang="ms-MY"/>
          </a:p>
        </p:txBody>
      </p:sp>
      <p:sp>
        <p:nvSpPr>
          <p:cNvPr id="50691" name="Rectangle 515"/>
          <p:cNvSpPr>
            <a:spLocks noChangeArrowheads="1"/>
          </p:cNvSpPr>
          <p:nvPr/>
        </p:nvSpPr>
        <p:spPr bwMode="auto">
          <a:xfrm>
            <a:off x="971550" y="4492625"/>
            <a:ext cx="642938"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692" name="Rectangle 516"/>
          <p:cNvSpPr>
            <a:spLocks noChangeArrowheads="1"/>
          </p:cNvSpPr>
          <p:nvPr/>
        </p:nvSpPr>
        <p:spPr bwMode="auto">
          <a:xfrm>
            <a:off x="1363663" y="4652963"/>
            <a:ext cx="13335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400" b="0">
                <a:solidFill>
                  <a:srgbClr val="FFFFFF"/>
                </a:solidFill>
                <a:latin typeface="Times New Roman" panose="02020603050405020304" pitchFamily="18" charset="0"/>
              </a:rPr>
              <a:t>7 </a:t>
            </a:r>
            <a:endParaRPr lang="th-TH" altLang="ms-MY"/>
          </a:p>
        </p:txBody>
      </p:sp>
      <p:sp>
        <p:nvSpPr>
          <p:cNvPr id="50693" name="Rectangle 517"/>
          <p:cNvSpPr>
            <a:spLocks noChangeArrowheads="1"/>
          </p:cNvSpPr>
          <p:nvPr/>
        </p:nvSpPr>
        <p:spPr bwMode="auto">
          <a:xfrm>
            <a:off x="971550" y="4824413"/>
            <a:ext cx="642938" cy="407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694" name="Rectangle 518"/>
          <p:cNvSpPr>
            <a:spLocks noChangeArrowheads="1"/>
          </p:cNvSpPr>
          <p:nvPr/>
        </p:nvSpPr>
        <p:spPr bwMode="auto">
          <a:xfrm>
            <a:off x="1363663" y="5016500"/>
            <a:ext cx="13335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400" b="0">
                <a:solidFill>
                  <a:srgbClr val="FFFFFF"/>
                </a:solidFill>
                <a:latin typeface="Times New Roman" panose="02020603050405020304" pitchFamily="18" charset="0"/>
              </a:rPr>
              <a:t>8 </a:t>
            </a:r>
            <a:endParaRPr lang="th-TH" altLang="ms-MY"/>
          </a:p>
        </p:txBody>
      </p:sp>
      <p:sp>
        <p:nvSpPr>
          <p:cNvPr id="50695" name="Rectangle 519"/>
          <p:cNvSpPr>
            <a:spLocks noChangeArrowheads="1"/>
          </p:cNvSpPr>
          <p:nvPr/>
        </p:nvSpPr>
        <p:spPr bwMode="auto">
          <a:xfrm>
            <a:off x="971550" y="5126038"/>
            <a:ext cx="642938" cy="407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696" name="Rectangle 520"/>
          <p:cNvSpPr>
            <a:spLocks noChangeArrowheads="1"/>
          </p:cNvSpPr>
          <p:nvPr/>
        </p:nvSpPr>
        <p:spPr bwMode="auto">
          <a:xfrm>
            <a:off x="1363663" y="5376863"/>
            <a:ext cx="13335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400" b="0">
                <a:solidFill>
                  <a:srgbClr val="FFFFFF"/>
                </a:solidFill>
                <a:latin typeface="Times New Roman" panose="02020603050405020304" pitchFamily="18" charset="0"/>
              </a:rPr>
              <a:t>9 </a:t>
            </a:r>
            <a:endParaRPr lang="th-TH" altLang="ms-MY"/>
          </a:p>
        </p:txBody>
      </p:sp>
      <p:sp>
        <p:nvSpPr>
          <p:cNvPr id="50697" name="Rectangle 521"/>
          <p:cNvSpPr>
            <a:spLocks noChangeArrowheads="1"/>
          </p:cNvSpPr>
          <p:nvPr/>
        </p:nvSpPr>
        <p:spPr bwMode="auto">
          <a:xfrm>
            <a:off x="971550" y="5438775"/>
            <a:ext cx="642938" cy="40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698" name="Rectangle 522"/>
          <p:cNvSpPr>
            <a:spLocks noChangeArrowheads="1"/>
          </p:cNvSpPr>
          <p:nvPr/>
        </p:nvSpPr>
        <p:spPr bwMode="auto">
          <a:xfrm>
            <a:off x="1319213" y="5589588"/>
            <a:ext cx="17780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400" b="0">
                <a:solidFill>
                  <a:srgbClr val="FFFFFF"/>
                </a:solidFill>
                <a:latin typeface="Times New Roman" panose="02020603050405020304" pitchFamily="18" charset="0"/>
              </a:rPr>
              <a:t>10</a:t>
            </a:r>
            <a:endParaRPr lang="th-TH" altLang="ms-MY"/>
          </a:p>
        </p:txBody>
      </p:sp>
      <p:sp>
        <p:nvSpPr>
          <p:cNvPr id="50699" name="Rectangle 523"/>
          <p:cNvSpPr>
            <a:spLocks noChangeArrowheads="1"/>
          </p:cNvSpPr>
          <p:nvPr/>
        </p:nvSpPr>
        <p:spPr bwMode="auto">
          <a:xfrm>
            <a:off x="971550" y="5791200"/>
            <a:ext cx="642938" cy="40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700" name="Rectangle 524"/>
          <p:cNvSpPr>
            <a:spLocks noChangeArrowheads="1"/>
          </p:cNvSpPr>
          <p:nvPr/>
        </p:nvSpPr>
        <p:spPr bwMode="auto">
          <a:xfrm>
            <a:off x="1290638" y="5892800"/>
            <a:ext cx="17780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th-TH" altLang="ms-MY" sz="1400" b="0">
                <a:solidFill>
                  <a:srgbClr val="FFFFFF"/>
                </a:solidFill>
                <a:latin typeface="Times New Roman" panose="02020603050405020304" pitchFamily="18" charset="0"/>
              </a:rPr>
              <a:t>11</a:t>
            </a:r>
            <a:endParaRPr lang="th-TH" altLang="ms-MY"/>
          </a:p>
        </p:txBody>
      </p:sp>
      <p:sp>
        <p:nvSpPr>
          <p:cNvPr id="50701" name="Rectangle 525"/>
          <p:cNvSpPr>
            <a:spLocks noChangeArrowheads="1"/>
          </p:cNvSpPr>
          <p:nvPr/>
        </p:nvSpPr>
        <p:spPr bwMode="auto">
          <a:xfrm>
            <a:off x="971550" y="6143625"/>
            <a:ext cx="877888" cy="40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p>
        </p:txBody>
      </p:sp>
      <p:sp>
        <p:nvSpPr>
          <p:cNvPr id="50702" name="Rectangle 526"/>
          <p:cNvSpPr>
            <a:spLocks noChangeArrowheads="1"/>
          </p:cNvSpPr>
          <p:nvPr/>
        </p:nvSpPr>
        <p:spPr bwMode="auto">
          <a:xfrm>
            <a:off x="1262063" y="6254750"/>
            <a:ext cx="379412"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ms-MY" sz="1400" b="0">
                <a:solidFill>
                  <a:srgbClr val="FFFFFF"/>
                </a:solidFill>
                <a:latin typeface="MS PGothic" panose="020B0600070205080204" pitchFamily="34" charset="-128"/>
                <a:cs typeface="Angsana New" pitchFamily="18" charset="-34"/>
              </a:rPr>
              <a:t>Total</a:t>
            </a:r>
            <a:endParaRPr lang="th-TH" altLang="ms-MY">
              <a:cs typeface="Angsana New" pitchFamily="18" charset="-34"/>
            </a:endParaRPr>
          </a:p>
        </p:txBody>
      </p:sp>
      <p:sp>
        <p:nvSpPr>
          <p:cNvPr id="557817" name="Text Box 761"/>
          <p:cNvSpPr txBox="1">
            <a:spLocks noChangeArrowheads="1"/>
          </p:cNvSpPr>
          <p:nvPr/>
        </p:nvSpPr>
        <p:spPr bwMode="auto">
          <a:xfrm>
            <a:off x="1136650" y="1354138"/>
            <a:ext cx="7632700" cy="274637"/>
          </a:xfrm>
          <a:prstGeom prst="rect">
            <a:avLst/>
          </a:prstGeom>
          <a:solidFill>
            <a:schemeClr val="tx1"/>
          </a:solidFill>
          <a:ln w="9525">
            <a:noFill/>
            <a:miter lim="800000"/>
            <a:headEnd/>
            <a:tailEnd/>
          </a:ln>
          <a:effectLst/>
        </p:spPr>
        <p:txBody>
          <a:bodyPr lIns="0" tIns="0" rIns="0" bIns="0">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spcBef>
                <a:spcPct val="50000"/>
              </a:spcBef>
            </a:pPr>
            <a:r>
              <a:rPr lang="en-US" altLang="ja-JP" sz="1800">
                <a:solidFill>
                  <a:srgbClr val="CC3300"/>
                </a:solidFill>
                <a:effectLst>
                  <a:outerShdw blurRad="38100" dist="38100" dir="2700000" algn="tl">
                    <a:srgbClr val="C0C0C0"/>
                  </a:outerShdw>
                </a:effectLst>
              </a:rPr>
              <a:t>Table 4. calculating table “The thickness of exterior blade”</a:t>
            </a:r>
            <a:endParaRPr lang="th-TH" altLang="ms-MY" sz="1800">
              <a:solidFill>
                <a:srgbClr val="CC3300"/>
              </a:solidFill>
              <a:effectLst>
                <a:outerShdw blurRad="38100" dist="38100" dir="2700000" algn="tl">
                  <a:srgbClr val="C0C0C0"/>
                </a:outerShdw>
              </a:effectLst>
            </a:endParaRPr>
          </a:p>
        </p:txBody>
      </p:sp>
      <p:sp>
        <p:nvSpPr>
          <p:cNvPr id="2" name="Text Box 761"/>
          <p:cNvSpPr txBox="1">
            <a:spLocks noChangeArrowheads="1"/>
          </p:cNvSpPr>
          <p:nvPr/>
        </p:nvSpPr>
        <p:spPr bwMode="auto">
          <a:xfrm>
            <a:off x="1928813" y="2060575"/>
            <a:ext cx="1439862" cy="274638"/>
          </a:xfrm>
          <a:prstGeom prst="rect">
            <a:avLst/>
          </a:prstGeom>
          <a:noFill/>
          <a:ln>
            <a:noFill/>
          </a:ln>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spcBef>
                <a:spcPct val="50000"/>
              </a:spcBef>
            </a:pPr>
            <a:r>
              <a:rPr lang="en-US" altLang="ja-JP" sz="1800">
                <a:effectLst>
                  <a:outerShdw blurRad="38100" dist="38100" dir="2700000" algn="tl">
                    <a:srgbClr val="000000"/>
                  </a:outerShdw>
                </a:effectLst>
              </a:rPr>
              <a:t>Intervals</a:t>
            </a:r>
            <a:endParaRPr lang="th-TH" altLang="ms-MY" sz="1800">
              <a:effectLst>
                <a:outerShdw blurRad="38100" dist="38100" dir="2700000" algn="tl">
                  <a:srgbClr val="000000"/>
                </a:outerShdw>
              </a:effectLst>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9091" name="Line 227"/>
          <p:cNvSpPr>
            <a:spLocks noChangeShapeType="1"/>
          </p:cNvSpPr>
          <p:nvPr/>
        </p:nvSpPr>
        <p:spPr bwMode="auto">
          <a:xfrm>
            <a:off x="1600200" y="6324600"/>
            <a:ext cx="2273300" cy="0"/>
          </a:xfrm>
          <a:prstGeom prst="line">
            <a:avLst/>
          </a:prstGeom>
          <a:noFill/>
          <a:ln w="3175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48949" name="Text Box 85"/>
          <p:cNvSpPr txBox="1">
            <a:spLocks noChangeArrowheads="1"/>
          </p:cNvSpPr>
          <p:nvPr/>
        </p:nvSpPr>
        <p:spPr bwMode="auto">
          <a:xfrm>
            <a:off x="152400" y="812800"/>
            <a:ext cx="2819400" cy="409575"/>
          </a:xfrm>
          <a:prstGeom prst="rect">
            <a:avLst/>
          </a:prstGeom>
          <a:solidFill>
            <a:srgbClr val="008000"/>
          </a:solidFill>
          <a:ln w="12700">
            <a:solidFill>
              <a:schemeClr val="tx1"/>
            </a:solidFill>
            <a:miter lim="800000"/>
            <a:headEnd/>
            <a:tailEnd/>
          </a:ln>
          <a:effectLst>
            <a:outerShdw blurRad="63500" dist="107763" dir="2700000" algn="ctr" rotWithShape="0">
              <a:schemeClr val="bg2">
                <a:alpha val="74998"/>
              </a:schemeClr>
            </a:outerShdw>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spcBef>
                <a:spcPct val="50000"/>
              </a:spcBef>
            </a:pPr>
            <a:r>
              <a:rPr lang="en-US" altLang="ja-JP" sz="2000">
                <a:effectLst>
                  <a:outerShdw blurRad="38100" dist="38100" dir="2700000" algn="tl">
                    <a:srgbClr val="000000"/>
                  </a:outerShdw>
                </a:effectLst>
                <a:latin typeface="Times New Roman" panose="02020603050405020304" pitchFamily="18" charset="0"/>
                <a:ea typeface="イワタ中丸ゴシック体(GT)" charset="-128"/>
              </a:rPr>
              <a:t>(6)  Histogram </a:t>
            </a:r>
          </a:p>
        </p:txBody>
      </p:sp>
      <p:sp>
        <p:nvSpPr>
          <p:cNvPr id="548955" name="AutoShape 91"/>
          <p:cNvSpPr>
            <a:spLocks noChangeArrowheads="1"/>
          </p:cNvSpPr>
          <p:nvPr/>
        </p:nvSpPr>
        <p:spPr bwMode="auto">
          <a:xfrm>
            <a:off x="6824663" y="3573463"/>
            <a:ext cx="3048000" cy="1295400"/>
          </a:xfrm>
          <a:prstGeom prst="roundRect">
            <a:avLst>
              <a:gd name="adj" fmla="val 16667"/>
            </a:avLst>
          </a:prstGeom>
          <a:solidFill>
            <a:srgbClr val="003366"/>
          </a:solidFill>
          <a:ln w="3175">
            <a:solidFill>
              <a:schemeClr val="tx1"/>
            </a:solidFill>
            <a:round/>
            <a:headEnd/>
            <a:tailEnd/>
          </a:ln>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400">
                <a:effectLst>
                  <a:outerShdw blurRad="38100" dist="38100" dir="2700000" algn="tl">
                    <a:srgbClr val="000000"/>
                  </a:outerShdw>
                </a:effectLst>
                <a:latin typeface="Times New Roman" panose="02020603050405020304" pitchFamily="18" charset="0"/>
              </a:rPr>
              <a:t>Part Name     </a:t>
            </a:r>
            <a:r>
              <a:rPr lang="ja-JP" altLang="en-US" sz="1400">
                <a:effectLst>
                  <a:outerShdw blurRad="38100" dist="38100" dir="2700000" algn="tl">
                    <a:srgbClr val="000000"/>
                  </a:outerShdw>
                </a:effectLst>
                <a:latin typeface="Times New Roman" panose="02020603050405020304" pitchFamily="18" charset="0"/>
              </a:rPr>
              <a:t>：</a:t>
            </a:r>
            <a:r>
              <a:rPr lang="en-US" altLang="ja-JP" sz="1400">
                <a:effectLst>
                  <a:outerShdw blurRad="38100" dist="38100" dir="2700000" algn="tl">
                    <a:srgbClr val="000000"/>
                  </a:outerShdw>
                </a:effectLst>
                <a:latin typeface="Times New Roman" panose="02020603050405020304" pitchFamily="18" charset="0"/>
              </a:rPr>
              <a:t>Laser TAITAN</a:t>
            </a:r>
          </a:p>
          <a:p>
            <a:pPr eaLnBrk="1" hangingPunct="1"/>
            <a:r>
              <a:rPr lang="en-US" altLang="ja-JP" sz="1400">
                <a:effectLst>
                  <a:outerShdw blurRad="38100" dist="38100" dir="2700000" algn="tl">
                    <a:srgbClr val="000000"/>
                  </a:outerShdw>
                </a:effectLst>
                <a:latin typeface="Times New Roman" panose="02020603050405020304" pitchFamily="18" charset="0"/>
              </a:rPr>
              <a:t>Process Name</a:t>
            </a:r>
            <a:r>
              <a:rPr lang="ja-JP" altLang="en-US" sz="1400">
                <a:effectLst>
                  <a:outerShdw blurRad="38100" dist="38100" dir="2700000" algn="tl">
                    <a:srgbClr val="000000"/>
                  </a:outerShdw>
                </a:effectLst>
                <a:latin typeface="Times New Roman" panose="02020603050405020304" pitchFamily="18" charset="0"/>
              </a:rPr>
              <a:t>：</a:t>
            </a:r>
            <a:r>
              <a:rPr lang="en-US" altLang="ja-JP" sz="1400">
                <a:effectLst>
                  <a:outerShdw blurRad="38100" dist="38100" dir="2700000" algn="tl">
                    <a:srgbClr val="000000"/>
                  </a:outerShdw>
                </a:effectLst>
                <a:latin typeface="Times New Roman" panose="02020603050405020304" pitchFamily="18" charset="0"/>
              </a:rPr>
              <a:t>Outside grinding</a:t>
            </a:r>
          </a:p>
          <a:p>
            <a:pPr eaLnBrk="1" hangingPunct="1"/>
            <a:r>
              <a:rPr lang="en-US" altLang="ja-JP" sz="1400">
                <a:effectLst>
                  <a:outerShdw blurRad="38100" dist="38100" dir="2700000" algn="tl">
                    <a:srgbClr val="000000"/>
                  </a:outerShdw>
                </a:effectLst>
                <a:latin typeface="Times New Roman" panose="02020603050405020304" pitchFamily="18" charset="0"/>
              </a:rPr>
              <a:t>Standard        </a:t>
            </a:r>
            <a:r>
              <a:rPr lang="ja-JP" altLang="en-US" sz="1400">
                <a:effectLst>
                  <a:outerShdw blurRad="38100" dist="38100" dir="2700000" algn="tl">
                    <a:srgbClr val="000000"/>
                  </a:outerShdw>
                </a:effectLst>
                <a:latin typeface="Times New Roman" panose="02020603050405020304" pitchFamily="18" charset="0"/>
              </a:rPr>
              <a:t>：</a:t>
            </a:r>
            <a:r>
              <a:rPr lang="en-US" altLang="ja-JP" sz="1400">
                <a:effectLst>
                  <a:outerShdw blurRad="38100" dist="38100" dir="2700000" algn="tl">
                    <a:srgbClr val="000000"/>
                  </a:outerShdw>
                </a:effectLst>
                <a:latin typeface="Times New Roman" panose="02020603050405020304" pitchFamily="18" charset="0"/>
              </a:rPr>
              <a:t>47.00±3(</a:t>
            </a:r>
            <a:r>
              <a:rPr lang="el-GR" altLang="ja-JP" sz="1400">
                <a:effectLst>
                  <a:outerShdw blurRad="38100" dist="38100" dir="2700000" algn="tl">
                    <a:srgbClr val="000000"/>
                  </a:outerShdw>
                </a:effectLst>
                <a:latin typeface="Times New Roman" panose="02020603050405020304" pitchFamily="18" charset="0"/>
              </a:rPr>
              <a:t>μ</a:t>
            </a:r>
            <a:r>
              <a:rPr lang="en-US" altLang="ja-JP" sz="1400">
                <a:effectLst>
                  <a:outerShdw blurRad="38100" dist="38100" dir="2700000" algn="tl">
                    <a:srgbClr val="000000"/>
                  </a:outerShdw>
                </a:effectLst>
                <a:latin typeface="Times New Roman" panose="02020603050405020304" pitchFamily="18" charset="0"/>
              </a:rPr>
              <a:t>)</a:t>
            </a:r>
            <a:endParaRPr lang="th-TH" altLang="ja-JP" sz="1400">
              <a:effectLst>
                <a:outerShdw blurRad="38100" dist="38100" dir="2700000" algn="tl">
                  <a:srgbClr val="000000"/>
                </a:outerShdw>
              </a:effectLst>
              <a:latin typeface="Times New Roman" panose="02020603050405020304" pitchFamily="18" charset="0"/>
            </a:endParaRPr>
          </a:p>
          <a:p>
            <a:pPr eaLnBrk="1" hangingPunct="1"/>
            <a:r>
              <a:rPr lang="th-TH" altLang="ja-JP" sz="1400">
                <a:effectLst>
                  <a:outerShdw blurRad="38100" dist="38100" dir="2700000" algn="tl">
                    <a:srgbClr val="000000"/>
                  </a:outerShdw>
                </a:effectLst>
                <a:latin typeface="Times New Roman" panose="02020603050405020304" pitchFamily="18" charset="0"/>
              </a:rPr>
              <a:t>Period  </a:t>
            </a:r>
            <a:r>
              <a:rPr lang="ja-JP" altLang="en-US" sz="1400">
                <a:effectLst>
                  <a:outerShdw blurRad="38100" dist="38100" dir="2700000" algn="tl">
                    <a:srgbClr val="000000"/>
                  </a:outerShdw>
                </a:effectLst>
                <a:latin typeface="Times New Roman" panose="02020603050405020304" pitchFamily="18" charset="0"/>
              </a:rPr>
              <a:t>：</a:t>
            </a:r>
            <a:r>
              <a:rPr lang="en-US" altLang="ja-JP" sz="1400">
                <a:effectLst>
                  <a:outerShdw blurRad="38100" dist="38100" dir="2700000" algn="tl">
                    <a:srgbClr val="000000"/>
                  </a:outerShdw>
                </a:effectLst>
                <a:latin typeface="Times New Roman" panose="02020603050405020304" pitchFamily="18" charset="0"/>
              </a:rPr>
              <a:t>year..month..day</a:t>
            </a:r>
            <a:r>
              <a:rPr lang="en-US" altLang="ja-JP" sz="1400">
                <a:effectLst>
                  <a:outerShdw blurRad="38100" dist="38100" dir="2700000" algn="tl">
                    <a:srgbClr val="000000"/>
                  </a:outerShdw>
                </a:effectLst>
                <a:latin typeface="Times New Roman" panose="02020603050405020304" pitchFamily="18" charset="0"/>
                <a:sym typeface="Symbol" panose="05050102010706020507" pitchFamily="18" charset="2"/>
              </a:rPr>
              <a:t></a:t>
            </a:r>
            <a:r>
              <a:rPr lang="en-US" altLang="ja-JP" sz="1400">
                <a:effectLst>
                  <a:outerShdw blurRad="38100" dist="38100" dir="2700000" algn="tl">
                    <a:srgbClr val="000000"/>
                  </a:outerShdw>
                </a:effectLst>
                <a:latin typeface="Times New Roman" panose="02020603050405020304" pitchFamily="18" charset="0"/>
              </a:rPr>
              <a:t>day</a:t>
            </a:r>
            <a:endParaRPr lang="th-TH" altLang="ja-JP" sz="1400">
              <a:effectLst>
                <a:outerShdw blurRad="38100" dist="38100" dir="2700000" algn="tl">
                  <a:srgbClr val="000000"/>
                </a:outerShdw>
              </a:effectLst>
              <a:latin typeface="Times New Roman" panose="02020603050405020304" pitchFamily="18" charset="0"/>
            </a:endParaRPr>
          </a:p>
          <a:p>
            <a:pPr eaLnBrk="1" hangingPunct="1"/>
            <a:r>
              <a:rPr lang="en-US" altLang="ja-JP" sz="1400">
                <a:effectLst>
                  <a:outerShdw blurRad="38100" dist="38100" dir="2700000" algn="tl">
                    <a:srgbClr val="000000"/>
                  </a:outerShdw>
                </a:effectLst>
                <a:latin typeface="Times New Roman" panose="02020603050405020304" pitchFamily="18" charset="0"/>
              </a:rPr>
              <a:t>Creating date</a:t>
            </a:r>
            <a:r>
              <a:rPr lang="th-TH" altLang="ja-JP" sz="1400">
                <a:effectLst>
                  <a:outerShdw blurRad="38100" dist="38100" dir="2700000" algn="tl">
                    <a:srgbClr val="000000"/>
                  </a:outerShdw>
                </a:effectLst>
                <a:latin typeface="Times New Roman" panose="02020603050405020304" pitchFamily="18" charset="0"/>
              </a:rPr>
              <a:t> </a:t>
            </a:r>
            <a:r>
              <a:rPr lang="ja-JP" altLang="en-US" sz="1400">
                <a:effectLst>
                  <a:outerShdw blurRad="38100" dist="38100" dir="2700000" algn="tl">
                    <a:srgbClr val="000000"/>
                  </a:outerShdw>
                </a:effectLst>
                <a:latin typeface="Times New Roman" panose="02020603050405020304" pitchFamily="18" charset="0"/>
              </a:rPr>
              <a:t>：</a:t>
            </a:r>
            <a:r>
              <a:rPr lang="en-US" altLang="ja-JP" sz="1400">
                <a:effectLst>
                  <a:outerShdw blurRad="38100" dist="38100" dir="2700000" algn="tl">
                    <a:srgbClr val="000000"/>
                  </a:outerShdw>
                </a:effectLst>
                <a:latin typeface="Times New Roman" panose="02020603050405020304" pitchFamily="18" charset="0"/>
              </a:rPr>
              <a:t>year..month..day.. </a:t>
            </a:r>
          </a:p>
          <a:p>
            <a:pPr eaLnBrk="1" hangingPunct="1"/>
            <a:r>
              <a:rPr lang="en-US" altLang="ja-JP" sz="1400">
                <a:effectLst>
                  <a:outerShdw blurRad="38100" dist="38100" dir="2700000" algn="tl">
                    <a:srgbClr val="000000"/>
                  </a:outerShdw>
                </a:effectLst>
                <a:latin typeface="Times New Roman" panose="02020603050405020304" pitchFamily="18" charset="0"/>
              </a:rPr>
              <a:t>Creator</a:t>
            </a:r>
            <a:r>
              <a:rPr lang="th-TH" altLang="ja-JP" sz="1400">
                <a:effectLst>
                  <a:outerShdw blurRad="38100" dist="38100" dir="2700000" algn="tl">
                    <a:srgbClr val="000000"/>
                  </a:outerShdw>
                </a:effectLst>
                <a:latin typeface="Times New Roman" panose="02020603050405020304" pitchFamily="18" charset="0"/>
              </a:rPr>
              <a:t>   </a:t>
            </a:r>
            <a:r>
              <a:rPr lang="ja-JP" altLang="th-TH" sz="1400">
                <a:effectLst>
                  <a:outerShdw blurRad="38100" dist="38100" dir="2700000" algn="tl">
                    <a:srgbClr val="000000"/>
                  </a:outerShdw>
                </a:effectLst>
                <a:latin typeface="Times New Roman" panose="02020603050405020304" pitchFamily="18" charset="0"/>
              </a:rPr>
              <a:t>：</a:t>
            </a:r>
            <a:r>
              <a:rPr lang="en-US" altLang="ja-JP" sz="1400">
                <a:effectLst>
                  <a:outerShdw blurRad="38100" dist="38100" dir="2700000" algn="tl">
                    <a:srgbClr val="000000"/>
                  </a:outerShdw>
                </a:effectLst>
                <a:latin typeface="Times New Roman" panose="02020603050405020304" pitchFamily="18" charset="0"/>
              </a:rPr>
              <a:t>Toyoda Ichiro</a:t>
            </a:r>
          </a:p>
        </p:txBody>
      </p:sp>
      <p:sp>
        <p:nvSpPr>
          <p:cNvPr id="548956" name="Text Box 92"/>
          <p:cNvSpPr txBox="1">
            <a:spLocks noChangeArrowheads="1"/>
          </p:cNvSpPr>
          <p:nvPr/>
        </p:nvSpPr>
        <p:spPr bwMode="auto">
          <a:xfrm>
            <a:off x="1639888" y="6453188"/>
            <a:ext cx="5400675" cy="336550"/>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en-US" altLang="ja-JP" sz="1600">
                <a:solidFill>
                  <a:schemeClr val="folHlink"/>
                </a:solidFill>
                <a:effectLst>
                  <a:outerShdw blurRad="38100" dist="38100" dir="2700000" algn="tl">
                    <a:srgbClr val="000000"/>
                  </a:outerShdw>
                </a:effectLst>
                <a:latin typeface="Times New Roman" panose="02020603050405020304" pitchFamily="18" charset="0"/>
                <a:ea typeface="イワタ中丸ゴシック体(GT)" charset="-128"/>
              </a:rPr>
              <a:t> Chart 8 The Histogram “The thickness of exterior blade</a:t>
            </a:r>
          </a:p>
        </p:txBody>
      </p:sp>
      <p:sp>
        <p:nvSpPr>
          <p:cNvPr id="548979" name="Rectangle 115" descr="30%"/>
          <p:cNvSpPr>
            <a:spLocks noChangeArrowheads="1"/>
          </p:cNvSpPr>
          <p:nvPr/>
        </p:nvSpPr>
        <p:spPr bwMode="auto">
          <a:xfrm>
            <a:off x="3875088" y="5683250"/>
            <a:ext cx="293687" cy="263525"/>
          </a:xfrm>
          <a:prstGeom prst="rect">
            <a:avLst/>
          </a:prstGeom>
          <a:pattFill prst="pct30">
            <a:fgClr>
              <a:schemeClr val="accent1"/>
            </a:fgClr>
            <a:bgClr>
              <a:schemeClr val="bg1"/>
            </a:bgClr>
          </a:pattFill>
          <a:ln w="25400">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48980" name="Rectangle 116" descr="30%"/>
          <p:cNvSpPr>
            <a:spLocks noChangeArrowheads="1"/>
          </p:cNvSpPr>
          <p:nvPr/>
        </p:nvSpPr>
        <p:spPr bwMode="auto">
          <a:xfrm flipV="1">
            <a:off x="4168775" y="5553075"/>
            <a:ext cx="295275" cy="393700"/>
          </a:xfrm>
          <a:prstGeom prst="rect">
            <a:avLst/>
          </a:prstGeom>
          <a:pattFill prst="pct30">
            <a:fgClr>
              <a:schemeClr val="accent1"/>
            </a:fgClr>
            <a:bgClr>
              <a:schemeClr val="bg1"/>
            </a:bgClr>
          </a:pattFill>
          <a:ln w="25400">
            <a:solidFill>
              <a:schemeClr val="tx1"/>
            </a:solidFill>
            <a:miter lim="800000"/>
            <a:headEnd/>
            <a:tailEnd/>
          </a:ln>
        </p:spPr>
        <p:txBody>
          <a:bodyPr rot="10800000" wrap="none" anchor="ctr"/>
          <a:lstStyle/>
          <a:p>
            <a:pPr>
              <a:defRPr/>
            </a:pPr>
            <a:endParaRPr lang="en-US">
              <a:effectLst>
                <a:outerShdw blurRad="38100" dist="38100" dir="2700000" algn="tl">
                  <a:srgbClr val="000000"/>
                </a:outerShdw>
              </a:effectLst>
            </a:endParaRPr>
          </a:p>
        </p:txBody>
      </p:sp>
      <p:sp>
        <p:nvSpPr>
          <p:cNvPr id="548981" name="Rectangle 117" descr="30%"/>
          <p:cNvSpPr>
            <a:spLocks noChangeArrowheads="1"/>
          </p:cNvSpPr>
          <p:nvPr/>
        </p:nvSpPr>
        <p:spPr bwMode="auto">
          <a:xfrm flipV="1">
            <a:off x="4464050" y="5292725"/>
            <a:ext cx="293688" cy="654050"/>
          </a:xfrm>
          <a:prstGeom prst="rect">
            <a:avLst/>
          </a:prstGeom>
          <a:pattFill prst="pct30">
            <a:fgClr>
              <a:schemeClr val="accent1"/>
            </a:fgClr>
            <a:bgClr>
              <a:schemeClr val="bg1"/>
            </a:bgClr>
          </a:pattFill>
          <a:ln w="25400">
            <a:solidFill>
              <a:schemeClr val="tx1"/>
            </a:solidFill>
            <a:miter lim="800000"/>
            <a:headEnd/>
            <a:tailEnd/>
          </a:ln>
        </p:spPr>
        <p:txBody>
          <a:bodyPr rot="10800000" wrap="none" anchor="ctr"/>
          <a:lstStyle/>
          <a:p>
            <a:pPr>
              <a:defRPr/>
            </a:pPr>
            <a:endParaRPr lang="en-US">
              <a:effectLst>
                <a:outerShdw blurRad="38100" dist="38100" dir="2700000" algn="tl">
                  <a:srgbClr val="000000"/>
                </a:outerShdw>
              </a:effectLst>
            </a:endParaRPr>
          </a:p>
        </p:txBody>
      </p:sp>
      <p:sp>
        <p:nvSpPr>
          <p:cNvPr id="548982" name="Rectangle 118" descr="30%"/>
          <p:cNvSpPr>
            <a:spLocks noChangeArrowheads="1"/>
          </p:cNvSpPr>
          <p:nvPr/>
        </p:nvSpPr>
        <p:spPr bwMode="auto">
          <a:xfrm flipV="1">
            <a:off x="4757738" y="4506913"/>
            <a:ext cx="295275" cy="1439862"/>
          </a:xfrm>
          <a:prstGeom prst="rect">
            <a:avLst/>
          </a:prstGeom>
          <a:pattFill prst="pct30">
            <a:fgClr>
              <a:schemeClr val="accent1"/>
            </a:fgClr>
            <a:bgClr>
              <a:schemeClr val="bg1"/>
            </a:bgClr>
          </a:pattFill>
          <a:ln w="25400">
            <a:solidFill>
              <a:schemeClr val="tx1"/>
            </a:solidFill>
            <a:miter lim="800000"/>
            <a:headEnd/>
            <a:tailEnd/>
          </a:ln>
        </p:spPr>
        <p:txBody>
          <a:bodyPr rot="10800000" wrap="none" anchor="ctr"/>
          <a:lstStyle/>
          <a:p>
            <a:pPr>
              <a:defRPr/>
            </a:pPr>
            <a:endParaRPr lang="en-US">
              <a:effectLst>
                <a:outerShdw blurRad="38100" dist="38100" dir="2700000" algn="tl">
                  <a:srgbClr val="000000"/>
                </a:outerShdw>
              </a:effectLst>
            </a:endParaRPr>
          </a:p>
        </p:txBody>
      </p:sp>
      <p:sp>
        <p:nvSpPr>
          <p:cNvPr id="548983" name="Rectangle 119" descr="30%"/>
          <p:cNvSpPr>
            <a:spLocks noChangeArrowheads="1"/>
          </p:cNvSpPr>
          <p:nvPr/>
        </p:nvSpPr>
        <p:spPr bwMode="auto">
          <a:xfrm flipV="1">
            <a:off x="5053013" y="3460750"/>
            <a:ext cx="293687" cy="2486025"/>
          </a:xfrm>
          <a:prstGeom prst="rect">
            <a:avLst/>
          </a:prstGeom>
          <a:pattFill prst="pct30">
            <a:fgClr>
              <a:schemeClr val="accent1"/>
            </a:fgClr>
            <a:bgClr>
              <a:schemeClr val="bg1"/>
            </a:bgClr>
          </a:pattFill>
          <a:ln w="25400">
            <a:solidFill>
              <a:schemeClr val="tx1"/>
            </a:solidFill>
            <a:miter lim="800000"/>
            <a:headEnd/>
            <a:tailEnd/>
          </a:ln>
        </p:spPr>
        <p:txBody>
          <a:bodyPr rot="10800000" wrap="none" anchor="ctr"/>
          <a:lstStyle/>
          <a:p>
            <a:pPr>
              <a:defRPr/>
            </a:pPr>
            <a:endParaRPr lang="en-US">
              <a:effectLst>
                <a:outerShdw blurRad="38100" dist="38100" dir="2700000" algn="tl">
                  <a:srgbClr val="000000"/>
                </a:outerShdw>
              </a:effectLst>
            </a:endParaRPr>
          </a:p>
        </p:txBody>
      </p:sp>
      <p:sp>
        <p:nvSpPr>
          <p:cNvPr id="548984" name="Rectangle 120" descr="30%"/>
          <p:cNvSpPr>
            <a:spLocks noChangeArrowheads="1"/>
          </p:cNvSpPr>
          <p:nvPr/>
        </p:nvSpPr>
        <p:spPr bwMode="auto">
          <a:xfrm flipV="1">
            <a:off x="5346700" y="3068638"/>
            <a:ext cx="295275" cy="2878137"/>
          </a:xfrm>
          <a:prstGeom prst="rect">
            <a:avLst/>
          </a:prstGeom>
          <a:pattFill prst="pct30">
            <a:fgClr>
              <a:schemeClr val="accent1"/>
            </a:fgClr>
            <a:bgClr>
              <a:schemeClr val="bg1"/>
            </a:bgClr>
          </a:pattFill>
          <a:ln w="25400">
            <a:solidFill>
              <a:schemeClr val="tx1"/>
            </a:solidFill>
            <a:miter lim="800000"/>
            <a:headEnd/>
            <a:tailEnd/>
          </a:ln>
        </p:spPr>
        <p:txBody>
          <a:bodyPr rot="10800000" wrap="none" anchor="ctr"/>
          <a:lstStyle/>
          <a:p>
            <a:pPr>
              <a:defRPr/>
            </a:pPr>
            <a:endParaRPr lang="en-US">
              <a:effectLst>
                <a:outerShdw blurRad="38100" dist="38100" dir="2700000" algn="tl">
                  <a:srgbClr val="000000"/>
                </a:outerShdw>
              </a:effectLst>
            </a:endParaRPr>
          </a:p>
        </p:txBody>
      </p:sp>
      <p:sp>
        <p:nvSpPr>
          <p:cNvPr id="548985" name="Rectangle 121" descr="30%"/>
          <p:cNvSpPr>
            <a:spLocks noChangeArrowheads="1"/>
          </p:cNvSpPr>
          <p:nvPr/>
        </p:nvSpPr>
        <p:spPr bwMode="auto">
          <a:xfrm flipV="1">
            <a:off x="5641975" y="3851275"/>
            <a:ext cx="293688" cy="2095500"/>
          </a:xfrm>
          <a:prstGeom prst="rect">
            <a:avLst/>
          </a:prstGeom>
          <a:pattFill prst="pct30">
            <a:fgClr>
              <a:schemeClr val="accent1"/>
            </a:fgClr>
            <a:bgClr>
              <a:schemeClr val="bg1"/>
            </a:bgClr>
          </a:pattFill>
          <a:ln w="25400">
            <a:solidFill>
              <a:schemeClr val="tx1"/>
            </a:solidFill>
            <a:miter lim="800000"/>
            <a:headEnd/>
            <a:tailEnd/>
          </a:ln>
        </p:spPr>
        <p:txBody>
          <a:bodyPr rot="10800000" wrap="none" anchor="ctr"/>
          <a:lstStyle/>
          <a:p>
            <a:pPr>
              <a:defRPr/>
            </a:pPr>
            <a:endParaRPr lang="en-US">
              <a:effectLst>
                <a:outerShdw blurRad="38100" dist="38100" dir="2700000" algn="tl">
                  <a:srgbClr val="000000"/>
                </a:outerShdw>
              </a:effectLst>
            </a:endParaRPr>
          </a:p>
        </p:txBody>
      </p:sp>
      <p:sp>
        <p:nvSpPr>
          <p:cNvPr id="548986" name="Rectangle 122" descr="30%"/>
          <p:cNvSpPr>
            <a:spLocks noChangeArrowheads="1"/>
          </p:cNvSpPr>
          <p:nvPr/>
        </p:nvSpPr>
        <p:spPr bwMode="auto">
          <a:xfrm flipV="1">
            <a:off x="5935663" y="4767263"/>
            <a:ext cx="295275" cy="1179512"/>
          </a:xfrm>
          <a:prstGeom prst="rect">
            <a:avLst/>
          </a:prstGeom>
          <a:pattFill prst="pct30">
            <a:fgClr>
              <a:schemeClr val="accent1"/>
            </a:fgClr>
            <a:bgClr>
              <a:schemeClr val="bg1"/>
            </a:bgClr>
          </a:pattFill>
          <a:ln w="25400">
            <a:solidFill>
              <a:schemeClr val="tx1"/>
            </a:solidFill>
            <a:miter lim="800000"/>
            <a:headEnd/>
            <a:tailEnd/>
          </a:ln>
        </p:spPr>
        <p:txBody>
          <a:bodyPr rot="10800000" wrap="none" anchor="ctr"/>
          <a:lstStyle/>
          <a:p>
            <a:pPr>
              <a:defRPr/>
            </a:pPr>
            <a:endParaRPr lang="en-US">
              <a:effectLst>
                <a:outerShdw blurRad="38100" dist="38100" dir="2700000" algn="tl">
                  <a:srgbClr val="000000"/>
                </a:outerShdw>
              </a:effectLst>
            </a:endParaRPr>
          </a:p>
        </p:txBody>
      </p:sp>
      <p:sp>
        <p:nvSpPr>
          <p:cNvPr id="548987" name="Rectangle 123" descr="市松模様 (大)"/>
          <p:cNvSpPr>
            <a:spLocks noChangeArrowheads="1"/>
          </p:cNvSpPr>
          <p:nvPr/>
        </p:nvSpPr>
        <p:spPr bwMode="auto">
          <a:xfrm flipV="1">
            <a:off x="6524625" y="5553075"/>
            <a:ext cx="295275" cy="393700"/>
          </a:xfrm>
          <a:prstGeom prst="rect">
            <a:avLst/>
          </a:prstGeom>
          <a:pattFill prst="lgCheck">
            <a:fgClr>
              <a:srgbClr val="FF00FF"/>
            </a:fgClr>
            <a:bgClr>
              <a:schemeClr val="bg1"/>
            </a:bgClr>
          </a:pattFill>
          <a:ln w="25400">
            <a:solidFill>
              <a:schemeClr val="tx1"/>
            </a:solidFill>
            <a:miter lim="800000"/>
            <a:headEnd/>
            <a:tailEnd/>
          </a:ln>
        </p:spPr>
        <p:txBody>
          <a:bodyPr rot="10800000" wrap="none" anchor="ctr"/>
          <a:lstStyle/>
          <a:p>
            <a:pPr>
              <a:defRPr/>
            </a:pPr>
            <a:endParaRPr lang="en-US">
              <a:effectLst>
                <a:outerShdw blurRad="38100" dist="38100" dir="2700000" algn="tl">
                  <a:srgbClr val="000000"/>
                </a:outerShdw>
              </a:effectLst>
            </a:endParaRPr>
          </a:p>
        </p:txBody>
      </p:sp>
      <p:sp>
        <p:nvSpPr>
          <p:cNvPr id="548988" name="Rectangle 124" descr="市松模様 (大)"/>
          <p:cNvSpPr>
            <a:spLocks noChangeArrowheads="1"/>
          </p:cNvSpPr>
          <p:nvPr/>
        </p:nvSpPr>
        <p:spPr bwMode="auto">
          <a:xfrm flipV="1">
            <a:off x="6819900" y="5816600"/>
            <a:ext cx="293688" cy="130175"/>
          </a:xfrm>
          <a:prstGeom prst="rect">
            <a:avLst/>
          </a:prstGeom>
          <a:pattFill prst="lgCheck">
            <a:fgClr>
              <a:srgbClr val="FF00FF"/>
            </a:fgClr>
            <a:bgClr>
              <a:schemeClr val="bg1"/>
            </a:bgClr>
          </a:pattFill>
          <a:ln w="25400">
            <a:solidFill>
              <a:schemeClr val="tx1"/>
            </a:solidFill>
            <a:miter lim="800000"/>
            <a:headEnd/>
            <a:tailEnd/>
          </a:ln>
        </p:spPr>
        <p:txBody>
          <a:bodyPr rot="10800000" wrap="none" anchor="ctr"/>
          <a:lstStyle/>
          <a:p>
            <a:pPr>
              <a:defRPr/>
            </a:pPr>
            <a:endParaRPr lang="en-US">
              <a:effectLst>
                <a:outerShdw blurRad="38100" dist="38100" dir="2700000" algn="tl">
                  <a:srgbClr val="000000"/>
                </a:outerShdw>
              </a:effectLst>
            </a:endParaRPr>
          </a:p>
        </p:txBody>
      </p:sp>
      <p:sp>
        <p:nvSpPr>
          <p:cNvPr id="548989" name="Rectangle 125" descr="30%"/>
          <p:cNvSpPr>
            <a:spLocks noChangeArrowheads="1"/>
          </p:cNvSpPr>
          <p:nvPr/>
        </p:nvSpPr>
        <p:spPr bwMode="auto">
          <a:xfrm flipV="1">
            <a:off x="6230938" y="5160963"/>
            <a:ext cx="293687" cy="785812"/>
          </a:xfrm>
          <a:prstGeom prst="rect">
            <a:avLst/>
          </a:prstGeom>
          <a:pattFill prst="pct30">
            <a:fgClr>
              <a:schemeClr val="accent1"/>
            </a:fgClr>
            <a:bgClr>
              <a:schemeClr val="bg1"/>
            </a:bgClr>
          </a:pattFill>
          <a:ln w="25400">
            <a:solidFill>
              <a:schemeClr val="tx1"/>
            </a:solidFill>
            <a:miter lim="800000"/>
            <a:headEnd/>
            <a:tailEnd/>
          </a:ln>
        </p:spPr>
        <p:txBody>
          <a:bodyPr rot="10800000" wrap="none" anchor="ctr"/>
          <a:lstStyle/>
          <a:p>
            <a:pPr>
              <a:defRPr/>
            </a:pPr>
            <a:endParaRPr lang="en-US">
              <a:effectLst>
                <a:outerShdw blurRad="38100" dist="38100" dir="2700000" algn="tl">
                  <a:srgbClr val="000000"/>
                </a:outerShdw>
              </a:effectLst>
            </a:endParaRPr>
          </a:p>
        </p:txBody>
      </p:sp>
      <p:sp>
        <p:nvSpPr>
          <p:cNvPr id="548991" name="Line 127"/>
          <p:cNvSpPr>
            <a:spLocks noChangeShapeType="1"/>
          </p:cNvSpPr>
          <p:nvPr/>
        </p:nvSpPr>
        <p:spPr bwMode="auto">
          <a:xfrm>
            <a:off x="2844800" y="5946775"/>
            <a:ext cx="4857750" cy="0"/>
          </a:xfrm>
          <a:prstGeom prst="line">
            <a:avLst/>
          </a:prstGeom>
          <a:noFill/>
          <a:ln w="254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48992" name="Line 128"/>
          <p:cNvSpPr>
            <a:spLocks noChangeShapeType="1"/>
          </p:cNvSpPr>
          <p:nvPr/>
        </p:nvSpPr>
        <p:spPr bwMode="auto">
          <a:xfrm>
            <a:off x="2844800" y="3984625"/>
            <a:ext cx="131763" cy="0"/>
          </a:xfrm>
          <a:prstGeom prst="line">
            <a:avLst/>
          </a:prstGeom>
          <a:noFill/>
          <a:ln w="254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48993" name="Line 129"/>
          <p:cNvSpPr>
            <a:spLocks noChangeShapeType="1"/>
          </p:cNvSpPr>
          <p:nvPr/>
        </p:nvSpPr>
        <p:spPr bwMode="auto">
          <a:xfrm>
            <a:off x="2844800" y="1758950"/>
            <a:ext cx="0" cy="4187825"/>
          </a:xfrm>
          <a:prstGeom prst="line">
            <a:avLst/>
          </a:prstGeom>
          <a:noFill/>
          <a:ln w="254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48994" name="Line 130"/>
          <p:cNvSpPr>
            <a:spLocks noChangeShapeType="1"/>
          </p:cNvSpPr>
          <p:nvPr/>
        </p:nvSpPr>
        <p:spPr bwMode="auto">
          <a:xfrm>
            <a:off x="2844800" y="3328988"/>
            <a:ext cx="134938" cy="0"/>
          </a:xfrm>
          <a:prstGeom prst="line">
            <a:avLst/>
          </a:prstGeom>
          <a:noFill/>
          <a:ln w="254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48995" name="Line 131"/>
          <p:cNvSpPr>
            <a:spLocks noChangeShapeType="1"/>
          </p:cNvSpPr>
          <p:nvPr/>
        </p:nvSpPr>
        <p:spPr bwMode="auto">
          <a:xfrm>
            <a:off x="2844800" y="2022475"/>
            <a:ext cx="134938" cy="0"/>
          </a:xfrm>
          <a:prstGeom prst="line">
            <a:avLst/>
          </a:prstGeom>
          <a:noFill/>
          <a:ln w="254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48996" name="Line 132"/>
          <p:cNvSpPr>
            <a:spLocks noChangeShapeType="1"/>
          </p:cNvSpPr>
          <p:nvPr/>
        </p:nvSpPr>
        <p:spPr bwMode="auto">
          <a:xfrm flipV="1">
            <a:off x="2833688" y="2670175"/>
            <a:ext cx="130175" cy="4763"/>
          </a:xfrm>
          <a:prstGeom prst="line">
            <a:avLst/>
          </a:prstGeom>
          <a:noFill/>
          <a:ln w="254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226" name="Text Box 133"/>
          <p:cNvSpPr txBox="1">
            <a:spLocks noChangeArrowheads="1"/>
          </p:cNvSpPr>
          <p:nvPr/>
        </p:nvSpPr>
        <p:spPr bwMode="auto">
          <a:xfrm>
            <a:off x="2178050" y="1889125"/>
            <a:ext cx="10223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200">
                <a:latin typeface="Times New Roman" panose="02020603050405020304" pitchFamily="18" charset="0"/>
                <a:ea typeface="HG丸ｺﾞｼｯｸM-PRO" pitchFamily="50" charset="-128"/>
              </a:rPr>
              <a:t>    </a:t>
            </a:r>
            <a:r>
              <a:rPr lang="ja-JP" altLang="en-US" sz="1200">
                <a:latin typeface="Times New Roman" panose="02020603050405020304" pitchFamily="18" charset="0"/>
                <a:ea typeface="HG丸ｺﾞｼｯｸM-PRO" pitchFamily="50" charset="-128"/>
              </a:rPr>
              <a:t>３０</a:t>
            </a:r>
            <a:endParaRPr lang="en-US" altLang="ja-JP" sz="1200">
              <a:latin typeface="Times New Roman" panose="02020603050405020304" pitchFamily="18" charset="0"/>
              <a:ea typeface="HG丸ｺﾞｼｯｸM-PRO" pitchFamily="50" charset="-128"/>
            </a:endParaRPr>
          </a:p>
        </p:txBody>
      </p:sp>
      <p:sp>
        <p:nvSpPr>
          <p:cNvPr id="51227" name="Text Box 134"/>
          <p:cNvSpPr txBox="1">
            <a:spLocks noChangeArrowheads="1"/>
          </p:cNvSpPr>
          <p:nvPr/>
        </p:nvSpPr>
        <p:spPr bwMode="auto">
          <a:xfrm>
            <a:off x="2178050" y="3198813"/>
            <a:ext cx="11747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200">
                <a:latin typeface="Times New Roman" panose="02020603050405020304" pitchFamily="18" charset="0"/>
                <a:ea typeface="HG丸ｺﾞｼｯｸM-PRO" pitchFamily="50" charset="-128"/>
              </a:rPr>
              <a:t>    </a:t>
            </a:r>
            <a:r>
              <a:rPr lang="ja-JP" altLang="en-US" sz="1200">
                <a:latin typeface="Times New Roman" panose="02020603050405020304" pitchFamily="18" charset="0"/>
                <a:ea typeface="HG丸ｺﾞｼｯｸM-PRO" pitchFamily="50" charset="-128"/>
              </a:rPr>
              <a:t>２０</a:t>
            </a:r>
            <a:endParaRPr lang="en-US" altLang="ja-JP" sz="1200">
              <a:latin typeface="Times New Roman" panose="02020603050405020304" pitchFamily="18" charset="0"/>
              <a:ea typeface="HG丸ｺﾞｼｯｸM-PRO" pitchFamily="50" charset="-128"/>
            </a:endParaRPr>
          </a:p>
        </p:txBody>
      </p:sp>
      <p:sp>
        <p:nvSpPr>
          <p:cNvPr id="51228" name="Text Box 135"/>
          <p:cNvSpPr txBox="1">
            <a:spLocks noChangeArrowheads="1"/>
          </p:cNvSpPr>
          <p:nvPr/>
        </p:nvSpPr>
        <p:spPr bwMode="auto">
          <a:xfrm>
            <a:off x="2178050" y="4502150"/>
            <a:ext cx="10985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200">
                <a:latin typeface="Times New Roman" panose="02020603050405020304" pitchFamily="18" charset="0"/>
                <a:ea typeface="HG丸ｺﾞｼｯｸM-PRO" pitchFamily="50" charset="-128"/>
              </a:rPr>
              <a:t>    </a:t>
            </a:r>
            <a:r>
              <a:rPr lang="ja-JP" altLang="en-US" sz="1200">
                <a:latin typeface="Times New Roman" panose="02020603050405020304" pitchFamily="18" charset="0"/>
                <a:ea typeface="HG丸ｺﾞｼｯｸM-PRO" pitchFamily="50" charset="-128"/>
              </a:rPr>
              <a:t>１０</a:t>
            </a:r>
            <a:endParaRPr lang="en-US" altLang="ja-JP" sz="1200">
              <a:latin typeface="Times New Roman" panose="02020603050405020304" pitchFamily="18" charset="0"/>
              <a:ea typeface="HG丸ｺﾞｼｯｸM-PRO" pitchFamily="50" charset="-128"/>
            </a:endParaRPr>
          </a:p>
        </p:txBody>
      </p:sp>
      <p:sp>
        <p:nvSpPr>
          <p:cNvPr id="51229" name="Text Box 136"/>
          <p:cNvSpPr txBox="1">
            <a:spLocks noChangeArrowheads="1"/>
          </p:cNvSpPr>
          <p:nvPr/>
        </p:nvSpPr>
        <p:spPr bwMode="auto">
          <a:xfrm>
            <a:off x="2178050" y="5813425"/>
            <a:ext cx="6651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200">
                <a:latin typeface="Times New Roman" panose="02020603050405020304" pitchFamily="18" charset="0"/>
                <a:ea typeface="HG丸ｺﾞｼｯｸM-PRO" pitchFamily="50" charset="-128"/>
              </a:rPr>
              <a:t>      </a:t>
            </a:r>
            <a:r>
              <a:rPr lang="ja-JP" altLang="en-US" sz="1200">
                <a:latin typeface="Times New Roman" panose="02020603050405020304" pitchFamily="18" charset="0"/>
                <a:ea typeface="HG丸ｺﾞｼｯｸM-PRO" pitchFamily="50" charset="-128"/>
              </a:rPr>
              <a:t>０</a:t>
            </a:r>
            <a:endParaRPr lang="en-US" altLang="ja-JP" sz="1200">
              <a:latin typeface="Times New Roman" panose="02020603050405020304" pitchFamily="18" charset="0"/>
              <a:ea typeface="HG丸ｺﾞｼｯｸM-PRO" pitchFamily="50" charset="-128"/>
            </a:endParaRPr>
          </a:p>
        </p:txBody>
      </p:sp>
      <p:sp>
        <p:nvSpPr>
          <p:cNvPr id="549001" name="Line 137"/>
          <p:cNvSpPr>
            <a:spLocks noChangeShapeType="1"/>
          </p:cNvSpPr>
          <p:nvPr/>
        </p:nvSpPr>
        <p:spPr bwMode="auto">
          <a:xfrm>
            <a:off x="3727450" y="5816600"/>
            <a:ext cx="0" cy="130175"/>
          </a:xfrm>
          <a:prstGeom prst="line">
            <a:avLst/>
          </a:prstGeom>
          <a:noFill/>
          <a:ln w="254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49002" name="Line 138"/>
          <p:cNvSpPr>
            <a:spLocks noChangeShapeType="1"/>
          </p:cNvSpPr>
          <p:nvPr/>
        </p:nvSpPr>
        <p:spPr bwMode="auto">
          <a:xfrm>
            <a:off x="3138488" y="5816600"/>
            <a:ext cx="0" cy="130175"/>
          </a:xfrm>
          <a:prstGeom prst="line">
            <a:avLst/>
          </a:prstGeom>
          <a:noFill/>
          <a:ln w="254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232" name="Text Box 139"/>
          <p:cNvSpPr txBox="1">
            <a:spLocks noChangeArrowheads="1"/>
          </p:cNvSpPr>
          <p:nvPr/>
        </p:nvSpPr>
        <p:spPr bwMode="auto">
          <a:xfrm>
            <a:off x="2105025" y="5157788"/>
            <a:ext cx="6731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r" eaLnBrk="1" hangingPunct="1"/>
            <a:r>
              <a:rPr lang="en-US" altLang="ja-JP" sz="1200">
                <a:latin typeface="Times New Roman" panose="02020603050405020304" pitchFamily="18" charset="0"/>
                <a:ea typeface="HG丸ｺﾞｼｯｸM-PRO" pitchFamily="50" charset="-128"/>
              </a:rPr>
              <a:t>  </a:t>
            </a:r>
            <a:r>
              <a:rPr lang="ja-JP" altLang="en-US" sz="1200">
                <a:latin typeface="Times New Roman" panose="02020603050405020304" pitchFamily="18" charset="0"/>
                <a:ea typeface="HG丸ｺﾞｼｯｸM-PRO" pitchFamily="50" charset="-128"/>
              </a:rPr>
              <a:t>５</a:t>
            </a:r>
            <a:endParaRPr lang="en-US" altLang="ja-JP" sz="1200">
              <a:latin typeface="Times New Roman" panose="02020603050405020304" pitchFamily="18" charset="0"/>
              <a:ea typeface="HG丸ｺﾞｼｯｸM-PRO" pitchFamily="50" charset="-128"/>
            </a:endParaRPr>
          </a:p>
        </p:txBody>
      </p:sp>
      <p:sp>
        <p:nvSpPr>
          <p:cNvPr id="51233" name="Text Box 140"/>
          <p:cNvSpPr txBox="1">
            <a:spLocks noChangeArrowheads="1"/>
          </p:cNvSpPr>
          <p:nvPr/>
        </p:nvSpPr>
        <p:spPr bwMode="auto">
          <a:xfrm>
            <a:off x="2178050" y="3848100"/>
            <a:ext cx="10223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200">
                <a:latin typeface="Times New Roman" panose="02020603050405020304" pitchFamily="18" charset="0"/>
                <a:ea typeface="HG丸ｺﾞｼｯｸM-PRO" pitchFamily="50" charset="-128"/>
              </a:rPr>
              <a:t>    </a:t>
            </a:r>
            <a:r>
              <a:rPr lang="ja-JP" altLang="en-US" sz="1200">
                <a:latin typeface="Times New Roman" panose="02020603050405020304" pitchFamily="18" charset="0"/>
                <a:ea typeface="HG丸ｺﾞｼｯｸM-PRO" pitchFamily="50" charset="-128"/>
              </a:rPr>
              <a:t>１５</a:t>
            </a:r>
            <a:endParaRPr lang="en-US" altLang="ja-JP" sz="1200">
              <a:latin typeface="Times New Roman" panose="02020603050405020304" pitchFamily="18" charset="0"/>
              <a:ea typeface="HG丸ｺﾞｼｯｸM-PRO" pitchFamily="50" charset="-128"/>
            </a:endParaRPr>
          </a:p>
        </p:txBody>
      </p:sp>
      <p:sp>
        <p:nvSpPr>
          <p:cNvPr id="51234" name="Text Box 141"/>
          <p:cNvSpPr txBox="1">
            <a:spLocks noChangeArrowheads="1"/>
          </p:cNvSpPr>
          <p:nvPr/>
        </p:nvSpPr>
        <p:spPr bwMode="auto">
          <a:xfrm>
            <a:off x="2178050" y="2544763"/>
            <a:ext cx="10223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200">
                <a:latin typeface="Times New Roman" panose="02020603050405020304" pitchFamily="18" charset="0"/>
                <a:ea typeface="HG丸ｺﾞｼｯｸM-PRO" pitchFamily="50" charset="-128"/>
              </a:rPr>
              <a:t>    </a:t>
            </a:r>
            <a:r>
              <a:rPr lang="ja-JP" altLang="en-US" sz="1200">
                <a:latin typeface="Times New Roman" panose="02020603050405020304" pitchFamily="18" charset="0"/>
                <a:ea typeface="HG丸ｺﾞｼｯｸM-PRO" pitchFamily="50" charset="-128"/>
              </a:rPr>
              <a:t>２５</a:t>
            </a:r>
            <a:endParaRPr lang="en-US" altLang="ja-JP" sz="1200">
              <a:latin typeface="Times New Roman" panose="02020603050405020304" pitchFamily="18" charset="0"/>
              <a:ea typeface="HG丸ｺﾞｼｯｸM-PRO" pitchFamily="50" charset="-128"/>
            </a:endParaRPr>
          </a:p>
        </p:txBody>
      </p:sp>
      <p:sp>
        <p:nvSpPr>
          <p:cNvPr id="549006" name="Line 142"/>
          <p:cNvSpPr>
            <a:spLocks noChangeShapeType="1"/>
          </p:cNvSpPr>
          <p:nvPr/>
        </p:nvSpPr>
        <p:spPr bwMode="auto">
          <a:xfrm>
            <a:off x="2844800" y="4637088"/>
            <a:ext cx="131763" cy="0"/>
          </a:xfrm>
          <a:prstGeom prst="line">
            <a:avLst/>
          </a:prstGeom>
          <a:noFill/>
          <a:ln w="254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49007" name="Line 143"/>
          <p:cNvSpPr>
            <a:spLocks noChangeShapeType="1"/>
          </p:cNvSpPr>
          <p:nvPr/>
        </p:nvSpPr>
        <p:spPr bwMode="auto">
          <a:xfrm>
            <a:off x="2844800" y="5292725"/>
            <a:ext cx="131763" cy="0"/>
          </a:xfrm>
          <a:prstGeom prst="line">
            <a:avLst/>
          </a:prstGeom>
          <a:noFill/>
          <a:ln w="254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49008" name="Line 144"/>
          <p:cNvSpPr>
            <a:spLocks noChangeShapeType="1"/>
          </p:cNvSpPr>
          <p:nvPr/>
        </p:nvSpPr>
        <p:spPr bwMode="auto">
          <a:xfrm>
            <a:off x="4316413" y="5816600"/>
            <a:ext cx="0" cy="130175"/>
          </a:xfrm>
          <a:prstGeom prst="line">
            <a:avLst/>
          </a:prstGeom>
          <a:noFill/>
          <a:ln w="254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49009" name="Line 145"/>
          <p:cNvSpPr>
            <a:spLocks noChangeShapeType="1"/>
          </p:cNvSpPr>
          <p:nvPr/>
        </p:nvSpPr>
        <p:spPr bwMode="auto">
          <a:xfrm>
            <a:off x="4022725" y="5816600"/>
            <a:ext cx="0" cy="130175"/>
          </a:xfrm>
          <a:prstGeom prst="line">
            <a:avLst/>
          </a:prstGeom>
          <a:noFill/>
          <a:ln w="254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49010" name="Line 146"/>
          <p:cNvSpPr>
            <a:spLocks noChangeShapeType="1"/>
          </p:cNvSpPr>
          <p:nvPr/>
        </p:nvSpPr>
        <p:spPr bwMode="auto">
          <a:xfrm>
            <a:off x="3433763" y="5816600"/>
            <a:ext cx="0" cy="130175"/>
          </a:xfrm>
          <a:prstGeom prst="line">
            <a:avLst/>
          </a:prstGeom>
          <a:noFill/>
          <a:ln w="254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49011" name="Line 147"/>
          <p:cNvSpPr>
            <a:spLocks noChangeShapeType="1"/>
          </p:cNvSpPr>
          <p:nvPr/>
        </p:nvSpPr>
        <p:spPr bwMode="auto">
          <a:xfrm>
            <a:off x="5200650" y="5816600"/>
            <a:ext cx="0" cy="130175"/>
          </a:xfrm>
          <a:prstGeom prst="line">
            <a:avLst/>
          </a:prstGeom>
          <a:noFill/>
          <a:ln w="254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49012" name="Line 148"/>
          <p:cNvSpPr>
            <a:spLocks noChangeShapeType="1"/>
          </p:cNvSpPr>
          <p:nvPr/>
        </p:nvSpPr>
        <p:spPr bwMode="auto">
          <a:xfrm>
            <a:off x="4611688" y="5816600"/>
            <a:ext cx="0" cy="130175"/>
          </a:xfrm>
          <a:prstGeom prst="line">
            <a:avLst/>
          </a:prstGeom>
          <a:noFill/>
          <a:ln w="254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49013" name="Line 149"/>
          <p:cNvSpPr>
            <a:spLocks noChangeShapeType="1"/>
          </p:cNvSpPr>
          <p:nvPr/>
        </p:nvSpPr>
        <p:spPr bwMode="auto">
          <a:xfrm>
            <a:off x="4905375" y="5816600"/>
            <a:ext cx="0" cy="130175"/>
          </a:xfrm>
          <a:prstGeom prst="line">
            <a:avLst/>
          </a:prstGeom>
          <a:noFill/>
          <a:ln w="254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49014" name="Line 150"/>
          <p:cNvSpPr>
            <a:spLocks noChangeShapeType="1"/>
          </p:cNvSpPr>
          <p:nvPr/>
        </p:nvSpPr>
        <p:spPr bwMode="auto">
          <a:xfrm>
            <a:off x="5494338" y="5816600"/>
            <a:ext cx="0" cy="130175"/>
          </a:xfrm>
          <a:prstGeom prst="line">
            <a:avLst/>
          </a:prstGeom>
          <a:noFill/>
          <a:ln w="254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49015" name="Line 151"/>
          <p:cNvSpPr>
            <a:spLocks noChangeShapeType="1"/>
          </p:cNvSpPr>
          <p:nvPr/>
        </p:nvSpPr>
        <p:spPr bwMode="auto">
          <a:xfrm>
            <a:off x="5788025" y="5816600"/>
            <a:ext cx="0" cy="130175"/>
          </a:xfrm>
          <a:prstGeom prst="line">
            <a:avLst/>
          </a:prstGeom>
          <a:noFill/>
          <a:ln w="254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49016" name="Line 152"/>
          <p:cNvSpPr>
            <a:spLocks noChangeShapeType="1"/>
          </p:cNvSpPr>
          <p:nvPr/>
        </p:nvSpPr>
        <p:spPr bwMode="auto">
          <a:xfrm>
            <a:off x="6083300" y="5816600"/>
            <a:ext cx="0" cy="130175"/>
          </a:xfrm>
          <a:prstGeom prst="line">
            <a:avLst/>
          </a:prstGeom>
          <a:noFill/>
          <a:ln w="254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246" name="Text Box 153"/>
          <p:cNvSpPr txBox="1">
            <a:spLocks noChangeArrowheads="1"/>
          </p:cNvSpPr>
          <p:nvPr/>
        </p:nvSpPr>
        <p:spPr bwMode="auto">
          <a:xfrm>
            <a:off x="2697163" y="5946775"/>
            <a:ext cx="814387"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200">
                <a:latin typeface="Times New Roman" panose="02020603050405020304" pitchFamily="18" charset="0"/>
                <a:ea typeface="HG丸ｺﾞｼｯｸM-PRO" pitchFamily="50" charset="-128"/>
              </a:rPr>
              <a:t>  44.2</a:t>
            </a:r>
          </a:p>
        </p:txBody>
      </p:sp>
      <p:sp>
        <p:nvSpPr>
          <p:cNvPr id="51247" name="Text Box 154"/>
          <p:cNvSpPr txBox="1">
            <a:spLocks noChangeArrowheads="1"/>
          </p:cNvSpPr>
          <p:nvPr/>
        </p:nvSpPr>
        <p:spPr bwMode="auto">
          <a:xfrm>
            <a:off x="3290888" y="5946775"/>
            <a:ext cx="8096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200">
                <a:latin typeface="Times New Roman" panose="02020603050405020304" pitchFamily="18" charset="0"/>
                <a:ea typeface="HG丸ｺﾞｼｯｸM-PRO" pitchFamily="50" charset="-128"/>
              </a:rPr>
              <a:t>  45.2</a:t>
            </a:r>
          </a:p>
        </p:txBody>
      </p:sp>
      <p:sp>
        <p:nvSpPr>
          <p:cNvPr id="51248" name="Text Box 155"/>
          <p:cNvSpPr txBox="1">
            <a:spLocks noChangeArrowheads="1"/>
          </p:cNvSpPr>
          <p:nvPr/>
        </p:nvSpPr>
        <p:spPr bwMode="auto">
          <a:xfrm>
            <a:off x="3870325" y="5946775"/>
            <a:ext cx="8191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200">
                <a:latin typeface="Times New Roman" panose="02020603050405020304" pitchFamily="18" charset="0"/>
                <a:ea typeface="HG丸ｺﾞｼｯｸM-PRO" pitchFamily="50" charset="-128"/>
              </a:rPr>
              <a:t>  46.2</a:t>
            </a:r>
          </a:p>
        </p:txBody>
      </p:sp>
      <p:sp>
        <p:nvSpPr>
          <p:cNvPr id="51249" name="Text Box 156"/>
          <p:cNvSpPr txBox="1">
            <a:spLocks noChangeArrowheads="1"/>
          </p:cNvSpPr>
          <p:nvPr/>
        </p:nvSpPr>
        <p:spPr bwMode="auto">
          <a:xfrm>
            <a:off x="4464050" y="5946775"/>
            <a:ext cx="81438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200">
                <a:latin typeface="Times New Roman" panose="02020603050405020304" pitchFamily="18" charset="0"/>
                <a:ea typeface="HG丸ｺﾞｼｯｸM-PRO" pitchFamily="50" charset="-128"/>
              </a:rPr>
              <a:t>  47.2</a:t>
            </a:r>
          </a:p>
        </p:txBody>
      </p:sp>
      <p:sp>
        <p:nvSpPr>
          <p:cNvPr id="51250" name="Text Box 157"/>
          <p:cNvSpPr txBox="1">
            <a:spLocks noChangeArrowheads="1"/>
          </p:cNvSpPr>
          <p:nvPr/>
        </p:nvSpPr>
        <p:spPr bwMode="auto">
          <a:xfrm>
            <a:off x="5059363" y="5946775"/>
            <a:ext cx="8096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200">
                <a:latin typeface="Times New Roman" panose="02020603050405020304" pitchFamily="18" charset="0"/>
                <a:ea typeface="HG丸ｺﾞｼｯｸM-PRO" pitchFamily="50" charset="-128"/>
              </a:rPr>
              <a:t>  48.2</a:t>
            </a:r>
          </a:p>
        </p:txBody>
      </p:sp>
      <p:sp>
        <p:nvSpPr>
          <p:cNvPr id="51251" name="Text Box 158"/>
          <p:cNvSpPr txBox="1">
            <a:spLocks noChangeArrowheads="1"/>
          </p:cNvSpPr>
          <p:nvPr/>
        </p:nvSpPr>
        <p:spPr bwMode="auto">
          <a:xfrm>
            <a:off x="5634038" y="5946775"/>
            <a:ext cx="823912"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200">
                <a:latin typeface="Times New Roman" panose="02020603050405020304" pitchFamily="18" charset="0"/>
                <a:ea typeface="HG丸ｺﾞｼｯｸM-PRO" pitchFamily="50" charset="-128"/>
              </a:rPr>
              <a:t>  49.2</a:t>
            </a:r>
          </a:p>
        </p:txBody>
      </p:sp>
      <p:sp>
        <p:nvSpPr>
          <p:cNvPr id="549023" name="Line 159"/>
          <p:cNvSpPr>
            <a:spLocks noChangeShapeType="1"/>
          </p:cNvSpPr>
          <p:nvPr/>
        </p:nvSpPr>
        <p:spPr bwMode="auto">
          <a:xfrm>
            <a:off x="6376988" y="5816600"/>
            <a:ext cx="0" cy="130175"/>
          </a:xfrm>
          <a:prstGeom prst="line">
            <a:avLst/>
          </a:prstGeom>
          <a:noFill/>
          <a:ln w="254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253" name="Text Box 160"/>
          <p:cNvSpPr txBox="1">
            <a:spLocks noChangeArrowheads="1"/>
          </p:cNvSpPr>
          <p:nvPr/>
        </p:nvSpPr>
        <p:spPr bwMode="auto">
          <a:xfrm>
            <a:off x="6230938" y="5946775"/>
            <a:ext cx="8159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200">
                <a:latin typeface="Times New Roman" panose="02020603050405020304" pitchFamily="18" charset="0"/>
                <a:ea typeface="HG丸ｺﾞｼｯｸM-PRO" pitchFamily="50" charset="-128"/>
              </a:rPr>
              <a:t>  50.2</a:t>
            </a:r>
          </a:p>
        </p:txBody>
      </p:sp>
      <p:sp>
        <p:nvSpPr>
          <p:cNvPr id="549025" name="Text Box 161"/>
          <p:cNvSpPr txBox="1">
            <a:spLocks noChangeArrowheads="1"/>
          </p:cNvSpPr>
          <p:nvPr/>
        </p:nvSpPr>
        <p:spPr bwMode="auto">
          <a:xfrm>
            <a:off x="7188200" y="5959475"/>
            <a:ext cx="762000" cy="304800"/>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en-US" altLang="ja-JP" sz="1200">
                <a:latin typeface="Times New Roman" panose="02020603050405020304" pitchFamily="18" charset="0"/>
                <a:ea typeface="HG丸ｺﾞｼｯｸM-PRO" pitchFamily="50" charset="-128"/>
              </a:rPr>
              <a:t>  </a:t>
            </a:r>
            <a:r>
              <a:rPr lang="en-US" altLang="ja-JP" sz="1400">
                <a:effectLst>
                  <a:outerShdw blurRad="38100" dist="38100" dir="2700000" algn="tl">
                    <a:srgbClr val="000000"/>
                  </a:outerShdw>
                </a:effectLst>
                <a:latin typeface="Times New Roman" panose="02020603050405020304" pitchFamily="18" charset="0"/>
              </a:rPr>
              <a:t>(μ)</a:t>
            </a:r>
            <a:endParaRPr lang="en-US" altLang="ja-JP" sz="1200">
              <a:latin typeface="Times New Roman" panose="02020603050405020304" pitchFamily="18" charset="0"/>
              <a:ea typeface="HG丸ｺﾞｼｯｸM-PRO" pitchFamily="50" charset="-128"/>
            </a:endParaRPr>
          </a:p>
        </p:txBody>
      </p:sp>
      <p:sp>
        <p:nvSpPr>
          <p:cNvPr id="549026" name="Line 162"/>
          <p:cNvSpPr>
            <a:spLocks noChangeShapeType="1"/>
          </p:cNvSpPr>
          <p:nvPr/>
        </p:nvSpPr>
        <p:spPr bwMode="auto">
          <a:xfrm>
            <a:off x="3138488" y="5816600"/>
            <a:ext cx="0" cy="130175"/>
          </a:xfrm>
          <a:prstGeom prst="line">
            <a:avLst/>
          </a:prstGeom>
          <a:noFill/>
          <a:ln w="254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49027" name="Line 163"/>
          <p:cNvSpPr>
            <a:spLocks noChangeShapeType="1"/>
          </p:cNvSpPr>
          <p:nvPr/>
        </p:nvSpPr>
        <p:spPr bwMode="auto">
          <a:xfrm>
            <a:off x="6672263" y="5816600"/>
            <a:ext cx="0" cy="130175"/>
          </a:xfrm>
          <a:prstGeom prst="line">
            <a:avLst/>
          </a:prstGeom>
          <a:noFill/>
          <a:ln w="254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49028" name="Line 164" descr="市松模様 (大)"/>
          <p:cNvSpPr>
            <a:spLocks noChangeShapeType="1"/>
          </p:cNvSpPr>
          <p:nvPr/>
        </p:nvSpPr>
        <p:spPr bwMode="auto">
          <a:xfrm>
            <a:off x="6965950" y="5816600"/>
            <a:ext cx="0" cy="130175"/>
          </a:xfrm>
          <a:prstGeom prst="line">
            <a:avLst/>
          </a:prstGeom>
          <a:noFill/>
          <a:ln w="254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258" name="Text Box 165"/>
          <p:cNvSpPr txBox="1">
            <a:spLocks noChangeArrowheads="1"/>
          </p:cNvSpPr>
          <p:nvPr/>
        </p:nvSpPr>
        <p:spPr bwMode="auto">
          <a:xfrm>
            <a:off x="6823075" y="5946775"/>
            <a:ext cx="8128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200">
                <a:latin typeface="Times New Roman" panose="02020603050405020304" pitchFamily="18" charset="0"/>
                <a:ea typeface="HG丸ｺﾞｼｯｸM-PRO" pitchFamily="50" charset="-128"/>
              </a:rPr>
              <a:t>  51.2</a:t>
            </a:r>
          </a:p>
        </p:txBody>
      </p:sp>
      <p:sp>
        <p:nvSpPr>
          <p:cNvPr id="549030" name="Line 166"/>
          <p:cNvSpPr>
            <a:spLocks noChangeShapeType="1"/>
          </p:cNvSpPr>
          <p:nvPr/>
        </p:nvSpPr>
        <p:spPr bwMode="auto">
          <a:xfrm>
            <a:off x="7261225" y="5816600"/>
            <a:ext cx="0" cy="130175"/>
          </a:xfrm>
          <a:prstGeom prst="line">
            <a:avLst/>
          </a:prstGeom>
          <a:noFill/>
          <a:ln w="254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49031" name="Line 167"/>
          <p:cNvSpPr>
            <a:spLocks noChangeShapeType="1"/>
          </p:cNvSpPr>
          <p:nvPr/>
        </p:nvSpPr>
        <p:spPr bwMode="auto">
          <a:xfrm flipV="1">
            <a:off x="3033713" y="1758950"/>
            <a:ext cx="0" cy="4187825"/>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49032" name="Line 168"/>
          <p:cNvSpPr>
            <a:spLocks noChangeShapeType="1"/>
          </p:cNvSpPr>
          <p:nvPr/>
        </p:nvSpPr>
        <p:spPr bwMode="auto">
          <a:xfrm flipV="1">
            <a:off x="6556375" y="1758950"/>
            <a:ext cx="0" cy="4187825"/>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262" name="Text Box 169"/>
          <p:cNvSpPr txBox="1">
            <a:spLocks noChangeArrowheads="1"/>
          </p:cNvSpPr>
          <p:nvPr/>
        </p:nvSpPr>
        <p:spPr bwMode="auto">
          <a:xfrm rot="-5400000">
            <a:off x="3040063" y="3305175"/>
            <a:ext cx="731837"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en-US" altLang="ja-JP" sz="1200">
                <a:latin typeface="Times New Roman" panose="02020603050405020304" pitchFamily="18" charset="0"/>
              </a:rPr>
              <a:t>Lower standard line</a:t>
            </a:r>
          </a:p>
        </p:txBody>
      </p:sp>
      <p:sp>
        <p:nvSpPr>
          <p:cNvPr id="51263" name="Text Box 170"/>
          <p:cNvSpPr txBox="1">
            <a:spLocks noChangeArrowheads="1"/>
          </p:cNvSpPr>
          <p:nvPr/>
        </p:nvSpPr>
        <p:spPr bwMode="auto">
          <a:xfrm rot="-5400000">
            <a:off x="6560344" y="1820069"/>
            <a:ext cx="731837" cy="7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en-US" altLang="ja-JP" sz="1200">
                <a:latin typeface="Times New Roman" panose="02020603050405020304" pitchFamily="18" charset="0"/>
              </a:rPr>
              <a:t>Upper standard line</a:t>
            </a:r>
          </a:p>
        </p:txBody>
      </p:sp>
      <p:sp>
        <p:nvSpPr>
          <p:cNvPr id="51264" name="Text Box 171"/>
          <p:cNvSpPr txBox="1">
            <a:spLocks noChangeArrowheads="1"/>
          </p:cNvSpPr>
          <p:nvPr/>
        </p:nvSpPr>
        <p:spPr bwMode="auto">
          <a:xfrm>
            <a:off x="2806700" y="2892425"/>
            <a:ext cx="129063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400">
                <a:latin typeface="Times New Roman" panose="02020603050405020304" pitchFamily="18" charset="0"/>
                <a:ea typeface="HG丸ｺﾞｼｯｸM-PRO" pitchFamily="50" charset="-128"/>
              </a:rPr>
              <a:t>  </a:t>
            </a:r>
            <a:r>
              <a:rPr lang="ja-JP" altLang="en-US" sz="1400">
                <a:latin typeface="Times New Roman" panose="02020603050405020304" pitchFamily="18" charset="0"/>
                <a:ea typeface="HG丸ｺﾞｼｯｸM-PRO" pitchFamily="50" charset="-128"/>
              </a:rPr>
              <a:t>（</a:t>
            </a:r>
            <a:r>
              <a:rPr lang="en-US" altLang="ja-JP" sz="1400">
                <a:latin typeface="Times New Roman" panose="02020603050405020304" pitchFamily="18" charset="0"/>
                <a:ea typeface="HG丸ｺﾞｼｯｸM-PRO" pitchFamily="50" charset="-128"/>
              </a:rPr>
              <a:t>44.00</a:t>
            </a:r>
            <a:r>
              <a:rPr lang="ja-JP" altLang="en-US" sz="1400">
                <a:latin typeface="Times New Roman" panose="02020603050405020304" pitchFamily="18" charset="0"/>
                <a:ea typeface="HG丸ｺﾞｼｯｸM-PRO" pitchFamily="50" charset="-128"/>
              </a:rPr>
              <a:t>）</a:t>
            </a:r>
            <a:endParaRPr lang="en-US" altLang="ja-JP" sz="1400">
              <a:latin typeface="Times New Roman" panose="02020603050405020304" pitchFamily="18" charset="0"/>
              <a:ea typeface="HG丸ｺﾞｼｯｸM-PRO" pitchFamily="50" charset="-128"/>
            </a:endParaRPr>
          </a:p>
        </p:txBody>
      </p:sp>
      <p:sp>
        <p:nvSpPr>
          <p:cNvPr id="51265" name="Text Box 172"/>
          <p:cNvSpPr txBox="1">
            <a:spLocks noChangeArrowheads="1"/>
          </p:cNvSpPr>
          <p:nvPr/>
        </p:nvSpPr>
        <p:spPr bwMode="auto">
          <a:xfrm>
            <a:off x="6311900" y="2892425"/>
            <a:ext cx="129063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400">
                <a:latin typeface="Times New Roman" panose="02020603050405020304" pitchFamily="18" charset="0"/>
                <a:ea typeface="HG丸ｺﾞｼｯｸM-PRO" pitchFamily="50" charset="-128"/>
              </a:rPr>
              <a:t>  </a:t>
            </a:r>
            <a:r>
              <a:rPr lang="ja-JP" altLang="en-US" sz="1400">
                <a:latin typeface="Times New Roman" panose="02020603050405020304" pitchFamily="18" charset="0"/>
                <a:ea typeface="HG丸ｺﾞｼｯｸM-PRO" pitchFamily="50" charset="-128"/>
              </a:rPr>
              <a:t>（</a:t>
            </a:r>
            <a:r>
              <a:rPr lang="en-US" altLang="ja-JP" sz="1400">
                <a:latin typeface="Times New Roman" panose="02020603050405020304" pitchFamily="18" charset="0"/>
                <a:ea typeface="HG丸ｺﾞｼｯｸM-PRO" pitchFamily="50" charset="-128"/>
              </a:rPr>
              <a:t>50.00</a:t>
            </a:r>
            <a:r>
              <a:rPr lang="ja-JP" altLang="en-US" sz="1400">
                <a:latin typeface="Times New Roman" panose="02020603050405020304" pitchFamily="18" charset="0"/>
                <a:ea typeface="HG丸ｺﾞｼｯｸM-PRO" pitchFamily="50" charset="-128"/>
              </a:rPr>
              <a:t>）</a:t>
            </a:r>
            <a:endParaRPr lang="en-US" altLang="ja-JP" sz="1400">
              <a:latin typeface="Times New Roman" panose="02020603050405020304" pitchFamily="18" charset="0"/>
              <a:ea typeface="HG丸ｺﾞｼｯｸM-PRO" pitchFamily="50" charset="-128"/>
            </a:endParaRPr>
          </a:p>
        </p:txBody>
      </p:sp>
      <p:grpSp>
        <p:nvGrpSpPr>
          <p:cNvPr id="51266" name="Group 201"/>
          <p:cNvGrpSpPr>
            <a:grpSpLocks/>
          </p:cNvGrpSpPr>
          <p:nvPr/>
        </p:nvGrpSpPr>
        <p:grpSpPr bwMode="auto">
          <a:xfrm>
            <a:off x="5334000" y="1565275"/>
            <a:ext cx="152400" cy="365125"/>
            <a:chOff x="3552" y="768"/>
            <a:chExt cx="96" cy="230"/>
          </a:xfrm>
        </p:grpSpPr>
        <p:sp>
          <p:nvSpPr>
            <p:cNvPr id="549063" name="Line 199"/>
            <p:cNvSpPr>
              <a:spLocks noChangeShapeType="1"/>
            </p:cNvSpPr>
            <p:nvPr/>
          </p:nvSpPr>
          <p:spPr bwMode="auto">
            <a:xfrm>
              <a:off x="3552" y="832"/>
              <a:ext cx="95" cy="0"/>
            </a:xfrm>
            <a:prstGeom prst="line">
              <a:avLst/>
            </a:prstGeom>
            <a:noFill/>
            <a:ln w="27051">
              <a:solidFill>
                <a:schemeClr val="tx1"/>
              </a:solidFill>
              <a:round/>
              <a:headEnd/>
              <a:tailEnd/>
            </a:ln>
          </p:spPr>
          <p:txBody>
            <a:bodyP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49064" name="Rectangle 200"/>
            <p:cNvSpPr>
              <a:spLocks noChangeArrowheads="1"/>
            </p:cNvSpPr>
            <p:nvPr/>
          </p:nvSpPr>
          <p:spPr bwMode="auto">
            <a:xfrm>
              <a:off x="3552" y="768"/>
              <a:ext cx="96" cy="230"/>
            </a:xfrm>
            <a:prstGeom prst="rect">
              <a:avLst/>
            </a:prstGeom>
            <a:noFill/>
            <a:ln w="9525">
              <a:noFill/>
              <a:miter lim="800000"/>
              <a:headEnd/>
              <a:tailEnd/>
            </a:ln>
          </p:spPr>
          <p:txBody>
            <a:bodyPr wrap="none" lIns="0" tIns="0" rIns="0" bIns="0">
              <a:spAutoFit/>
            </a:bodyPr>
            <a:lstStyle/>
            <a:p>
              <a:pPr algn="ctr">
                <a:defRPr/>
              </a:pPr>
              <a:r>
                <a:rPr lang="en-US" altLang="ja-JP" sz="2400" i="1">
                  <a:latin typeface="Times New Roman" pitchFamily="18" charset="0"/>
                </a:rPr>
                <a:t>x</a:t>
              </a:r>
              <a:endParaRPr lang="en-US" altLang="ja-JP" sz="2400">
                <a:effectLst>
                  <a:outerShdw blurRad="38100" dist="38100" dir="2700000" algn="tl">
                    <a:srgbClr val="000000"/>
                  </a:outerShdw>
                </a:effectLst>
              </a:endParaRPr>
            </a:p>
          </p:txBody>
        </p:sp>
      </p:grpSp>
      <p:sp>
        <p:nvSpPr>
          <p:cNvPr id="549040" name="Line 176"/>
          <p:cNvSpPr>
            <a:spLocks noChangeShapeType="1"/>
          </p:cNvSpPr>
          <p:nvPr/>
        </p:nvSpPr>
        <p:spPr bwMode="auto">
          <a:xfrm>
            <a:off x="5410200" y="1958975"/>
            <a:ext cx="6350" cy="3963988"/>
          </a:xfrm>
          <a:prstGeom prst="line">
            <a:avLst/>
          </a:prstGeom>
          <a:noFill/>
          <a:ln w="25400">
            <a:solidFill>
              <a:schemeClr val="tx1"/>
            </a:solidFill>
            <a:prstDash val="lgDashDot"/>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49041" name="Text Box 177"/>
          <p:cNvSpPr txBox="1">
            <a:spLocks noChangeArrowheads="1"/>
          </p:cNvSpPr>
          <p:nvPr/>
        </p:nvSpPr>
        <p:spPr bwMode="auto">
          <a:xfrm>
            <a:off x="3594100" y="6111875"/>
            <a:ext cx="3357563" cy="366713"/>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en-US" altLang="ja-JP" sz="1800">
                <a:solidFill>
                  <a:schemeClr val="folHlink"/>
                </a:solidFill>
                <a:effectLst>
                  <a:outerShdw blurRad="38100" dist="38100" dir="2700000" algn="tl">
                    <a:srgbClr val="000000"/>
                  </a:outerShdw>
                </a:effectLst>
                <a:latin typeface="Times New Roman" panose="02020603050405020304" pitchFamily="18" charset="0"/>
                <a:ea typeface="イワタ中丸ゴシック体(GT)" charset="-128"/>
              </a:rPr>
              <a:t>The thickness of exterior blade</a:t>
            </a:r>
          </a:p>
        </p:txBody>
      </p:sp>
      <p:sp>
        <p:nvSpPr>
          <p:cNvPr id="549044" name="Line 180"/>
          <p:cNvSpPr>
            <a:spLocks noChangeShapeType="1"/>
          </p:cNvSpPr>
          <p:nvPr/>
        </p:nvSpPr>
        <p:spPr bwMode="auto">
          <a:xfrm flipH="1">
            <a:off x="3124200" y="1143000"/>
            <a:ext cx="1524000" cy="762000"/>
          </a:xfrm>
          <a:prstGeom prst="line">
            <a:avLst/>
          </a:prstGeom>
          <a:noFill/>
          <a:ln w="3175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49045" name="Line 181"/>
          <p:cNvSpPr>
            <a:spLocks noChangeShapeType="1"/>
          </p:cNvSpPr>
          <p:nvPr/>
        </p:nvSpPr>
        <p:spPr bwMode="auto">
          <a:xfrm>
            <a:off x="5181600" y="1295400"/>
            <a:ext cx="1295400" cy="533400"/>
          </a:xfrm>
          <a:prstGeom prst="line">
            <a:avLst/>
          </a:prstGeom>
          <a:noFill/>
          <a:ln w="3175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49043" name="Rectangle 179"/>
          <p:cNvSpPr>
            <a:spLocks noChangeArrowheads="1"/>
          </p:cNvSpPr>
          <p:nvPr/>
        </p:nvSpPr>
        <p:spPr bwMode="auto">
          <a:xfrm>
            <a:off x="4060825" y="914400"/>
            <a:ext cx="1971675" cy="327025"/>
          </a:xfrm>
          <a:prstGeom prst="rect">
            <a:avLst/>
          </a:prstGeom>
          <a:solidFill>
            <a:srgbClr val="800080"/>
          </a:solidFill>
          <a:ln w="9525">
            <a:solidFill>
              <a:schemeClr val="tx1"/>
            </a:solidFill>
            <a:prstDash val="sysDot"/>
            <a:miter lim="800000"/>
            <a:headEnd/>
            <a:tailEnd/>
          </a:ln>
          <a:effectLst>
            <a:outerShdw blurRad="63500" dist="107763" dir="2700000" algn="ctr" rotWithShape="0">
              <a:schemeClr val="bg2">
                <a:alpha val="74998"/>
              </a:schemeClr>
            </a:outerShdw>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th-TH" altLang="ja-JP" sz="1800">
                <a:effectLst>
                  <a:outerShdw blurRad="38100" dist="38100" dir="2700000" algn="tl">
                    <a:srgbClr val="000000"/>
                  </a:outerShdw>
                </a:effectLst>
                <a:latin typeface="Times New Roman" panose="02020603050405020304" pitchFamily="18" charset="0"/>
                <a:ea typeface="イワタ中丸ゴシック体(GT)" charset="-128"/>
                <a:cs typeface="Angsana New" pitchFamily="18" charset="-34"/>
              </a:rPr>
              <a:t>Draw standard line</a:t>
            </a:r>
            <a:r>
              <a:rPr lang="en-US" altLang="ja-JP" sz="1800">
                <a:effectLst>
                  <a:outerShdw blurRad="38100" dist="38100" dir="2700000" algn="tl">
                    <a:srgbClr val="000000"/>
                  </a:outerShdw>
                </a:effectLst>
                <a:latin typeface="Times New Roman" panose="02020603050405020304" pitchFamily="18" charset="0"/>
                <a:ea typeface="イワタ中丸ゴシック体(GT)" charset="-128"/>
                <a:cs typeface="Angsana New" pitchFamily="18" charset="-34"/>
              </a:rPr>
              <a:t> </a:t>
            </a:r>
          </a:p>
        </p:txBody>
      </p:sp>
      <p:sp>
        <p:nvSpPr>
          <p:cNvPr id="549046" name="Line 182"/>
          <p:cNvSpPr>
            <a:spLocks noChangeShapeType="1"/>
          </p:cNvSpPr>
          <p:nvPr/>
        </p:nvSpPr>
        <p:spPr bwMode="auto">
          <a:xfrm>
            <a:off x="1143000" y="3213100"/>
            <a:ext cx="838200" cy="0"/>
          </a:xfrm>
          <a:prstGeom prst="line">
            <a:avLst/>
          </a:prstGeom>
          <a:noFill/>
          <a:ln w="3175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49047" name="Text Box 183"/>
          <p:cNvSpPr txBox="1">
            <a:spLocks noChangeArrowheads="1"/>
          </p:cNvSpPr>
          <p:nvPr/>
        </p:nvSpPr>
        <p:spPr bwMode="auto">
          <a:xfrm>
            <a:off x="2046288" y="2974975"/>
            <a:ext cx="458787" cy="1390650"/>
          </a:xfrm>
          <a:prstGeom prst="rect">
            <a:avLst/>
          </a:prstGeom>
          <a:noFill/>
          <a:ln w="9525">
            <a:noFill/>
            <a:miter lim="800000"/>
            <a:headEnd/>
            <a:tailEnd/>
          </a:ln>
          <a:effectLst/>
        </p:spPr>
        <p:txBody>
          <a:bodyPr vert="eaVert">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th-TH" altLang="ja-JP" sz="1800">
                <a:solidFill>
                  <a:schemeClr val="folHlink"/>
                </a:solidFill>
                <a:effectLst>
                  <a:outerShdw blurRad="38100" dist="38100" dir="2700000" algn="tl">
                    <a:srgbClr val="000000"/>
                  </a:outerShdw>
                </a:effectLst>
                <a:latin typeface="Times New Roman" panose="02020603050405020304" pitchFamily="18" charset="0"/>
                <a:cs typeface="Angsana New" pitchFamily="18" charset="-34"/>
              </a:rPr>
              <a:t>frequency</a:t>
            </a:r>
            <a:endParaRPr lang="en-US" altLang="ja-JP" sz="1800">
              <a:solidFill>
                <a:schemeClr val="folHlink"/>
              </a:solidFill>
              <a:effectLst>
                <a:outerShdw blurRad="38100" dist="38100" dir="2700000" algn="tl">
                  <a:srgbClr val="000000"/>
                </a:outerShdw>
              </a:effectLst>
              <a:latin typeface="Times New Roman" panose="02020603050405020304" pitchFamily="18" charset="0"/>
              <a:cs typeface="Angsana New" pitchFamily="18" charset="-34"/>
            </a:endParaRPr>
          </a:p>
        </p:txBody>
      </p:sp>
      <p:sp>
        <p:nvSpPr>
          <p:cNvPr id="549048" name="Rectangle 184"/>
          <p:cNvSpPr>
            <a:spLocks noChangeArrowheads="1"/>
          </p:cNvSpPr>
          <p:nvPr/>
        </p:nvSpPr>
        <p:spPr bwMode="auto">
          <a:xfrm>
            <a:off x="317500" y="3038475"/>
            <a:ext cx="1130300" cy="606425"/>
          </a:xfrm>
          <a:prstGeom prst="rect">
            <a:avLst/>
          </a:prstGeom>
          <a:solidFill>
            <a:srgbClr val="800080"/>
          </a:solidFill>
          <a:ln w="9525">
            <a:solidFill>
              <a:schemeClr val="tx1"/>
            </a:solidFill>
            <a:prstDash val="sysDot"/>
            <a:miter lim="800000"/>
            <a:headEnd/>
            <a:tailEnd/>
          </a:ln>
          <a:effectLst>
            <a:outerShdw blurRad="63500" dist="107763" dir="2700000" algn="ctr" rotWithShape="0">
              <a:schemeClr val="bg2">
                <a:alpha val="74998"/>
              </a:schemeClr>
            </a:outerShdw>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th-TH" altLang="ja-JP" sz="1600">
                <a:effectLst>
                  <a:outerShdw blurRad="38100" dist="38100" dir="2700000" algn="tl">
                    <a:srgbClr val="000000"/>
                  </a:outerShdw>
                </a:effectLst>
                <a:latin typeface="Times New Roman" panose="02020603050405020304" pitchFamily="18" charset="0"/>
                <a:cs typeface="Angsana New" pitchFamily="18" charset="-34"/>
              </a:rPr>
              <a:t>●Fill out </a:t>
            </a:r>
          </a:p>
          <a:p>
            <a:pPr eaLnBrk="1" hangingPunct="1"/>
            <a:r>
              <a:rPr lang="th-TH" altLang="ja-JP" sz="1600">
                <a:effectLst>
                  <a:outerShdw blurRad="38100" dist="38100" dir="2700000" algn="tl">
                    <a:srgbClr val="000000"/>
                  </a:outerShdw>
                </a:effectLst>
                <a:latin typeface="Times New Roman" panose="02020603050405020304" pitchFamily="18" charset="0"/>
                <a:cs typeface="Angsana New" pitchFamily="18" charset="-34"/>
              </a:rPr>
              <a:t> frequency</a:t>
            </a:r>
            <a:endParaRPr lang="en-US" altLang="ja-JP" sz="1600">
              <a:effectLst>
                <a:outerShdw blurRad="38100" dist="38100" dir="2700000" algn="tl">
                  <a:srgbClr val="000000"/>
                </a:outerShdw>
              </a:effectLst>
              <a:latin typeface="Times New Roman" panose="02020603050405020304" pitchFamily="18" charset="0"/>
              <a:cs typeface="Angsana New" pitchFamily="18" charset="-34"/>
            </a:endParaRPr>
          </a:p>
        </p:txBody>
      </p:sp>
      <p:sp>
        <p:nvSpPr>
          <p:cNvPr id="549049" name="Text Box 185"/>
          <p:cNvSpPr txBox="1">
            <a:spLocks noChangeArrowheads="1"/>
          </p:cNvSpPr>
          <p:nvPr/>
        </p:nvSpPr>
        <p:spPr bwMode="auto">
          <a:xfrm>
            <a:off x="3530600" y="1654175"/>
            <a:ext cx="1465263" cy="1141413"/>
          </a:xfrm>
          <a:prstGeom prst="rect">
            <a:avLst/>
          </a:prstGeom>
          <a:noFill/>
          <a:ln w="9525">
            <a:noFill/>
            <a:miter lim="800000"/>
            <a:headEnd/>
            <a:tailEnd/>
          </a:ln>
          <a:effectLst/>
        </p:spPr>
        <p:txBody>
          <a:bodyPr>
            <a:spAutoFit/>
          </a:bodyPr>
          <a:lstStyle/>
          <a:p>
            <a:pPr>
              <a:spcBef>
                <a:spcPct val="10000"/>
              </a:spcBef>
              <a:defRPr/>
            </a:pPr>
            <a:r>
              <a:rPr lang="en-US" altLang="ja-JP" sz="1600">
                <a:effectLst>
                  <a:outerShdw blurRad="38100" dist="38100" dir="2700000" algn="tl">
                    <a:srgbClr val="000000"/>
                  </a:outerShdw>
                </a:effectLst>
                <a:latin typeface="Times New Roman" pitchFamily="18" charset="0"/>
                <a:ea typeface="HG丸ｺﾞｼｯｸM-PRO" charset="-128"/>
              </a:rPr>
              <a:t>n =100</a:t>
            </a:r>
          </a:p>
          <a:p>
            <a:pPr>
              <a:spcBef>
                <a:spcPct val="10000"/>
              </a:spcBef>
              <a:defRPr/>
            </a:pPr>
            <a:r>
              <a:rPr lang="en-US" altLang="ja-JP" sz="1600">
                <a:effectLst>
                  <a:outerShdw blurRad="38100" dist="38100" dir="2700000" algn="tl">
                    <a:srgbClr val="000000"/>
                  </a:outerShdw>
                </a:effectLst>
                <a:latin typeface="Times New Roman" pitchFamily="18" charset="0"/>
                <a:ea typeface="HG丸ｺﾞｼｯｸM-PRO" charset="-128"/>
              </a:rPr>
              <a:t>X =48.160</a:t>
            </a:r>
          </a:p>
          <a:p>
            <a:pPr>
              <a:spcBef>
                <a:spcPct val="10000"/>
              </a:spcBef>
              <a:defRPr/>
            </a:pPr>
            <a:r>
              <a:rPr lang="en-US" altLang="ja-JP" sz="1600">
                <a:effectLst>
                  <a:outerShdw blurRad="38100" dist="38100" dir="2700000" algn="tl">
                    <a:srgbClr val="000000"/>
                  </a:outerShdw>
                </a:effectLst>
                <a:latin typeface="Times New Roman" pitchFamily="18" charset="0"/>
                <a:ea typeface="HG丸ｺﾞｼｯｸM-PRO" charset="-128"/>
              </a:rPr>
              <a:t>S =1.01</a:t>
            </a:r>
          </a:p>
          <a:p>
            <a:pPr>
              <a:spcBef>
                <a:spcPct val="10000"/>
              </a:spcBef>
              <a:defRPr/>
            </a:pPr>
            <a:r>
              <a:rPr lang="en-US" altLang="ja-JP" sz="1600">
                <a:effectLst>
                  <a:outerShdw blurRad="38100" dist="38100" dir="2700000" algn="tl">
                    <a:srgbClr val="000000"/>
                  </a:outerShdw>
                </a:effectLst>
                <a:latin typeface="Times New Roman" pitchFamily="18" charset="0"/>
                <a:ea typeface="HG丸ｺﾞｼｯｸM-PRO" charset="-128"/>
              </a:rPr>
              <a:t>*Cp=0.99</a:t>
            </a:r>
          </a:p>
        </p:txBody>
      </p:sp>
      <p:sp>
        <p:nvSpPr>
          <p:cNvPr id="549050" name="Line 186"/>
          <p:cNvSpPr>
            <a:spLocks noChangeShapeType="1"/>
          </p:cNvSpPr>
          <p:nvPr/>
        </p:nvSpPr>
        <p:spPr bwMode="auto">
          <a:xfrm>
            <a:off x="1600200" y="2225675"/>
            <a:ext cx="1981200" cy="0"/>
          </a:xfrm>
          <a:prstGeom prst="line">
            <a:avLst/>
          </a:prstGeom>
          <a:noFill/>
          <a:ln w="3175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49051" name="Rectangle 187"/>
          <p:cNvSpPr>
            <a:spLocks noChangeArrowheads="1"/>
          </p:cNvSpPr>
          <p:nvPr/>
        </p:nvSpPr>
        <p:spPr bwMode="auto">
          <a:xfrm>
            <a:off x="228600" y="2022475"/>
            <a:ext cx="1905000" cy="384175"/>
          </a:xfrm>
          <a:prstGeom prst="rect">
            <a:avLst/>
          </a:prstGeom>
          <a:solidFill>
            <a:srgbClr val="800080"/>
          </a:solidFill>
          <a:ln w="9525">
            <a:solidFill>
              <a:schemeClr val="tx1"/>
            </a:solidFill>
            <a:prstDash val="sysDot"/>
            <a:miter lim="800000"/>
            <a:headEnd/>
            <a:tailEnd/>
          </a:ln>
          <a:effectLst>
            <a:outerShdw blurRad="63500" dist="107763" dir="2700000" algn="ctr" rotWithShape="0">
              <a:schemeClr val="bg2">
                <a:alpha val="74998"/>
              </a:schemeClr>
            </a:outerShdw>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th-TH" altLang="ja-JP" sz="1600">
                <a:effectLst>
                  <a:outerShdw blurRad="38100" dist="38100" dir="2700000" algn="tl">
                    <a:srgbClr val="000000"/>
                  </a:outerShdw>
                </a:effectLst>
                <a:latin typeface="Times New Roman" panose="02020603050405020304" pitchFamily="18" charset="0"/>
                <a:cs typeface="Angsana New" pitchFamily="18" charset="-34"/>
              </a:rPr>
              <a:t>●</a:t>
            </a:r>
            <a:r>
              <a:rPr lang="en-US" altLang="ja-JP" sz="1600">
                <a:effectLst>
                  <a:outerShdw blurRad="38100" dist="38100" dir="2700000" algn="tl">
                    <a:srgbClr val="000000"/>
                  </a:outerShdw>
                </a:effectLst>
                <a:latin typeface="Times New Roman" panose="02020603050405020304" pitchFamily="18" charset="0"/>
                <a:cs typeface="Angsana New" pitchFamily="18" charset="-34"/>
              </a:rPr>
              <a:t>Fill in a necessary data</a:t>
            </a:r>
          </a:p>
        </p:txBody>
      </p:sp>
      <p:sp>
        <p:nvSpPr>
          <p:cNvPr id="549052" name="Line 188"/>
          <p:cNvSpPr>
            <a:spLocks noChangeShapeType="1"/>
          </p:cNvSpPr>
          <p:nvPr/>
        </p:nvSpPr>
        <p:spPr bwMode="auto">
          <a:xfrm>
            <a:off x="1676400" y="4473575"/>
            <a:ext cx="755650" cy="1397000"/>
          </a:xfrm>
          <a:prstGeom prst="line">
            <a:avLst/>
          </a:prstGeom>
          <a:noFill/>
          <a:ln w="3175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49053" name="Rectangle 189"/>
          <p:cNvSpPr>
            <a:spLocks noChangeArrowheads="1"/>
          </p:cNvSpPr>
          <p:nvPr/>
        </p:nvSpPr>
        <p:spPr bwMode="auto">
          <a:xfrm>
            <a:off x="304800" y="4244975"/>
            <a:ext cx="1447800" cy="623888"/>
          </a:xfrm>
          <a:prstGeom prst="rect">
            <a:avLst/>
          </a:prstGeom>
          <a:solidFill>
            <a:srgbClr val="800080"/>
          </a:solidFill>
          <a:ln w="9525">
            <a:solidFill>
              <a:schemeClr val="tx1"/>
            </a:solidFill>
            <a:prstDash val="sysDot"/>
            <a:miter lim="800000"/>
            <a:headEnd/>
            <a:tailEnd/>
          </a:ln>
          <a:effectLst>
            <a:outerShdw blurRad="63500" dist="107763" dir="2700000" algn="ctr" rotWithShape="0">
              <a:schemeClr val="bg2">
                <a:alpha val="74998"/>
              </a:schemeClr>
            </a:outerShdw>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en-US" altLang="ja-JP" sz="1600">
                <a:effectLst>
                  <a:outerShdw blurRad="38100" dist="38100" dir="2700000" algn="tl">
                    <a:srgbClr val="000000"/>
                  </a:outerShdw>
                </a:effectLst>
                <a:latin typeface="Times New Roman" panose="02020603050405020304" pitchFamily="18" charset="0"/>
              </a:rPr>
              <a:t>●</a:t>
            </a:r>
            <a:r>
              <a:rPr lang="th-TH" altLang="ja-JP" sz="1600">
                <a:effectLst>
                  <a:outerShdw blurRad="38100" dist="38100" dir="2700000" algn="tl">
                    <a:srgbClr val="000000"/>
                  </a:outerShdw>
                </a:effectLst>
                <a:latin typeface="Times New Roman" panose="02020603050405020304" pitchFamily="18" charset="0"/>
              </a:rPr>
              <a:t>Do not forget </a:t>
            </a:r>
            <a:endParaRPr lang="th-TH" altLang="ja-JP" sz="1600">
              <a:effectLst>
                <a:outerShdw blurRad="38100" dist="38100" dir="2700000" algn="tl">
                  <a:srgbClr val="000000"/>
                </a:outerShdw>
              </a:effectLst>
              <a:latin typeface="Times New Roman" panose="02020603050405020304" pitchFamily="18" charset="0"/>
              <a:cs typeface="Angsana New" pitchFamily="18" charset="-34"/>
            </a:endParaRPr>
          </a:p>
          <a:p>
            <a:pPr algn="ctr" eaLnBrk="1" hangingPunct="1"/>
            <a:r>
              <a:rPr lang="th-TH" altLang="ja-JP" sz="1600">
                <a:effectLst>
                  <a:outerShdw blurRad="38100" dist="38100" dir="2700000" algn="tl">
                    <a:srgbClr val="000000"/>
                  </a:outerShdw>
                </a:effectLst>
                <a:latin typeface="Times New Roman" panose="02020603050405020304" pitchFamily="18" charset="0"/>
              </a:rPr>
              <a:t>to fill out “0”</a:t>
            </a:r>
            <a:endParaRPr lang="en-US" altLang="ja-JP" sz="1600">
              <a:effectLst>
                <a:outerShdw blurRad="38100" dist="38100" dir="2700000" algn="tl">
                  <a:srgbClr val="000000"/>
                </a:outerShdw>
              </a:effectLst>
              <a:latin typeface="Times New Roman" panose="02020603050405020304" pitchFamily="18" charset="0"/>
            </a:endParaRPr>
          </a:p>
        </p:txBody>
      </p:sp>
      <p:sp>
        <p:nvSpPr>
          <p:cNvPr id="549054" name="Line 190"/>
          <p:cNvSpPr>
            <a:spLocks noChangeShapeType="1"/>
          </p:cNvSpPr>
          <p:nvPr/>
        </p:nvSpPr>
        <p:spPr bwMode="auto">
          <a:xfrm flipH="1">
            <a:off x="7467600" y="1882775"/>
            <a:ext cx="1219200" cy="152400"/>
          </a:xfrm>
          <a:prstGeom prst="line">
            <a:avLst/>
          </a:prstGeom>
          <a:noFill/>
          <a:ln w="3175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1281" name="Text Box 104"/>
          <p:cNvSpPr txBox="1">
            <a:spLocks noChangeArrowheads="1"/>
          </p:cNvSpPr>
          <p:nvPr/>
        </p:nvSpPr>
        <p:spPr bwMode="auto">
          <a:xfrm>
            <a:off x="8197850" y="1539875"/>
            <a:ext cx="1295400" cy="739775"/>
          </a:xfrm>
          <a:prstGeom prst="rect">
            <a:avLst/>
          </a:prstGeom>
          <a:solidFill>
            <a:srgbClr val="800080"/>
          </a:solidFill>
          <a:ln w="9525">
            <a:solidFill>
              <a:srgbClr val="FFFFFF"/>
            </a:solidFill>
            <a:miter lim="800000"/>
            <a:headEnd/>
            <a:tailEnd/>
          </a:ln>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400">
                <a:latin typeface="Times New Roman" panose="02020603050405020304" pitchFamily="18" charset="0"/>
              </a:rPr>
              <a:t>●</a:t>
            </a:r>
            <a:r>
              <a:rPr lang="th-TH" altLang="ja-JP" sz="1400">
                <a:latin typeface="Times New Roman" panose="02020603050405020304" pitchFamily="18" charset="0"/>
              </a:rPr>
              <a:t>Make a scale square shaped</a:t>
            </a:r>
            <a:endParaRPr lang="en-US" altLang="ja-JP" sz="1400">
              <a:latin typeface="Times New Roman" panose="02020603050405020304" pitchFamily="18" charset="0"/>
            </a:endParaRPr>
          </a:p>
        </p:txBody>
      </p:sp>
      <p:sp>
        <p:nvSpPr>
          <p:cNvPr id="549056" name="Line 192"/>
          <p:cNvSpPr>
            <a:spLocks noChangeShapeType="1"/>
          </p:cNvSpPr>
          <p:nvPr/>
        </p:nvSpPr>
        <p:spPr bwMode="auto">
          <a:xfrm>
            <a:off x="8610600" y="3330575"/>
            <a:ext cx="0" cy="304800"/>
          </a:xfrm>
          <a:prstGeom prst="line">
            <a:avLst/>
          </a:prstGeom>
          <a:noFill/>
          <a:ln w="3175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49055" name="Rectangle 191"/>
          <p:cNvSpPr>
            <a:spLocks noChangeArrowheads="1"/>
          </p:cNvSpPr>
          <p:nvPr/>
        </p:nvSpPr>
        <p:spPr bwMode="auto">
          <a:xfrm>
            <a:off x="7689850" y="3078163"/>
            <a:ext cx="2106613" cy="303212"/>
          </a:xfrm>
          <a:prstGeom prst="rect">
            <a:avLst/>
          </a:prstGeom>
          <a:solidFill>
            <a:srgbClr val="800080"/>
          </a:solidFill>
          <a:ln w="9525">
            <a:solidFill>
              <a:schemeClr val="tx1"/>
            </a:solidFill>
            <a:prstDash val="sysDot"/>
            <a:miter lim="800000"/>
            <a:headEnd/>
            <a:tailEnd/>
          </a:ln>
          <a:effectLst>
            <a:outerShdw blurRad="63500" dist="107763" dir="2700000" algn="ctr" rotWithShape="0">
              <a:schemeClr val="bg2">
                <a:alpha val="74998"/>
              </a:schemeClr>
            </a:outerShdw>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th-TH" altLang="ja-JP" sz="1400">
                <a:effectLst>
                  <a:outerShdw blurRad="38100" dist="38100" dir="2700000" algn="tl">
                    <a:srgbClr val="000000"/>
                  </a:outerShdw>
                </a:effectLst>
                <a:latin typeface="Times New Roman" panose="02020603050405020304" pitchFamily="18" charset="0"/>
                <a:cs typeface="Angsana New" pitchFamily="18" charset="-34"/>
              </a:rPr>
              <a:t>●Complete if necessary</a:t>
            </a:r>
            <a:endParaRPr lang="en-US" altLang="ja-JP" sz="1400">
              <a:effectLst>
                <a:outerShdw blurRad="38100" dist="38100" dir="2700000" algn="tl">
                  <a:srgbClr val="000000"/>
                </a:outerShdw>
              </a:effectLst>
              <a:latin typeface="Times New Roman" panose="02020603050405020304" pitchFamily="18" charset="0"/>
              <a:cs typeface="Angsana New" pitchFamily="18" charset="-34"/>
            </a:endParaRPr>
          </a:p>
        </p:txBody>
      </p:sp>
      <p:sp>
        <p:nvSpPr>
          <p:cNvPr id="549057" name="Line 193"/>
          <p:cNvSpPr>
            <a:spLocks noChangeShapeType="1"/>
          </p:cNvSpPr>
          <p:nvPr/>
        </p:nvSpPr>
        <p:spPr bwMode="auto">
          <a:xfrm flipH="1">
            <a:off x="6858000" y="5235575"/>
            <a:ext cx="865188" cy="381000"/>
          </a:xfrm>
          <a:prstGeom prst="line">
            <a:avLst/>
          </a:prstGeom>
          <a:noFill/>
          <a:ln w="3175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49058" name="Rectangle 194"/>
          <p:cNvSpPr>
            <a:spLocks noChangeArrowheads="1"/>
          </p:cNvSpPr>
          <p:nvPr/>
        </p:nvSpPr>
        <p:spPr bwMode="auto">
          <a:xfrm>
            <a:off x="7329488" y="4968875"/>
            <a:ext cx="2232025" cy="609600"/>
          </a:xfrm>
          <a:prstGeom prst="rect">
            <a:avLst/>
          </a:prstGeom>
          <a:solidFill>
            <a:srgbClr val="800080"/>
          </a:solidFill>
          <a:ln w="9525">
            <a:solidFill>
              <a:schemeClr val="tx1"/>
            </a:solidFill>
            <a:prstDash val="sysDot"/>
            <a:miter lim="800000"/>
            <a:headEnd/>
            <a:tailEnd/>
          </a:ln>
          <a:effectLst>
            <a:outerShdw blurRad="63500" dist="107763" dir="2700000" algn="ctr" rotWithShape="0">
              <a:schemeClr val="bg2">
                <a:alpha val="74998"/>
              </a:schemeClr>
            </a:outerShdw>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th-TH" altLang="ja-JP" sz="1400">
                <a:effectLst>
                  <a:outerShdw blurRad="38100" dist="38100" dir="2700000" algn="tl">
                    <a:srgbClr val="000000"/>
                  </a:outerShdw>
                </a:effectLst>
                <a:latin typeface="Times New Roman" panose="02020603050405020304" pitchFamily="18" charset="0"/>
                <a:cs typeface="Angsana New" pitchFamily="18" charset="-34"/>
              </a:rPr>
              <a:t>Hatching the column except </a:t>
            </a:r>
            <a:endParaRPr lang="en-US" altLang="ja-JP" sz="1400">
              <a:effectLst>
                <a:outerShdw blurRad="38100" dist="38100" dir="2700000" algn="tl">
                  <a:srgbClr val="000000"/>
                </a:outerShdw>
              </a:effectLst>
              <a:latin typeface="Times New Roman" panose="02020603050405020304" pitchFamily="18" charset="0"/>
              <a:cs typeface="Angsana New" pitchFamily="18" charset="-34"/>
            </a:endParaRPr>
          </a:p>
          <a:p>
            <a:pPr eaLnBrk="1" hangingPunct="1"/>
            <a:r>
              <a:rPr lang="th-TH" altLang="ja-JP" sz="1400">
                <a:effectLst>
                  <a:outerShdw blurRad="38100" dist="38100" dir="2700000" algn="tl">
                    <a:srgbClr val="000000"/>
                  </a:outerShdw>
                </a:effectLst>
                <a:latin typeface="Times New Roman" panose="02020603050405020304" pitchFamily="18" charset="0"/>
                <a:cs typeface="Angsana New" pitchFamily="18" charset="-34"/>
              </a:rPr>
              <a:t>a standard</a:t>
            </a:r>
            <a:endParaRPr lang="en-US" altLang="ja-JP" sz="1400">
              <a:effectLst>
                <a:outerShdw blurRad="38100" dist="38100" dir="2700000" algn="tl">
                  <a:srgbClr val="000000"/>
                </a:outerShdw>
              </a:effectLst>
              <a:latin typeface="Times New Roman" panose="02020603050405020304" pitchFamily="18" charset="0"/>
              <a:cs typeface="Angsana New" pitchFamily="18" charset="-34"/>
            </a:endParaRPr>
          </a:p>
        </p:txBody>
      </p:sp>
      <p:sp>
        <p:nvSpPr>
          <p:cNvPr id="549059" name="Line 195"/>
          <p:cNvSpPr>
            <a:spLocks noChangeShapeType="1"/>
          </p:cNvSpPr>
          <p:nvPr/>
        </p:nvSpPr>
        <p:spPr bwMode="auto">
          <a:xfrm flipH="1">
            <a:off x="7848600" y="5845175"/>
            <a:ext cx="1447800" cy="228600"/>
          </a:xfrm>
          <a:prstGeom prst="line">
            <a:avLst/>
          </a:prstGeom>
          <a:noFill/>
          <a:ln w="3175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49060" name="Rectangle 196"/>
          <p:cNvSpPr>
            <a:spLocks noChangeArrowheads="1"/>
          </p:cNvSpPr>
          <p:nvPr/>
        </p:nvSpPr>
        <p:spPr bwMode="auto">
          <a:xfrm>
            <a:off x="8199438" y="5675313"/>
            <a:ext cx="1403350" cy="398462"/>
          </a:xfrm>
          <a:prstGeom prst="rect">
            <a:avLst/>
          </a:prstGeom>
          <a:solidFill>
            <a:srgbClr val="800080"/>
          </a:solidFill>
          <a:ln w="9525">
            <a:solidFill>
              <a:schemeClr val="tx1"/>
            </a:solidFill>
            <a:prstDash val="sysDot"/>
            <a:miter lim="800000"/>
            <a:headEnd/>
            <a:tailEnd/>
          </a:ln>
          <a:effectLst>
            <a:outerShdw blurRad="63500" dist="107763" dir="2700000" algn="ctr" rotWithShape="0">
              <a:schemeClr val="bg2">
                <a:alpha val="74998"/>
              </a:schemeClr>
            </a:outerShdw>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th-TH" altLang="ja-JP" sz="1600">
                <a:effectLst>
                  <a:outerShdw blurRad="38100" dist="38100" dir="2700000" algn="tl">
                    <a:srgbClr val="000000"/>
                  </a:outerShdw>
                </a:effectLst>
                <a:latin typeface="Times New Roman" panose="02020603050405020304" pitchFamily="18" charset="0"/>
                <a:cs typeface="Angsana New" pitchFamily="18" charset="-34"/>
              </a:rPr>
              <a:t>●</a:t>
            </a:r>
            <a:r>
              <a:rPr lang="en-US" altLang="ja-JP" sz="1600">
                <a:effectLst>
                  <a:outerShdw blurRad="38100" dist="38100" dir="2700000" algn="tl">
                    <a:srgbClr val="000000"/>
                  </a:outerShdw>
                </a:effectLst>
                <a:latin typeface="Times New Roman" panose="02020603050405020304" pitchFamily="18" charset="0"/>
                <a:cs typeface="Angsana New" pitchFamily="18" charset="-34"/>
              </a:rPr>
              <a:t>Enter unit</a:t>
            </a:r>
          </a:p>
        </p:txBody>
      </p:sp>
      <p:sp>
        <p:nvSpPr>
          <p:cNvPr id="549061" name="Line 197"/>
          <p:cNvSpPr>
            <a:spLocks noChangeShapeType="1"/>
          </p:cNvSpPr>
          <p:nvPr/>
        </p:nvSpPr>
        <p:spPr bwMode="auto">
          <a:xfrm flipH="1">
            <a:off x="5410200" y="1066800"/>
            <a:ext cx="1447800" cy="1371600"/>
          </a:xfrm>
          <a:prstGeom prst="line">
            <a:avLst/>
          </a:prstGeom>
          <a:noFill/>
          <a:ln w="3175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49062" name="Rectangle 198"/>
          <p:cNvSpPr>
            <a:spLocks noChangeArrowheads="1"/>
          </p:cNvSpPr>
          <p:nvPr/>
        </p:nvSpPr>
        <p:spPr bwMode="auto">
          <a:xfrm>
            <a:off x="6781800" y="838200"/>
            <a:ext cx="2274888" cy="307975"/>
          </a:xfrm>
          <a:prstGeom prst="rect">
            <a:avLst/>
          </a:prstGeom>
          <a:solidFill>
            <a:srgbClr val="800080"/>
          </a:solidFill>
          <a:ln w="9525">
            <a:solidFill>
              <a:schemeClr val="tx1"/>
            </a:solidFill>
            <a:prstDash val="sysDot"/>
            <a:miter lim="800000"/>
            <a:headEnd/>
            <a:tailEnd/>
          </a:ln>
          <a:effectLst>
            <a:outerShdw blurRad="63500" dist="107763" dir="2700000" algn="ctr" rotWithShape="0">
              <a:schemeClr val="bg2">
                <a:alpha val="74998"/>
              </a:schemeClr>
            </a:outerShdw>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th-TH" altLang="ja-JP" sz="1600">
                <a:effectLst>
                  <a:outerShdw blurRad="38100" dist="38100" dir="2700000" algn="tl">
                    <a:srgbClr val="000000"/>
                  </a:outerShdw>
                </a:effectLst>
                <a:latin typeface="Times New Roman" panose="02020603050405020304" pitchFamily="18" charset="0"/>
                <a:cs typeface="Angsana New" pitchFamily="18" charset="-34"/>
              </a:rPr>
              <a:t>●Draw an average line</a:t>
            </a:r>
            <a:endParaRPr lang="en-US" altLang="ja-JP" sz="1600">
              <a:effectLst>
                <a:outerShdw blurRad="38100" dist="38100" dir="2700000" algn="tl">
                  <a:srgbClr val="000000"/>
                </a:outerShdw>
              </a:effectLst>
              <a:latin typeface="Times New Roman" panose="02020603050405020304" pitchFamily="18" charset="0"/>
              <a:cs typeface="Angsana New" pitchFamily="18" charset="-34"/>
            </a:endParaRPr>
          </a:p>
        </p:txBody>
      </p:sp>
      <p:sp>
        <p:nvSpPr>
          <p:cNvPr id="549066" name="Line 202"/>
          <p:cNvSpPr>
            <a:spLocks noChangeShapeType="1"/>
          </p:cNvSpPr>
          <p:nvPr/>
        </p:nvSpPr>
        <p:spPr bwMode="auto">
          <a:xfrm flipH="1">
            <a:off x="6858000" y="6553200"/>
            <a:ext cx="1295400" cy="76200"/>
          </a:xfrm>
          <a:prstGeom prst="line">
            <a:avLst/>
          </a:prstGeom>
          <a:noFill/>
          <a:ln w="3175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48971" name="Text Box 107"/>
          <p:cNvSpPr txBox="1">
            <a:spLocks noChangeArrowheads="1"/>
          </p:cNvSpPr>
          <p:nvPr/>
        </p:nvSpPr>
        <p:spPr bwMode="auto">
          <a:xfrm>
            <a:off x="7785100" y="6440488"/>
            <a:ext cx="2097088" cy="314325"/>
          </a:xfrm>
          <a:prstGeom prst="rect">
            <a:avLst/>
          </a:prstGeom>
          <a:solidFill>
            <a:srgbClr val="800080"/>
          </a:solidFill>
          <a:ln w="9525">
            <a:solidFill>
              <a:schemeClr val="tx1"/>
            </a:solidFill>
            <a:miter lim="800000"/>
            <a:headEnd/>
            <a:tailEnd/>
          </a:ln>
          <a:effectLst/>
        </p:spPr>
        <p:txBody>
          <a:bodyPr wrap="none">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th-TH" altLang="ja-JP" sz="1400">
                <a:effectLst>
                  <a:outerShdw blurRad="38100" dist="38100" dir="2700000" algn="tl">
                    <a:srgbClr val="000000"/>
                  </a:outerShdw>
                </a:effectLst>
                <a:latin typeface="Times New Roman" panose="02020603050405020304" pitchFamily="18" charset="0"/>
                <a:ea typeface="イワタ中丸ゴシック体(GT)" charset="-128"/>
                <a:cs typeface="Angsana New" pitchFamily="18" charset="-34"/>
              </a:rPr>
              <a:t>Fill out the title as below</a:t>
            </a:r>
            <a:r>
              <a:rPr lang="en-US" altLang="ja-JP" sz="1400">
                <a:effectLst>
                  <a:outerShdw blurRad="38100" dist="38100" dir="2700000" algn="tl">
                    <a:srgbClr val="000000"/>
                  </a:outerShdw>
                </a:effectLst>
                <a:latin typeface="Times New Roman" panose="02020603050405020304" pitchFamily="18" charset="0"/>
                <a:ea typeface="イワタ中丸ゴシック体(GT)" charset="-128"/>
                <a:cs typeface="Angsana New" pitchFamily="18" charset="-34"/>
              </a:rPr>
              <a:t> </a:t>
            </a:r>
          </a:p>
        </p:txBody>
      </p:sp>
      <p:sp>
        <p:nvSpPr>
          <p:cNvPr id="549068" name="AutoShape 204"/>
          <p:cNvSpPr>
            <a:spLocks/>
          </p:cNvSpPr>
          <p:nvPr/>
        </p:nvSpPr>
        <p:spPr bwMode="auto">
          <a:xfrm rot="-15501">
            <a:off x="7467600" y="1295400"/>
            <a:ext cx="152400" cy="2241550"/>
          </a:xfrm>
          <a:prstGeom prst="rightBrace">
            <a:avLst>
              <a:gd name="adj1" fmla="val 122569"/>
              <a:gd name="adj2" fmla="val 31551"/>
            </a:avLst>
          </a:prstGeom>
          <a:noFill/>
          <a:ln w="9525">
            <a:solidFill>
              <a:schemeClr val="tx1"/>
            </a:solidFill>
            <a:round/>
            <a:headEnd/>
            <a:tailEnd/>
          </a:ln>
          <a:effectLst/>
        </p:spPr>
        <p:txBody>
          <a:bodyPr wrap="none" lIns="1062000" rIns="1242000" anchor="ctr"/>
          <a:lstStyle/>
          <a:p>
            <a:pPr>
              <a:defRPr/>
            </a:pPr>
            <a:endParaRPr lang="en-US">
              <a:effectLst>
                <a:outerShdw blurRad="38100" dist="38100" dir="2700000" algn="tl">
                  <a:srgbClr val="000000"/>
                </a:outerShdw>
              </a:effectLst>
            </a:endParaRPr>
          </a:p>
        </p:txBody>
      </p:sp>
      <p:sp>
        <p:nvSpPr>
          <p:cNvPr id="549070" name="Rectangle 206"/>
          <p:cNvSpPr>
            <a:spLocks noChangeArrowheads="1"/>
          </p:cNvSpPr>
          <p:nvPr/>
        </p:nvSpPr>
        <p:spPr bwMode="auto">
          <a:xfrm>
            <a:off x="762000" y="4783138"/>
            <a:ext cx="1052513" cy="647700"/>
          </a:xfrm>
          <a:prstGeom prst="rect">
            <a:avLst/>
          </a:prstGeom>
          <a:noFill/>
          <a:ln w="9525">
            <a:noFill/>
            <a:miter lim="800000"/>
            <a:headEnd/>
            <a:tailEnd/>
          </a:ln>
        </p:spPr>
        <p:txBody>
          <a:bodyPr/>
          <a:lstStyle/>
          <a:p>
            <a:pPr>
              <a:defRPr/>
            </a:pPr>
            <a:endParaRPr lang="en-US">
              <a:effectLst>
                <a:outerShdw blurRad="38100" dist="38100" dir="2700000" algn="tl">
                  <a:srgbClr val="000000"/>
                </a:outerShdw>
              </a:effectLst>
            </a:endParaRPr>
          </a:p>
        </p:txBody>
      </p:sp>
      <p:sp>
        <p:nvSpPr>
          <p:cNvPr id="51294" name="Text Box 94"/>
          <p:cNvSpPr txBox="1">
            <a:spLocks noChangeArrowheads="1"/>
          </p:cNvSpPr>
          <p:nvPr/>
        </p:nvSpPr>
        <p:spPr bwMode="auto">
          <a:xfrm>
            <a:off x="393700" y="6130925"/>
            <a:ext cx="1435100" cy="590550"/>
          </a:xfrm>
          <a:prstGeom prst="rect">
            <a:avLst/>
          </a:prstGeom>
          <a:solidFill>
            <a:srgbClr val="800080"/>
          </a:solidFill>
          <a:ln w="9525">
            <a:solidFill>
              <a:srgbClr val="FFFFFF"/>
            </a:solidFill>
            <a:miter lim="800000"/>
            <a:headEnd/>
            <a:tailEnd/>
          </a:ln>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th-TH" altLang="ja-JP" sz="1600">
                <a:latin typeface="Times New Roman" panose="02020603050405020304" pitchFamily="18" charset="0"/>
                <a:cs typeface="Angsana New" pitchFamily="18" charset="-34"/>
              </a:rPr>
              <a:t>●Fill out the characteristic</a:t>
            </a:r>
            <a:endParaRPr lang="en-US" altLang="ja-JP" sz="1600">
              <a:latin typeface="Times New Roman" panose="02020603050405020304" pitchFamily="18" charset="0"/>
              <a:cs typeface="Angsana New" pitchFamily="18" charset="-34"/>
            </a:endParaRPr>
          </a:p>
        </p:txBody>
      </p:sp>
      <p:sp>
        <p:nvSpPr>
          <p:cNvPr id="549094" name="AutoShape 230"/>
          <p:cNvSpPr>
            <a:spLocks noChangeArrowheads="1"/>
          </p:cNvSpPr>
          <p:nvPr/>
        </p:nvSpPr>
        <p:spPr bwMode="auto">
          <a:xfrm>
            <a:off x="1423988" y="152400"/>
            <a:ext cx="6477000" cy="533400"/>
          </a:xfrm>
          <a:prstGeom prst="roundRect">
            <a:avLst>
              <a:gd name="adj" fmla="val 16667"/>
            </a:avLst>
          </a:prstGeom>
          <a:solidFill>
            <a:srgbClr val="008000"/>
          </a:solidFill>
          <a:ln w="9525">
            <a:solidFill>
              <a:schemeClr val="tx1"/>
            </a:solidFill>
            <a:round/>
            <a:headEnd/>
            <a:tailEnd/>
          </a:ln>
          <a:effectLst>
            <a:outerShdw blurRad="63500" dist="107763" dir="2700000" algn="ctr" rotWithShape="0">
              <a:schemeClr val="bg2">
                <a:alpha val="74998"/>
              </a:schemeClr>
            </a:outerShdw>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en-US" altLang="ja-JP">
                <a:effectLst>
                  <a:outerShdw blurRad="38100" dist="38100" dir="2700000" algn="tl">
                    <a:srgbClr val="000000"/>
                  </a:outerShdw>
                </a:effectLst>
                <a:latin typeface="Times New Roman" panose="02020603050405020304" pitchFamily="18" charset="0"/>
                <a:ea typeface="イワタ中丸ゴシック体(GT)" charset="-128"/>
              </a:rPr>
              <a:t>Creating method of 7 QC tools -7 </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63" name="AutoShape 3"/>
          <p:cNvSpPr>
            <a:spLocks noChangeArrowheads="1"/>
          </p:cNvSpPr>
          <p:nvPr/>
        </p:nvSpPr>
        <p:spPr bwMode="auto">
          <a:xfrm>
            <a:off x="228600" y="1371600"/>
            <a:ext cx="9525000" cy="5410200"/>
          </a:xfrm>
          <a:prstGeom prst="roundRect">
            <a:avLst>
              <a:gd name="adj" fmla="val 3426"/>
            </a:avLst>
          </a:prstGeom>
          <a:solidFill>
            <a:srgbClr val="000080">
              <a:alpha val="50000"/>
            </a:srgbClr>
          </a:solidFill>
          <a:ln w="9525">
            <a:solidFill>
              <a:schemeClr val="tx1"/>
            </a:solidFill>
            <a:round/>
            <a:headEnd/>
            <a:tailEnd/>
          </a:ln>
          <a:effectLst/>
        </p:spPr>
        <p:txBody>
          <a:bodyPr wrap="none" lIns="1062000" rIns="1242000" anchor="ctr"/>
          <a:lstStyle/>
          <a:p>
            <a:pPr>
              <a:defRPr/>
            </a:pPr>
            <a:endParaRPr lang="en-US">
              <a:effectLst>
                <a:outerShdw blurRad="38100" dist="38100" dir="2700000" algn="tl">
                  <a:srgbClr val="000000"/>
                </a:outerShdw>
              </a:effectLst>
            </a:endParaRPr>
          </a:p>
        </p:txBody>
      </p:sp>
      <p:sp>
        <p:nvSpPr>
          <p:cNvPr id="552964" name="Text Box 4"/>
          <p:cNvSpPr txBox="1">
            <a:spLocks noChangeArrowheads="1"/>
          </p:cNvSpPr>
          <p:nvPr/>
        </p:nvSpPr>
        <p:spPr bwMode="auto">
          <a:xfrm>
            <a:off x="5961063" y="3716338"/>
            <a:ext cx="2808287" cy="730250"/>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400">
                <a:effectLst>
                  <a:outerShdw blurRad="38100" dist="38100" dir="2700000" algn="tl">
                    <a:srgbClr val="000000"/>
                  </a:outerShdw>
                </a:effectLst>
                <a:latin typeface="Times New Roman" panose="02020603050405020304" pitchFamily="18" charset="0"/>
                <a:ea typeface="イワタ中丸ゴシック体(GT)" charset="-128"/>
              </a:rPr>
              <a:t>Period : Apr, 1</a:t>
            </a:r>
            <a:r>
              <a:rPr lang="en-US" altLang="ja-JP" sz="1400">
                <a:effectLst>
                  <a:outerShdw blurRad="38100" dist="38100" dir="2700000" algn="tl">
                    <a:srgbClr val="000000"/>
                  </a:outerShdw>
                </a:effectLst>
                <a:latin typeface="Times New Roman" panose="02020603050405020304" pitchFamily="18" charset="0"/>
                <a:ea typeface="イワタ中丸ゴシック体(GT)" charset="-128"/>
                <a:sym typeface="Symbol" panose="05050102010706020507" pitchFamily="18" charset="2"/>
              </a:rPr>
              <a:t></a:t>
            </a:r>
            <a:r>
              <a:rPr lang="en-US" altLang="ja-JP" sz="1400">
                <a:effectLst>
                  <a:outerShdw blurRad="38100" dist="38100" dir="2700000" algn="tl">
                    <a:srgbClr val="000000"/>
                  </a:outerShdw>
                </a:effectLst>
                <a:latin typeface="Times New Roman" panose="02020603050405020304" pitchFamily="18" charset="0"/>
                <a:ea typeface="イワタ中丸ゴシック体(GT)" charset="-128"/>
              </a:rPr>
              <a:t>30</a:t>
            </a:r>
          </a:p>
          <a:p>
            <a:pPr eaLnBrk="1" hangingPunct="1"/>
            <a:r>
              <a:rPr lang="en-US" altLang="ja-JP" sz="1400">
                <a:effectLst>
                  <a:outerShdw blurRad="38100" dist="38100" dir="2700000" algn="tl">
                    <a:srgbClr val="000000"/>
                  </a:outerShdw>
                </a:effectLst>
                <a:latin typeface="Times New Roman" panose="02020603050405020304" pitchFamily="18" charset="0"/>
                <a:ea typeface="イワタ中丸ゴシック体(GT)" charset="-128"/>
              </a:rPr>
              <a:t>Creation date :..year May, 2</a:t>
            </a:r>
          </a:p>
          <a:p>
            <a:pPr eaLnBrk="1" hangingPunct="1"/>
            <a:r>
              <a:rPr lang="en-US" altLang="ja-JP" sz="1400">
                <a:effectLst>
                  <a:outerShdw blurRad="38100" dist="38100" dir="2700000" algn="tl">
                    <a:srgbClr val="000000"/>
                  </a:outerShdw>
                </a:effectLst>
                <a:latin typeface="Times New Roman" panose="02020603050405020304" pitchFamily="18" charset="0"/>
                <a:ea typeface="イワタ中丸ゴシック体(GT)" charset="-128"/>
              </a:rPr>
              <a:t>Creator : shikawa</a:t>
            </a:r>
          </a:p>
        </p:txBody>
      </p:sp>
      <p:sp>
        <p:nvSpPr>
          <p:cNvPr id="552965" name="Line 5"/>
          <p:cNvSpPr>
            <a:spLocks noChangeShapeType="1"/>
          </p:cNvSpPr>
          <p:nvPr/>
        </p:nvSpPr>
        <p:spPr bwMode="auto">
          <a:xfrm flipH="1">
            <a:off x="7162800" y="6477000"/>
            <a:ext cx="1219200" cy="0"/>
          </a:xfrm>
          <a:prstGeom prst="line">
            <a:avLst/>
          </a:prstGeom>
          <a:noFill/>
          <a:ln w="3175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52966" name="Line 6"/>
          <p:cNvSpPr>
            <a:spLocks noChangeShapeType="1"/>
          </p:cNvSpPr>
          <p:nvPr/>
        </p:nvSpPr>
        <p:spPr bwMode="auto">
          <a:xfrm>
            <a:off x="1295400" y="2819400"/>
            <a:ext cx="762000" cy="304800"/>
          </a:xfrm>
          <a:prstGeom prst="line">
            <a:avLst/>
          </a:prstGeom>
          <a:noFill/>
          <a:ln w="3175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52967" name="Rectangle 7" descr="右上がり対角線 (反転)"/>
          <p:cNvSpPr>
            <a:spLocks noChangeArrowheads="1"/>
          </p:cNvSpPr>
          <p:nvPr/>
        </p:nvSpPr>
        <p:spPr bwMode="auto">
          <a:xfrm>
            <a:off x="6118225" y="5445125"/>
            <a:ext cx="363538" cy="169863"/>
          </a:xfrm>
          <a:prstGeom prst="rect">
            <a:avLst/>
          </a:prstGeom>
          <a:pattFill prst="dkUpDiag">
            <a:fgClr>
              <a:srgbClr val="FF99CC"/>
            </a:fgClr>
            <a:bgClr>
              <a:schemeClr val="bg1"/>
            </a:bgClr>
          </a:pattFill>
          <a:ln w="9525">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52968" name="Rectangle 8" descr="右上がり対角線 (反転)"/>
          <p:cNvSpPr>
            <a:spLocks noChangeArrowheads="1"/>
          </p:cNvSpPr>
          <p:nvPr/>
        </p:nvSpPr>
        <p:spPr bwMode="auto">
          <a:xfrm>
            <a:off x="5846763" y="5275263"/>
            <a:ext cx="271462" cy="339725"/>
          </a:xfrm>
          <a:prstGeom prst="rect">
            <a:avLst/>
          </a:prstGeom>
          <a:pattFill prst="dkUpDiag">
            <a:fgClr>
              <a:srgbClr val="FF99CC"/>
            </a:fgClr>
            <a:bgClr>
              <a:schemeClr val="bg1"/>
            </a:bgClr>
          </a:pattFill>
          <a:ln w="9525">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52969" name="Rectangle 9" descr="右上がり対角線 (反転)"/>
          <p:cNvSpPr>
            <a:spLocks noChangeArrowheads="1"/>
          </p:cNvSpPr>
          <p:nvPr/>
        </p:nvSpPr>
        <p:spPr bwMode="auto">
          <a:xfrm>
            <a:off x="3932238" y="4545013"/>
            <a:ext cx="88900" cy="1069975"/>
          </a:xfrm>
          <a:prstGeom prst="rect">
            <a:avLst/>
          </a:prstGeom>
          <a:pattFill prst="dkUpDiag">
            <a:fgClr>
              <a:srgbClr val="FF99CC"/>
            </a:fgClr>
            <a:bgClr>
              <a:schemeClr val="bg1"/>
            </a:bgClr>
          </a:pattFill>
          <a:ln w="9525">
            <a:pattFill prst="dkUpDiag">
              <a:fgClr>
                <a:schemeClr val="tx1"/>
              </a:fgClr>
              <a:bgClr>
                <a:srgbClr val="FFFFFF"/>
              </a:bgClr>
            </a:patt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52970" name="Rectangle 10" descr="右上がり対角線 (反転)"/>
          <p:cNvSpPr>
            <a:spLocks noChangeArrowheads="1"/>
          </p:cNvSpPr>
          <p:nvPr/>
        </p:nvSpPr>
        <p:spPr bwMode="auto">
          <a:xfrm>
            <a:off x="3576638" y="4713288"/>
            <a:ext cx="355600" cy="895350"/>
          </a:xfrm>
          <a:prstGeom prst="rect">
            <a:avLst/>
          </a:prstGeom>
          <a:pattFill prst="dkUpDiag">
            <a:fgClr>
              <a:srgbClr val="FF99CC"/>
            </a:fgClr>
            <a:bgClr>
              <a:schemeClr val="bg1"/>
            </a:bgClr>
          </a:pattFill>
          <a:ln w="9525">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52971" name="Rectangle 11" descr="右上がり対角線 (反転)"/>
          <p:cNvSpPr>
            <a:spLocks noChangeArrowheads="1"/>
          </p:cNvSpPr>
          <p:nvPr/>
        </p:nvSpPr>
        <p:spPr bwMode="auto">
          <a:xfrm>
            <a:off x="3213100" y="5313363"/>
            <a:ext cx="363538" cy="284162"/>
          </a:xfrm>
          <a:prstGeom prst="rect">
            <a:avLst/>
          </a:prstGeom>
          <a:pattFill prst="dkUpDiag">
            <a:fgClr>
              <a:srgbClr val="FF99CC"/>
            </a:fgClr>
            <a:bgClr>
              <a:schemeClr val="bg1"/>
            </a:bgClr>
          </a:pattFill>
          <a:ln w="9525">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52972" name="Rectangle 12"/>
          <p:cNvSpPr>
            <a:spLocks noChangeArrowheads="1"/>
          </p:cNvSpPr>
          <p:nvPr/>
        </p:nvSpPr>
        <p:spPr bwMode="auto">
          <a:xfrm>
            <a:off x="3213100" y="5307013"/>
            <a:ext cx="363538" cy="295275"/>
          </a:xfrm>
          <a:prstGeom prst="rect">
            <a:avLst/>
          </a:prstGeom>
          <a:noFill/>
          <a:ln w="28575">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52973" name="Rectangle 13"/>
          <p:cNvSpPr>
            <a:spLocks noChangeArrowheads="1"/>
          </p:cNvSpPr>
          <p:nvPr/>
        </p:nvSpPr>
        <p:spPr bwMode="auto">
          <a:xfrm>
            <a:off x="3576638" y="4708525"/>
            <a:ext cx="363537" cy="898525"/>
          </a:xfrm>
          <a:prstGeom prst="rect">
            <a:avLst/>
          </a:prstGeom>
          <a:noFill/>
          <a:ln w="28575">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52974" name="Rectangle 14"/>
          <p:cNvSpPr>
            <a:spLocks noChangeArrowheads="1"/>
          </p:cNvSpPr>
          <p:nvPr/>
        </p:nvSpPr>
        <p:spPr bwMode="auto">
          <a:xfrm>
            <a:off x="3940175" y="4549775"/>
            <a:ext cx="361950" cy="1057275"/>
          </a:xfrm>
          <a:prstGeom prst="rect">
            <a:avLst/>
          </a:prstGeom>
          <a:noFill/>
          <a:ln w="28575">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52975" name="Rectangle 15"/>
          <p:cNvSpPr>
            <a:spLocks noChangeArrowheads="1"/>
          </p:cNvSpPr>
          <p:nvPr/>
        </p:nvSpPr>
        <p:spPr bwMode="auto">
          <a:xfrm>
            <a:off x="4302125" y="3170238"/>
            <a:ext cx="363538" cy="2436812"/>
          </a:xfrm>
          <a:prstGeom prst="rect">
            <a:avLst/>
          </a:prstGeom>
          <a:noFill/>
          <a:ln w="28575">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52976" name="Rectangle 16"/>
          <p:cNvSpPr>
            <a:spLocks noChangeArrowheads="1"/>
          </p:cNvSpPr>
          <p:nvPr/>
        </p:nvSpPr>
        <p:spPr bwMode="auto">
          <a:xfrm>
            <a:off x="4665663" y="2705100"/>
            <a:ext cx="363537" cy="2901950"/>
          </a:xfrm>
          <a:prstGeom prst="rect">
            <a:avLst/>
          </a:prstGeom>
          <a:noFill/>
          <a:ln w="28575">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52977" name="Rectangle 17"/>
          <p:cNvSpPr>
            <a:spLocks noChangeArrowheads="1"/>
          </p:cNvSpPr>
          <p:nvPr/>
        </p:nvSpPr>
        <p:spPr bwMode="auto">
          <a:xfrm>
            <a:off x="5029200" y="4097338"/>
            <a:ext cx="363538" cy="1509712"/>
          </a:xfrm>
          <a:prstGeom prst="rect">
            <a:avLst/>
          </a:prstGeom>
          <a:noFill/>
          <a:ln w="28575">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52978" name="Rectangle 18"/>
          <p:cNvSpPr>
            <a:spLocks noChangeArrowheads="1"/>
          </p:cNvSpPr>
          <p:nvPr/>
        </p:nvSpPr>
        <p:spPr bwMode="auto">
          <a:xfrm>
            <a:off x="5392738" y="5189538"/>
            <a:ext cx="361950" cy="417512"/>
          </a:xfrm>
          <a:prstGeom prst="rect">
            <a:avLst/>
          </a:prstGeom>
          <a:noFill/>
          <a:ln w="28575">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52979" name="Rectangle 19"/>
          <p:cNvSpPr>
            <a:spLocks noChangeArrowheads="1"/>
          </p:cNvSpPr>
          <p:nvPr/>
        </p:nvSpPr>
        <p:spPr bwMode="auto">
          <a:xfrm>
            <a:off x="5754688" y="5275263"/>
            <a:ext cx="363537" cy="331787"/>
          </a:xfrm>
          <a:prstGeom prst="rect">
            <a:avLst/>
          </a:prstGeom>
          <a:noFill/>
          <a:ln w="28575">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52980" name="Rectangle 20"/>
          <p:cNvSpPr>
            <a:spLocks noChangeArrowheads="1"/>
          </p:cNvSpPr>
          <p:nvPr/>
        </p:nvSpPr>
        <p:spPr bwMode="auto">
          <a:xfrm>
            <a:off x="6118225" y="5445125"/>
            <a:ext cx="363538" cy="161925"/>
          </a:xfrm>
          <a:prstGeom prst="rect">
            <a:avLst/>
          </a:prstGeom>
          <a:noFill/>
          <a:ln w="28575">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52981" name="Line 21"/>
          <p:cNvSpPr>
            <a:spLocks noChangeShapeType="1"/>
          </p:cNvSpPr>
          <p:nvPr/>
        </p:nvSpPr>
        <p:spPr bwMode="auto">
          <a:xfrm flipH="1">
            <a:off x="2771775" y="2355850"/>
            <a:ext cx="3175" cy="3268663"/>
          </a:xfrm>
          <a:prstGeom prst="line">
            <a:avLst/>
          </a:prstGeom>
          <a:noFill/>
          <a:ln w="444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52982" name="Line 22"/>
          <p:cNvSpPr>
            <a:spLocks noChangeShapeType="1"/>
          </p:cNvSpPr>
          <p:nvPr/>
        </p:nvSpPr>
        <p:spPr bwMode="auto">
          <a:xfrm>
            <a:off x="2771775" y="5610225"/>
            <a:ext cx="4176713" cy="0"/>
          </a:xfrm>
          <a:prstGeom prst="line">
            <a:avLst/>
          </a:prstGeom>
          <a:noFill/>
          <a:ln w="444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52983" name="Line 23"/>
          <p:cNvSpPr>
            <a:spLocks noChangeShapeType="1"/>
          </p:cNvSpPr>
          <p:nvPr/>
        </p:nvSpPr>
        <p:spPr bwMode="auto">
          <a:xfrm>
            <a:off x="2771775" y="2590800"/>
            <a:ext cx="98425" cy="0"/>
          </a:xfrm>
          <a:prstGeom prst="line">
            <a:avLst/>
          </a:prstGeom>
          <a:noFill/>
          <a:ln w="254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52984" name="Line 24"/>
          <p:cNvSpPr>
            <a:spLocks noChangeShapeType="1"/>
          </p:cNvSpPr>
          <p:nvPr/>
        </p:nvSpPr>
        <p:spPr bwMode="auto">
          <a:xfrm>
            <a:off x="2768600" y="3087688"/>
            <a:ext cx="101600" cy="0"/>
          </a:xfrm>
          <a:prstGeom prst="line">
            <a:avLst/>
          </a:prstGeom>
          <a:noFill/>
          <a:ln w="254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52985" name="Line 25"/>
          <p:cNvSpPr>
            <a:spLocks noChangeShapeType="1"/>
          </p:cNvSpPr>
          <p:nvPr/>
        </p:nvSpPr>
        <p:spPr bwMode="auto">
          <a:xfrm>
            <a:off x="2768600" y="3592513"/>
            <a:ext cx="96838" cy="0"/>
          </a:xfrm>
          <a:prstGeom prst="line">
            <a:avLst/>
          </a:prstGeom>
          <a:noFill/>
          <a:ln w="254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52986" name="Line 26"/>
          <p:cNvSpPr>
            <a:spLocks noChangeShapeType="1"/>
          </p:cNvSpPr>
          <p:nvPr/>
        </p:nvSpPr>
        <p:spPr bwMode="auto">
          <a:xfrm>
            <a:off x="2768600" y="4097338"/>
            <a:ext cx="96838" cy="0"/>
          </a:xfrm>
          <a:prstGeom prst="line">
            <a:avLst/>
          </a:prstGeom>
          <a:noFill/>
          <a:ln w="254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52987" name="Line 27"/>
          <p:cNvSpPr>
            <a:spLocks noChangeShapeType="1"/>
          </p:cNvSpPr>
          <p:nvPr/>
        </p:nvSpPr>
        <p:spPr bwMode="auto">
          <a:xfrm>
            <a:off x="2768600" y="4608513"/>
            <a:ext cx="96838" cy="0"/>
          </a:xfrm>
          <a:prstGeom prst="line">
            <a:avLst/>
          </a:prstGeom>
          <a:noFill/>
          <a:ln w="254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52988" name="Line 28"/>
          <p:cNvSpPr>
            <a:spLocks noChangeShapeType="1"/>
          </p:cNvSpPr>
          <p:nvPr/>
        </p:nvSpPr>
        <p:spPr bwMode="auto">
          <a:xfrm>
            <a:off x="2768600" y="5106988"/>
            <a:ext cx="96838" cy="0"/>
          </a:xfrm>
          <a:prstGeom prst="line">
            <a:avLst/>
          </a:prstGeom>
          <a:noFill/>
          <a:ln w="254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52989" name="Text Box 29"/>
          <p:cNvSpPr txBox="1">
            <a:spLocks noChangeArrowheads="1"/>
          </p:cNvSpPr>
          <p:nvPr/>
        </p:nvSpPr>
        <p:spPr bwMode="auto">
          <a:xfrm>
            <a:off x="2395538" y="2433638"/>
            <a:ext cx="398462" cy="336550"/>
          </a:xfrm>
          <a:prstGeom prst="rect">
            <a:avLst/>
          </a:prstGeom>
          <a:noFill/>
          <a:ln w="9525">
            <a:noFill/>
            <a:miter lim="800000"/>
            <a:headEnd/>
            <a:tailEnd/>
          </a:ln>
          <a:effectLst/>
        </p:spPr>
        <p:txBody>
          <a:bodyPr>
            <a:spAutoFit/>
          </a:bodyPr>
          <a:lstStyle/>
          <a:p>
            <a:pPr>
              <a:spcBef>
                <a:spcPct val="50000"/>
              </a:spcBef>
              <a:defRPr/>
            </a:pPr>
            <a:r>
              <a:rPr lang="en-US" altLang="ja-JP" sz="1600">
                <a:effectLst>
                  <a:outerShdw blurRad="38100" dist="38100" dir="2700000" algn="tl">
                    <a:srgbClr val="000000"/>
                  </a:outerShdw>
                </a:effectLst>
                <a:latin typeface="Times New Roman" pitchFamily="18" charset="0"/>
                <a:ea typeface="イワタ中丸ゴシック体(GT)" charset="-128"/>
              </a:rPr>
              <a:t>30</a:t>
            </a:r>
          </a:p>
        </p:txBody>
      </p:sp>
      <p:sp>
        <p:nvSpPr>
          <p:cNvPr id="552990" name="Text Box 30"/>
          <p:cNvSpPr txBox="1">
            <a:spLocks noChangeArrowheads="1"/>
          </p:cNvSpPr>
          <p:nvPr/>
        </p:nvSpPr>
        <p:spPr bwMode="auto">
          <a:xfrm>
            <a:off x="2395538" y="2951163"/>
            <a:ext cx="398462" cy="336550"/>
          </a:xfrm>
          <a:prstGeom prst="rect">
            <a:avLst/>
          </a:prstGeom>
          <a:noFill/>
          <a:ln w="9525">
            <a:noFill/>
            <a:miter lim="800000"/>
            <a:headEnd/>
            <a:tailEnd/>
          </a:ln>
          <a:effectLst/>
        </p:spPr>
        <p:txBody>
          <a:bodyPr>
            <a:spAutoFit/>
          </a:bodyPr>
          <a:lstStyle/>
          <a:p>
            <a:pPr>
              <a:spcBef>
                <a:spcPct val="50000"/>
              </a:spcBef>
              <a:defRPr/>
            </a:pPr>
            <a:r>
              <a:rPr lang="en-US" altLang="ja-JP" sz="1600">
                <a:effectLst>
                  <a:outerShdw blurRad="38100" dist="38100" dir="2700000" algn="tl">
                    <a:srgbClr val="000000"/>
                  </a:outerShdw>
                </a:effectLst>
                <a:latin typeface="Times New Roman" pitchFamily="18" charset="0"/>
                <a:ea typeface="イワタ中丸ゴシック体(GT)" charset="-128"/>
              </a:rPr>
              <a:t>25</a:t>
            </a:r>
          </a:p>
        </p:txBody>
      </p:sp>
      <p:sp>
        <p:nvSpPr>
          <p:cNvPr id="552991" name="Text Box 31"/>
          <p:cNvSpPr txBox="1">
            <a:spLocks noChangeArrowheads="1"/>
          </p:cNvSpPr>
          <p:nvPr/>
        </p:nvSpPr>
        <p:spPr bwMode="auto">
          <a:xfrm>
            <a:off x="2395538" y="3435350"/>
            <a:ext cx="398462" cy="336550"/>
          </a:xfrm>
          <a:prstGeom prst="rect">
            <a:avLst/>
          </a:prstGeom>
          <a:noFill/>
          <a:ln w="9525">
            <a:noFill/>
            <a:miter lim="800000"/>
            <a:headEnd/>
            <a:tailEnd/>
          </a:ln>
          <a:effectLst/>
        </p:spPr>
        <p:txBody>
          <a:bodyPr>
            <a:spAutoFit/>
          </a:bodyPr>
          <a:lstStyle/>
          <a:p>
            <a:pPr>
              <a:spcBef>
                <a:spcPct val="50000"/>
              </a:spcBef>
              <a:defRPr/>
            </a:pPr>
            <a:r>
              <a:rPr lang="en-US" altLang="ja-JP" sz="1600">
                <a:effectLst>
                  <a:outerShdw blurRad="38100" dist="38100" dir="2700000" algn="tl">
                    <a:srgbClr val="000000"/>
                  </a:outerShdw>
                </a:effectLst>
                <a:latin typeface="Times New Roman" pitchFamily="18" charset="0"/>
                <a:ea typeface="イワタ中丸ゴシック体(GT)" charset="-128"/>
              </a:rPr>
              <a:t>20</a:t>
            </a:r>
          </a:p>
        </p:txBody>
      </p:sp>
      <p:sp>
        <p:nvSpPr>
          <p:cNvPr id="552992" name="Text Box 32"/>
          <p:cNvSpPr txBox="1">
            <a:spLocks noChangeArrowheads="1"/>
          </p:cNvSpPr>
          <p:nvPr/>
        </p:nvSpPr>
        <p:spPr bwMode="auto">
          <a:xfrm>
            <a:off x="2395538" y="3951288"/>
            <a:ext cx="398462" cy="336550"/>
          </a:xfrm>
          <a:prstGeom prst="rect">
            <a:avLst/>
          </a:prstGeom>
          <a:noFill/>
          <a:ln w="9525">
            <a:noFill/>
            <a:miter lim="800000"/>
            <a:headEnd/>
            <a:tailEnd/>
          </a:ln>
          <a:effectLst/>
        </p:spPr>
        <p:txBody>
          <a:bodyPr>
            <a:spAutoFit/>
          </a:bodyPr>
          <a:lstStyle/>
          <a:p>
            <a:pPr>
              <a:spcBef>
                <a:spcPct val="50000"/>
              </a:spcBef>
              <a:defRPr/>
            </a:pPr>
            <a:r>
              <a:rPr lang="en-US" altLang="ja-JP" sz="1600">
                <a:effectLst>
                  <a:outerShdw blurRad="38100" dist="38100" dir="2700000" algn="tl">
                    <a:srgbClr val="000000"/>
                  </a:outerShdw>
                </a:effectLst>
                <a:latin typeface="Times New Roman" pitchFamily="18" charset="0"/>
                <a:ea typeface="イワタ中丸ゴシック体(GT)" charset="-128"/>
              </a:rPr>
              <a:t>15</a:t>
            </a:r>
          </a:p>
        </p:txBody>
      </p:sp>
      <p:sp>
        <p:nvSpPr>
          <p:cNvPr id="552993" name="Text Box 33"/>
          <p:cNvSpPr txBox="1">
            <a:spLocks noChangeArrowheads="1"/>
          </p:cNvSpPr>
          <p:nvPr/>
        </p:nvSpPr>
        <p:spPr bwMode="auto">
          <a:xfrm>
            <a:off x="2395538" y="4445000"/>
            <a:ext cx="398462" cy="336550"/>
          </a:xfrm>
          <a:prstGeom prst="rect">
            <a:avLst/>
          </a:prstGeom>
          <a:noFill/>
          <a:ln w="9525">
            <a:noFill/>
            <a:miter lim="800000"/>
            <a:headEnd/>
            <a:tailEnd/>
          </a:ln>
          <a:effectLst/>
        </p:spPr>
        <p:txBody>
          <a:bodyPr>
            <a:spAutoFit/>
          </a:bodyPr>
          <a:lstStyle/>
          <a:p>
            <a:pPr>
              <a:spcBef>
                <a:spcPct val="50000"/>
              </a:spcBef>
              <a:defRPr/>
            </a:pPr>
            <a:r>
              <a:rPr lang="en-US" altLang="ja-JP" sz="1600">
                <a:effectLst>
                  <a:outerShdw blurRad="38100" dist="38100" dir="2700000" algn="tl">
                    <a:srgbClr val="000000"/>
                  </a:outerShdw>
                </a:effectLst>
                <a:latin typeface="Times New Roman" pitchFamily="18" charset="0"/>
                <a:ea typeface="イワタ中丸ゴシック体(GT)" charset="-128"/>
              </a:rPr>
              <a:t>10</a:t>
            </a:r>
          </a:p>
        </p:txBody>
      </p:sp>
      <p:sp>
        <p:nvSpPr>
          <p:cNvPr id="552994" name="Text Box 34"/>
          <p:cNvSpPr txBox="1">
            <a:spLocks noChangeArrowheads="1"/>
          </p:cNvSpPr>
          <p:nvPr/>
        </p:nvSpPr>
        <p:spPr bwMode="auto">
          <a:xfrm>
            <a:off x="2395538" y="4968875"/>
            <a:ext cx="398462" cy="336550"/>
          </a:xfrm>
          <a:prstGeom prst="rect">
            <a:avLst/>
          </a:prstGeom>
          <a:noFill/>
          <a:ln w="9525">
            <a:noFill/>
            <a:miter lim="800000"/>
            <a:headEnd/>
            <a:tailEnd/>
          </a:ln>
          <a:effectLst/>
        </p:spPr>
        <p:txBody>
          <a:bodyPr>
            <a:spAutoFit/>
          </a:bodyPr>
          <a:lstStyle/>
          <a:p>
            <a:pPr>
              <a:spcBef>
                <a:spcPct val="50000"/>
              </a:spcBef>
              <a:defRPr/>
            </a:pPr>
            <a:r>
              <a:rPr lang="en-US" altLang="ja-JP" sz="1600">
                <a:effectLst>
                  <a:outerShdw blurRad="38100" dist="38100" dir="2700000" algn="tl">
                    <a:srgbClr val="000000"/>
                  </a:outerShdw>
                </a:effectLst>
                <a:latin typeface="Times New Roman" pitchFamily="18" charset="0"/>
                <a:ea typeface="イワタ中丸ゴシック体(GT)" charset="-128"/>
              </a:rPr>
              <a:t>  5</a:t>
            </a:r>
          </a:p>
        </p:txBody>
      </p:sp>
      <p:sp>
        <p:nvSpPr>
          <p:cNvPr id="552995" name="Text Box 35"/>
          <p:cNvSpPr txBox="1">
            <a:spLocks noChangeArrowheads="1"/>
          </p:cNvSpPr>
          <p:nvPr/>
        </p:nvSpPr>
        <p:spPr bwMode="auto">
          <a:xfrm>
            <a:off x="2395538" y="5454650"/>
            <a:ext cx="398462" cy="336550"/>
          </a:xfrm>
          <a:prstGeom prst="rect">
            <a:avLst/>
          </a:prstGeom>
          <a:noFill/>
          <a:ln w="9525">
            <a:noFill/>
            <a:miter lim="800000"/>
            <a:headEnd/>
            <a:tailEnd/>
          </a:ln>
          <a:effectLst/>
        </p:spPr>
        <p:txBody>
          <a:bodyPr>
            <a:spAutoFit/>
          </a:bodyPr>
          <a:lstStyle/>
          <a:p>
            <a:pPr>
              <a:spcBef>
                <a:spcPct val="50000"/>
              </a:spcBef>
              <a:defRPr/>
            </a:pPr>
            <a:r>
              <a:rPr lang="en-US" altLang="ja-JP" sz="1600">
                <a:effectLst>
                  <a:outerShdw blurRad="38100" dist="38100" dir="2700000" algn="tl">
                    <a:srgbClr val="000000"/>
                  </a:outerShdw>
                </a:effectLst>
                <a:latin typeface="Times New Roman" pitchFamily="18" charset="0"/>
                <a:ea typeface="イワタ中丸ゴシック体(GT)" charset="-128"/>
              </a:rPr>
              <a:t>  0</a:t>
            </a:r>
          </a:p>
        </p:txBody>
      </p:sp>
      <p:sp>
        <p:nvSpPr>
          <p:cNvPr id="552996" name="Line 36"/>
          <p:cNvSpPr>
            <a:spLocks noChangeShapeType="1"/>
          </p:cNvSpPr>
          <p:nvPr/>
        </p:nvSpPr>
        <p:spPr bwMode="auto">
          <a:xfrm>
            <a:off x="3381375" y="5529263"/>
            <a:ext cx="0" cy="85725"/>
          </a:xfrm>
          <a:prstGeom prst="line">
            <a:avLst/>
          </a:prstGeom>
          <a:noFill/>
          <a:ln w="254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52997" name="Line 37"/>
          <p:cNvSpPr>
            <a:spLocks noChangeShapeType="1"/>
          </p:cNvSpPr>
          <p:nvPr/>
        </p:nvSpPr>
        <p:spPr bwMode="auto">
          <a:xfrm>
            <a:off x="3763963" y="5529263"/>
            <a:ext cx="0" cy="85725"/>
          </a:xfrm>
          <a:prstGeom prst="line">
            <a:avLst/>
          </a:prstGeom>
          <a:noFill/>
          <a:ln w="25400">
            <a:solidFill>
              <a:schemeClr val="folHlink"/>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52998" name="Line 38"/>
          <p:cNvSpPr>
            <a:spLocks noChangeShapeType="1"/>
          </p:cNvSpPr>
          <p:nvPr/>
        </p:nvSpPr>
        <p:spPr bwMode="auto">
          <a:xfrm>
            <a:off x="4106863" y="5529263"/>
            <a:ext cx="0" cy="85725"/>
          </a:xfrm>
          <a:prstGeom prst="line">
            <a:avLst/>
          </a:prstGeom>
          <a:noFill/>
          <a:ln w="254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52999" name="Line 39"/>
          <p:cNvSpPr>
            <a:spLocks noChangeShapeType="1"/>
          </p:cNvSpPr>
          <p:nvPr/>
        </p:nvSpPr>
        <p:spPr bwMode="auto">
          <a:xfrm>
            <a:off x="4470400" y="5529263"/>
            <a:ext cx="0" cy="85725"/>
          </a:xfrm>
          <a:prstGeom prst="line">
            <a:avLst/>
          </a:prstGeom>
          <a:noFill/>
          <a:ln w="25400">
            <a:solidFill>
              <a:schemeClr val="folHlink"/>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53000" name="Line 40"/>
          <p:cNvSpPr>
            <a:spLocks noChangeShapeType="1"/>
          </p:cNvSpPr>
          <p:nvPr/>
        </p:nvSpPr>
        <p:spPr bwMode="auto">
          <a:xfrm>
            <a:off x="4833938" y="5529263"/>
            <a:ext cx="0" cy="85725"/>
          </a:xfrm>
          <a:prstGeom prst="line">
            <a:avLst/>
          </a:prstGeom>
          <a:noFill/>
          <a:ln w="254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53001" name="Line 41"/>
          <p:cNvSpPr>
            <a:spLocks noChangeShapeType="1"/>
          </p:cNvSpPr>
          <p:nvPr/>
        </p:nvSpPr>
        <p:spPr bwMode="auto">
          <a:xfrm>
            <a:off x="5195888" y="5529263"/>
            <a:ext cx="0" cy="85725"/>
          </a:xfrm>
          <a:prstGeom prst="line">
            <a:avLst/>
          </a:prstGeom>
          <a:noFill/>
          <a:ln w="25400">
            <a:solidFill>
              <a:schemeClr val="folHlink"/>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53002" name="Line 42"/>
          <p:cNvSpPr>
            <a:spLocks noChangeShapeType="1"/>
          </p:cNvSpPr>
          <p:nvPr/>
        </p:nvSpPr>
        <p:spPr bwMode="auto">
          <a:xfrm>
            <a:off x="5561013" y="5529263"/>
            <a:ext cx="0" cy="85725"/>
          </a:xfrm>
          <a:prstGeom prst="line">
            <a:avLst/>
          </a:prstGeom>
          <a:noFill/>
          <a:ln w="254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53003" name="Line 43"/>
          <p:cNvSpPr>
            <a:spLocks noChangeShapeType="1"/>
          </p:cNvSpPr>
          <p:nvPr/>
        </p:nvSpPr>
        <p:spPr bwMode="auto">
          <a:xfrm>
            <a:off x="5922963" y="5529263"/>
            <a:ext cx="0" cy="85725"/>
          </a:xfrm>
          <a:prstGeom prst="line">
            <a:avLst/>
          </a:prstGeom>
          <a:noFill/>
          <a:ln w="25400">
            <a:solidFill>
              <a:schemeClr val="folHlink"/>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53004" name="Line 44"/>
          <p:cNvSpPr>
            <a:spLocks noChangeShapeType="1"/>
          </p:cNvSpPr>
          <p:nvPr/>
        </p:nvSpPr>
        <p:spPr bwMode="auto">
          <a:xfrm>
            <a:off x="6286500" y="5529263"/>
            <a:ext cx="0" cy="85725"/>
          </a:xfrm>
          <a:prstGeom prst="line">
            <a:avLst/>
          </a:prstGeom>
          <a:noFill/>
          <a:ln w="254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53005" name="Text Box 45"/>
          <p:cNvSpPr txBox="1">
            <a:spLocks noChangeArrowheads="1"/>
          </p:cNvSpPr>
          <p:nvPr/>
        </p:nvSpPr>
        <p:spPr bwMode="auto">
          <a:xfrm>
            <a:off x="2962275" y="5610225"/>
            <a:ext cx="4435475" cy="304800"/>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en-US" altLang="ja-JP" sz="1400">
                <a:effectLst>
                  <a:outerShdw blurRad="38100" dist="38100" dir="2700000" algn="tl">
                    <a:srgbClr val="000000"/>
                  </a:outerShdw>
                </a:effectLst>
                <a:latin typeface="Times New Roman" panose="02020603050405020304" pitchFamily="18" charset="0"/>
              </a:rPr>
              <a:t>   26.5</a:t>
            </a:r>
            <a:r>
              <a:rPr lang="en-US" altLang="ja-JP" sz="800">
                <a:effectLst>
                  <a:outerShdw blurRad="38100" dist="38100" dir="2700000" algn="tl">
                    <a:srgbClr val="000000"/>
                  </a:outerShdw>
                </a:effectLst>
                <a:latin typeface="Times New Roman" panose="02020603050405020304" pitchFamily="18" charset="0"/>
              </a:rPr>
              <a:t>   </a:t>
            </a:r>
            <a:r>
              <a:rPr lang="en-US" altLang="ja-JP" sz="1400">
                <a:solidFill>
                  <a:schemeClr val="folHlink"/>
                </a:solidFill>
                <a:effectLst>
                  <a:outerShdw blurRad="38100" dist="38100" dir="2700000" algn="tl">
                    <a:srgbClr val="000000"/>
                  </a:outerShdw>
                </a:effectLst>
                <a:latin typeface="Times New Roman" panose="02020603050405020304" pitchFamily="18" charset="0"/>
              </a:rPr>
              <a:t>28.5</a:t>
            </a:r>
            <a:r>
              <a:rPr lang="en-US" altLang="ja-JP" sz="1000">
                <a:solidFill>
                  <a:schemeClr val="folHlink"/>
                </a:solidFill>
                <a:effectLst>
                  <a:outerShdw blurRad="38100" dist="38100" dir="2700000" algn="tl">
                    <a:srgbClr val="000000"/>
                  </a:outerShdw>
                </a:effectLst>
                <a:latin typeface="Times New Roman" panose="02020603050405020304" pitchFamily="18" charset="0"/>
              </a:rPr>
              <a:t> </a:t>
            </a:r>
            <a:r>
              <a:rPr lang="en-US" altLang="ja-JP" sz="1000">
                <a:effectLst>
                  <a:outerShdw blurRad="38100" dist="38100" dir="2700000" algn="tl">
                    <a:srgbClr val="000000"/>
                  </a:outerShdw>
                </a:effectLst>
                <a:latin typeface="Times New Roman" panose="02020603050405020304" pitchFamily="18" charset="0"/>
              </a:rPr>
              <a:t>  </a:t>
            </a:r>
            <a:r>
              <a:rPr lang="en-US" altLang="ja-JP" sz="1400">
                <a:effectLst>
                  <a:outerShdw blurRad="38100" dist="38100" dir="2700000" algn="tl">
                    <a:srgbClr val="000000"/>
                  </a:outerShdw>
                </a:effectLst>
                <a:latin typeface="Times New Roman" panose="02020603050405020304" pitchFamily="18" charset="0"/>
              </a:rPr>
              <a:t>30.5</a:t>
            </a:r>
            <a:r>
              <a:rPr lang="en-US" altLang="ja-JP" sz="800">
                <a:effectLst>
                  <a:outerShdw blurRad="38100" dist="38100" dir="2700000" algn="tl">
                    <a:srgbClr val="000000"/>
                  </a:outerShdw>
                </a:effectLst>
                <a:latin typeface="Times New Roman" panose="02020603050405020304" pitchFamily="18" charset="0"/>
              </a:rPr>
              <a:t>   </a:t>
            </a:r>
            <a:r>
              <a:rPr lang="en-US" altLang="ja-JP" sz="1400">
                <a:solidFill>
                  <a:schemeClr val="folHlink"/>
                </a:solidFill>
                <a:effectLst>
                  <a:outerShdw blurRad="38100" dist="38100" dir="2700000" algn="tl">
                    <a:srgbClr val="000000"/>
                  </a:outerShdw>
                </a:effectLst>
                <a:latin typeface="Times New Roman" panose="02020603050405020304" pitchFamily="18" charset="0"/>
              </a:rPr>
              <a:t>32.5</a:t>
            </a:r>
            <a:r>
              <a:rPr lang="en-US" altLang="ja-JP" sz="800">
                <a:solidFill>
                  <a:schemeClr val="folHlink"/>
                </a:solidFill>
                <a:effectLst>
                  <a:outerShdw blurRad="38100" dist="38100" dir="2700000" algn="tl">
                    <a:srgbClr val="000000"/>
                  </a:outerShdw>
                </a:effectLst>
                <a:latin typeface="Times New Roman" panose="02020603050405020304" pitchFamily="18" charset="0"/>
              </a:rPr>
              <a:t> </a:t>
            </a:r>
            <a:r>
              <a:rPr lang="en-US" altLang="ja-JP" sz="800">
                <a:effectLst>
                  <a:outerShdw blurRad="38100" dist="38100" dir="2700000" algn="tl">
                    <a:srgbClr val="000000"/>
                  </a:outerShdw>
                </a:effectLst>
                <a:latin typeface="Times New Roman" panose="02020603050405020304" pitchFamily="18" charset="0"/>
              </a:rPr>
              <a:t> </a:t>
            </a:r>
            <a:r>
              <a:rPr lang="en-US" altLang="ja-JP" sz="1400">
                <a:effectLst>
                  <a:outerShdw blurRad="38100" dist="38100" dir="2700000" algn="tl">
                    <a:srgbClr val="000000"/>
                  </a:outerShdw>
                </a:effectLst>
                <a:latin typeface="Times New Roman" panose="02020603050405020304" pitchFamily="18" charset="0"/>
              </a:rPr>
              <a:t>34.5</a:t>
            </a:r>
            <a:r>
              <a:rPr lang="en-US" altLang="ja-JP" sz="800">
                <a:effectLst>
                  <a:outerShdw blurRad="38100" dist="38100" dir="2700000" algn="tl">
                    <a:srgbClr val="000000"/>
                  </a:outerShdw>
                </a:effectLst>
                <a:latin typeface="Times New Roman" panose="02020603050405020304" pitchFamily="18" charset="0"/>
              </a:rPr>
              <a:t>   </a:t>
            </a:r>
            <a:r>
              <a:rPr lang="en-US" altLang="ja-JP" sz="1400">
                <a:solidFill>
                  <a:schemeClr val="folHlink"/>
                </a:solidFill>
                <a:effectLst>
                  <a:outerShdw blurRad="38100" dist="38100" dir="2700000" algn="tl">
                    <a:srgbClr val="000000"/>
                  </a:outerShdw>
                </a:effectLst>
                <a:latin typeface="Times New Roman" panose="02020603050405020304" pitchFamily="18" charset="0"/>
              </a:rPr>
              <a:t>36.5</a:t>
            </a:r>
            <a:r>
              <a:rPr lang="en-US" altLang="ja-JP" sz="800">
                <a:effectLst>
                  <a:outerShdw blurRad="38100" dist="38100" dir="2700000" algn="tl">
                    <a:srgbClr val="000000"/>
                  </a:outerShdw>
                </a:effectLst>
                <a:latin typeface="Times New Roman" panose="02020603050405020304" pitchFamily="18" charset="0"/>
              </a:rPr>
              <a:t>   </a:t>
            </a:r>
            <a:r>
              <a:rPr lang="en-US" altLang="ja-JP" sz="1400">
                <a:effectLst>
                  <a:outerShdw blurRad="38100" dist="38100" dir="2700000" algn="tl">
                    <a:srgbClr val="000000"/>
                  </a:outerShdw>
                </a:effectLst>
                <a:latin typeface="Times New Roman" panose="02020603050405020304" pitchFamily="18" charset="0"/>
              </a:rPr>
              <a:t>38.5</a:t>
            </a:r>
            <a:r>
              <a:rPr lang="en-US" altLang="ja-JP" sz="800">
                <a:effectLst>
                  <a:outerShdw blurRad="38100" dist="38100" dir="2700000" algn="tl">
                    <a:srgbClr val="000000"/>
                  </a:outerShdw>
                </a:effectLst>
                <a:latin typeface="Times New Roman" panose="02020603050405020304" pitchFamily="18" charset="0"/>
              </a:rPr>
              <a:t>  </a:t>
            </a:r>
            <a:r>
              <a:rPr lang="en-US" altLang="ja-JP" sz="1400">
                <a:solidFill>
                  <a:schemeClr val="folHlink"/>
                </a:solidFill>
                <a:effectLst>
                  <a:outerShdw blurRad="38100" dist="38100" dir="2700000" algn="tl">
                    <a:srgbClr val="000000"/>
                  </a:outerShdw>
                </a:effectLst>
                <a:latin typeface="Times New Roman" panose="02020603050405020304" pitchFamily="18" charset="0"/>
              </a:rPr>
              <a:t>40.5</a:t>
            </a:r>
            <a:r>
              <a:rPr lang="en-US" altLang="ja-JP" sz="800">
                <a:effectLst>
                  <a:outerShdw blurRad="38100" dist="38100" dir="2700000" algn="tl">
                    <a:srgbClr val="000000"/>
                  </a:outerShdw>
                </a:effectLst>
                <a:latin typeface="Times New Roman" panose="02020603050405020304" pitchFamily="18" charset="0"/>
              </a:rPr>
              <a:t>  </a:t>
            </a:r>
            <a:r>
              <a:rPr lang="en-US" altLang="ja-JP" sz="1400">
                <a:effectLst>
                  <a:outerShdw blurRad="38100" dist="38100" dir="2700000" algn="tl">
                    <a:srgbClr val="000000"/>
                  </a:outerShdw>
                </a:effectLst>
                <a:latin typeface="Times New Roman" panose="02020603050405020304" pitchFamily="18" charset="0"/>
              </a:rPr>
              <a:t>42.5(μ)   </a:t>
            </a:r>
          </a:p>
        </p:txBody>
      </p:sp>
      <p:sp>
        <p:nvSpPr>
          <p:cNvPr id="553006" name="Line 46"/>
          <p:cNvSpPr>
            <a:spLocks noChangeShapeType="1"/>
          </p:cNvSpPr>
          <p:nvPr/>
        </p:nvSpPr>
        <p:spPr bwMode="auto">
          <a:xfrm flipH="1">
            <a:off x="4022725" y="2355850"/>
            <a:ext cx="0" cy="3251200"/>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53007" name="Line 47"/>
          <p:cNvSpPr>
            <a:spLocks noChangeShapeType="1"/>
          </p:cNvSpPr>
          <p:nvPr/>
        </p:nvSpPr>
        <p:spPr bwMode="auto">
          <a:xfrm flipH="1">
            <a:off x="5846763" y="2365375"/>
            <a:ext cx="0" cy="3249613"/>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53008" name="Text Box 48"/>
          <p:cNvSpPr txBox="1">
            <a:spLocks noChangeArrowheads="1"/>
          </p:cNvSpPr>
          <p:nvPr/>
        </p:nvSpPr>
        <p:spPr bwMode="auto">
          <a:xfrm>
            <a:off x="2162175" y="3019425"/>
            <a:ext cx="366713" cy="871538"/>
          </a:xfrm>
          <a:prstGeom prst="rect">
            <a:avLst/>
          </a:prstGeom>
          <a:noFill/>
          <a:ln w="9525">
            <a:noFill/>
            <a:miter lim="800000"/>
            <a:headEnd/>
            <a:tailEnd/>
          </a:ln>
          <a:effectLst/>
        </p:spPr>
        <p:txBody>
          <a:bodyPr vert="eaVert">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th-TH" altLang="ja-JP" sz="1200">
                <a:solidFill>
                  <a:schemeClr val="folHlink"/>
                </a:solidFill>
                <a:effectLst>
                  <a:outerShdw blurRad="38100" dist="38100" dir="2700000" algn="tl">
                    <a:srgbClr val="000000"/>
                  </a:outerShdw>
                </a:effectLst>
                <a:latin typeface="Times New Roman" panose="02020603050405020304" pitchFamily="18" charset="0"/>
                <a:cs typeface="Angsana New" pitchFamily="18" charset="-34"/>
              </a:rPr>
              <a:t>frequency</a:t>
            </a:r>
            <a:endParaRPr lang="en-US" altLang="ja-JP" sz="1200">
              <a:solidFill>
                <a:schemeClr val="folHlink"/>
              </a:solidFill>
              <a:effectLst>
                <a:outerShdw blurRad="38100" dist="38100" dir="2700000" algn="tl">
                  <a:srgbClr val="000000"/>
                </a:outerShdw>
              </a:effectLst>
              <a:latin typeface="Times New Roman" panose="02020603050405020304" pitchFamily="18" charset="0"/>
              <a:cs typeface="Angsana New" pitchFamily="18" charset="-34"/>
            </a:endParaRPr>
          </a:p>
        </p:txBody>
      </p:sp>
      <p:sp>
        <p:nvSpPr>
          <p:cNvPr id="553009" name="Text Box 49"/>
          <p:cNvSpPr txBox="1">
            <a:spLocks noChangeArrowheads="1"/>
          </p:cNvSpPr>
          <p:nvPr/>
        </p:nvSpPr>
        <p:spPr bwMode="auto">
          <a:xfrm>
            <a:off x="2649538" y="5805488"/>
            <a:ext cx="4608512" cy="304800"/>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en-US" altLang="ja-JP" sz="1400">
                <a:solidFill>
                  <a:schemeClr val="folHlink"/>
                </a:solidFill>
                <a:effectLst>
                  <a:outerShdw blurRad="38100" dist="38100" dir="2700000" algn="tl">
                    <a:srgbClr val="000000"/>
                  </a:outerShdw>
                </a:effectLst>
                <a:latin typeface="Times New Roman" panose="02020603050405020304" pitchFamily="18" charset="0"/>
              </a:rPr>
              <a:t> the thickness of printing skin of electrical product “k”</a:t>
            </a:r>
          </a:p>
        </p:txBody>
      </p:sp>
      <p:sp>
        <p:nvSpPr>
          <p:cNvPr id="553010" name="Text Box 50"/>
          <p:cNvSpPr txBox="1">
            <a:spLocks noChangeArrowheads="1"/>
          </p:cNvSpPr>
          <p:nvPr/>
        </p:nvSpPr>
        <p:spPr bwMode="auto">
          <a:xfrm>
            <a:off x="2632075" y="6237288"/>
            <a:ext cx="4752975" cy="581025"/>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spcBef>
                <a:spcPct val="50000"/>
              </a:spcBef>
            </a:pPr>
            <a:r>
              <a:rPr lang="th-TH" altLang="ja-JP" sz="1600">
                <a:solidFill>
                  <a:schemeClr val="folHlink"/>
                </a:solidFill>
                <a:effectLst>
                  <a:outerShdw blurRad="38100" dist="38100" dir="2700000" algn="tl">
                    <a:srgbClr val="000000"/>
                  </a:outerShdw>
                </a:effectLst>
                <a:latin typeface="Times New Roman" panose="02020603050405020304" pitchFamily="18" charset="0"/>
                <a:cs typeface="Angsana New" pitchFamily="18" charset="-34"/>
              </a:rPr>
              <a:t>Graph 6.2 </a:t>
            </a:r>
            <a:r>
              <a:rPr lang="en-US" altLang="ja-JP" sz="1600">
                <a:solidFill>
                  <a:schemeClr val="folHlink"/>
                </a:solidFill>
                <a:effectLst>
                  <a:outerShdw blurRad="38100" dist="38100" dir="2700000" algn="tl">
                    <a:srgbClr val="000000"/>
                  </a:outerShdw>
                </a:effectLst>
                <a:latin typeface="Times New Roman" panose="02020603050405020304" pitchFamily="18" charset="0"/>
                <a:cs typeface="Angsana New" pitchFamily="18" charset="-34"/>
              </a:rPr>
              <a:t> Histogram “ the thickness of printing skin of electrical product “k”</a:t>
            </a:r>
          </a:p>
        </p:txBody>
      </p:sp>
      <p:sp>
        <p:nvSpPr>
          <p:cNvPr id="553013" name="Text Box 53"/>
          <p:cNvSpPr txBox="1">
            <a:spLocks noChangeArrowheads="1"/>
          </p:cNvSpPr>
          <p:nvPr/>
        </p:nvSpPr>
        <p:spPr bwMode="auto">
          <a:xfrm>
            <a:off x="3578225" y="3035300"/>
            <a:ext cx="546100" cy="304800"/>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en-US" altLang="ja-JP" sz="1400">
                <a:solidFill>
                  <a:schemeClr val="folHlink"/>
                </a:solidFill>
                <a:effectLst>
                  <a:outerShdw blurRad="38100" dist="38100" dir="2700000" algn="tl">
                    <a:srgbClr val="000000"/>
                  </a:outerShdw>
                </a:effectLst>
                <a:latin typeface="Times New Roman" panose="02020603050405020304" pitchFamily="18" charset="0"/>
              </a:rPr>
              <a:t>(30)</a:t>
            </a:r>
          </a:p>
        </p:txBody>
      </p:sp>
      <p:sp>
        <p:nvSpPr>
          <p:cNvPr id="553014" name="Text Box 54"/>
          <p:cNvSpPr txBox="1">
            <a:spLocks noChangeArrowheads="1"/>
          </p:cNvSpPr>
          <p:nvPr/>
        </p:nvSpPr>
        <p:spPr bwMode="auto">
          <a:xfrm>
            <a:off x="5759450" y="3048000"/>
            <a:ext cx="544513" cy="304800"/>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en-US" altLang="ja-JP" sz="1400">
                <a:solidFill>
                  <a:schemeClr val="folHlink"/>
                </a:solidFill>
                <a:effectLst>
                  <a:outerShdw blurRad="38100" dist="38100" dir="2700000" algn="tl">
                    <a:srgbClr val="000000"/>
                  </a:outerShdw>
                </a:effectLst>
                <a:latin typeface="Times New Roman" panose="02020603050405020304" pitchFamily="18" charset="0"/>
              </a:rPr>
              <a:t>(40)</a:t>
            </a:r>
          </a:p>
        </p:txBody>
      </p:sp>
      <p:sp>
        <p:nvSpPr>
          <p:cNvPr id="553015" name="Line 55"/>
          <p:cNvSpPr>
            <a:spLocks noChangeShapeType="1"/>
          </p:cNvSpPr>
          <p:nvPr/>
        </p:nvSpPr>
        <p:spPr bwMode="auto">
          <a:xfrm flipV="1">
            <a:off x="4795838" y="2170113"/>
            <a:ext cx="0" cy="3430587"/>
          </a:xfrm>
          <a:prstGeom prst="line">
            <a:avLst/>
          </a:prstGeom>
          <a:noFill/>
          <a:ln w="31750">
            <a:solidFill>
              <a:schemeClr val="tx1"/>
            </a:solidFill>
            <a:prstDash val="lgDashDot"/>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53016" name="Text Box 56"/>
          <p:cNvSpPr txBox="1">
            <a:spLocks noChangeArrowheads="1"/>
          </p:cNvSpPr>
          <p:nvPr/>
        </p:nvSpPr>
        <p:spPr bwMode="auto">
          <a:xfrm>
            <a:off x="2792413" y="1916113"/>
            <a:ext cx="1008062" cy="749300"/>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10000"/>
              </a:spcBef>
            </a:pPr>
            <a:r>
              <a:rPr lang="en-US" altLang="ja-JP" sz="1000" b="0">
                <a:effectLst>
                  <a:outerShdw blurRad="38100" dist="38100" dir="2700000" algn="tl">
                    <a:srgbClr val="000000"/>
                  </a:outerShdw>
                </a:effectLst>
                <a:latin typeface="Times New Roman" panose="02020603050405020304" pitchFamily="18" charset="0"/>
                <a:ea typeface="イワタ中丸ゴシック体(GT)" charset="-128"/>
              </a:rPr>
              <a:t>n =100</a:t>
            </a:r>
          </a:p>
          <a:p>
            <a:pPr eaLnBrk="1" hangingPunct="1">
              <a:spcBef>
                <a:spcPct val="10000"/>
              </a:spcBef>
            </a:pPr>
            <a:r>
              <a:rPr lang="en-US" altLang="ja-JP" sz="1000" b="0">
                <a:effectLst>
                  <a:outerShdw blurRad="38100" dist="38100" dir="2700000" algn="tl">
                    <a:srgbClr val="000000"/>
                  </a:outerShdw>
                </a:effectLst>
                <a:latin typeface="Times New Roman" panose="02020603050405020304" pitchFamily="18" charset="0"/>
                <a:ea typeface="イワタ中丸ゴシック体(GT)" charset="-128"/>
              </a:rPr>
              <a:t>X =33.76</a:t>
            </a:r>
          </a:p>
          <a:p>
            <a:pPr eaLnBrk="1" hangingPunct="1">
              <a:spcBef>
                <a:spcPct val="10000"/>
              </a:spcBef>
            </a:pPr>
            <a:r>
              <a:rPr lang="en-US" altLang="ja-JP" sz="1000" b="0">
                <a:effectLst>
                  <a:outerShdw blurRad="38100" dist="38100" dir="2700000" algn="tl">
                    <a:srgbClr val="000000"/>
                  </a:outerShdw>
                </a:effectLst>
                <a:latin typeface="Times New Roman" panose="02020603050405020304" pitchFamily="18" charset="0"/>
                <a:ea typeface="イワタ中丸ゴシック体(GT)" charset="-128"/>
              </a:rPr>
              <a:t>S =3.35</a:t>
            </a:r>
          </a:p>
          <a:p>
            <a:pPr eaLnBrk="1" hangingPunct="1">
              <a:spcBef>
                <a:spcPct val="10000"/>
              </a:spcBef>
            </a:pPr>
            <a:r>
              <a:rPr lang="en-US" altLang="ja-JP" sz="1000" b="0">
                <a:effectLst>
                  <a:outerShdw blurRad="38100" dist="38100" dir="2700000" algn="tl">
                    <a:srgbClr val="000000"/>
                  </a:outerShdw>
                </a:effectLst>
                <a:latin typeface="Times New Roman" panose="02020603050405020304" pitchFamily="18" charset="0"/>
                <a:ea typeface="イワタ中丸ゴシック体(GT)" charset="-128"/>
              </a:rPr>
              <a:t>*Cp=0.50</a:t>
            </a:r>
          </a:p>
        </p:txBody>
      </p:sp>
      <p:sp>
        <p:nvSpPr>
          <p:cNvPr id="553017" name="Text Box 57"/>
          <p:cNvSpPr txBox="1">
            <a:spLocks noChangeArrowheads="1"/>
          </p:cNvSpPr>
          <p:nvPr/>
        </p:nvSpPr>
        <p:spPr bwMode="auto">
          <a:xfrm>
            <a:off x="2792413" y="1989138"/>
            <a:ext cx="288925" cy="306387"/>
          </a:xfrm>
          <a:prstGeom prst="rect">
            <a:avLst/>
          </a:prstGeom>
          <a:noFill/>
          <a:ln w="9525">
            <a:noFill/>
            <a:miter lim="800000"/>
            <a:headEnd/>
            <a:tailEnd/>
          </a:ln>
          <a:effectLst/>
        </p:spPr>
        <p:txBody>
          <a:bodyPr>
            <a:spAutoFit/>
          </a:bodyPr>
          <a:lstStyle/>
          <a:p>
            <a:pPr>
              <a:spcBef>
                <a:spcPct val="50000"/>
              </a:spcBef>
              <a:defRPr/>
            </a:pPr>
            <a:r>
              <a:rPr lang="ja-JP" altLang="en-US" sz="1400" b="0">
                <a:effectLst>
                  <a:outerShdw blurRad="38100" dist="38100" dir="2700000" algn="tl">
                    <a:srgbClr val="000000"/>
                  </a:outerShdw>
                </a:effectLst>
                <a:latin typeface="Times New Roman" pitchFamily="18" charset="0"/>
              </a:rPr>
              <a:t>－</a:t>
            </a:r>
            <a:endParaRPr lang="en-US" altLang="ja-JP" sz="1400" b="0">
              <a:effectLst>
                <a:outerShdw blurRad="38100" dist="38100" dir="2700000" algn="tl">
                  <a:srgbClr val="000000"/>
                </a:outerShdw>
              </a:effectLst>
              <a:latin typeface="Times New Roman" pitchFamily="18" charset="0"/>
            </a:endParaRPr>
          </a:p>
        </p:txBody>
      </p:sp>
      <p:grpSp>
        <p:nvGrpSpPr>
          <p:cNvPr id="52295" name="Group 58"/>
          <p:cNvGrpSpPr>
            <a:grpSpLocks/>
          </p:cNvGrpSpPr>
          <p:nvPr/>
        </p:nvGrpSpPr>
        <p:grpSpPr bwMode="auto">
          <a:xfrm>
            <a:off x="4613275" y="1833563"/>
            <a:ext cx="431800" cy="396875"/>
            <a:chOff x="2906" y="1107"/>
            <a:chExt cx="272" cy="250"/>
          </a:xfrm>
        </p:grpSpPr>
        <p:sp>
          <p:nvSpPr>
            <p:cNvPr id="553019" name="Text Box 59"/>
            <p:cNvSpPr txBox="1">
              <a:spLocks noChangeArrowheads="1"/>
            </p:cNvSpPr>
            <p:nvPr/>
          </p:nvSpPr>
          <p:spPr bwMode="auto">
            <a:xfrm>
              <a:off x="2906" y="1146"/>
              <a:ext cx="272" cy="211"/>
            </a:xfrm>
            <a:prstGeom prst="rect">
              <a:avLst/>
            </a:prstGeom>
            <a:noFill/>
            <a:ln w="9525">
              <a:noFill/>
              <a:miter lim="800000"/>
              <a:headEnd/>
              <a:tailEnd/>
            </a:ln>
            <a:effectLst/>
          </p:spPr>
          <p:txBody>
            <a:bodyPr>
              <a:spAutoFit/>
            </a:bodyPr>
            <a:lstStyle/>
            <a:p>
              <a:pPr>
                <a:spcBef>
                  <a:spcPct val="50000"/>
                </a:spcBef>
                <a:defRPr/>
              </a:pPr>
              <a:r>
                <a:rPr lang="ja-JP" altLang="en-US" sz="1600">
                  <a:effectLst>
                    <a:outerShdw blurRad="38100" dist="38100" dir="2700000" algn="tl">
                      <a:srgbClr val="000000"/>
                    </a:outerShdw>
                  </a:effectLst>
                  <a:latin typeface="Times New Roman" pitchFamily="18" charset="0"/>
                </a:rPr>
                <a:t>ｘ</a:t>
              </a:r>
              <a:endParaRPr lang="en-US" altLang="ja-JP" sz="1600">
                <a:effectLst>
                  <a:outerShdw blurRad="38100" dist="38100" dir="2700000" algn="tl">
                    <a:srgbClr val="000000"/>
                  </a:outerShdw>
                </a:effectLst>
                <a:latin typeface="Times New Roman" pitchFamily="18" charset="0"/>
              </a:endParaRPr>
            </a:p>
          </p:txBody>
        </p:sp>
        <p:sp>
          <p:nvSpPr>
            <p:cNvPr id="553020" name="Text Box 60"/>
            <p:cNvSpPr txBox="1">
              <a:spLocks noChangeArrowheads="1"/>
            </p:cNvSpPr>
            <p:nvPr/>
          </p:nvSpPr>
          <p:spPr bwMode="auto">
            <a:xfrm>
              <a:off x="2914" y="1107"/>
              <a:ext cx="231" cy="212"/>
            </a:xfrm>
            <a:prstGeom prst="rect">
              <a:avLst/>
            </a:prstGeom>
            <a:noFill/>
            <a:ln w="9525">
              <a:noFill/>
              <a:miter lim="800000"/>
              <a:headEnd/>
              <a:tailEnd/>
            </a:ln>
            <a:effectLst/>
          </p:spPr>
          <p:txBody>
            <a:bodyPr>
              <a:spAutoFit/>
            </a:bodyPr>
            <a:lstStyle/>
            <a:p>
              <a:pPr>
                <a:spcBef>
                  <a:spcPct val="50000"/>
                </a:spcBef>
                <a:defRPr/>
              </a:pPr>
              <a:r>
                <a:rPr lang="ja-JP" altLang="en-US" sz="1600">
                  <a:effectLst>
                    <a:outerShdw blurRad="38100" dist="38100" dir="2700000" algn="tl">
                      <a:srgbClr val="000000"/>
                    </a:outerShdw>
                  </a:effectLst>
                  <a:latin typeface="Times New Roman" pitchFamily="18" charset="0"/>
                </a:rPr>
                <a:t>－</a:t>
              </a:r>
              <a:endParaRPr lang="en-US" altLang="ja-JP" sz="1600">
                <a:effectLst>
                  <a:outerShdw blurRad="38100" dist="38100" dir="2700000" algn="tl">
                    <a:srgbClr val="000000"/>
                  </a:outerShdw>
                </a:effectLst>
                <a:latin typeface="Times New Roman" pitchFamily="18" charset="0"/>
              </a:endParaRPr>
            </a:p>
          </p:txBody>
        </p:sp>
      </p:grpSp>
      <p:sp>
        <p:nvSpPr>
          <p:cNvPr id="553021" name="Line 61"/>
          <p:cNvSpPr>
            <a:spLocks noChangeShapeType="1"/>
          </p:cNvSpPr>
          <p:nvPr/>
        </p:nvSpPr>
        <p:spPr bwMode="auto">
          <a:xfrm flipV="1">
            <a:off x="1828800" y="5662613"/>
            <a:ext cx="1127125" cy="738187"/>
          </a:xfrm>
          <a:prstGeom prst="line">
            <a:avLst/>
          </a:prstGeom>
          <a:noFill/>
          <a:ln w="3175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53022" name="Line 62"/>
          <p:cNvSpPr>
            <a:spLocks noChangeShapeType="1"/>
          </p:cNvSpPr>
          <p:nvPr/>
        </p:nvSpPr>
        <p:spPr bwMode="auto">
          <a:xfrm flipH="1" flipV="1">
            <a:off x="6176963" y="6081713"/>
            <a:ext cx="2471737" cy="11112"/>
          </a:xfrm>
          <a:prstGeom prst="line">
            <a:avLst/>
          </a:prstGeom>
          <a:noFill/>
          <a:ln w="3175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53023" name="Line 63"/>
          <p:cNvSpPr>
            <a:spLocks noChangeShapeType="1"/>
          </p:cNvSpPr>
          <p:nvPr/>
        </p:nvSpPr>
        <p:spPr bwMode="auto">
          <a:xfrm flipH="1">
            <a:off x="6959600" y="5524500"/>
            <a:ext cx="1447800" cy="228600"/>
          </a:xfrm>
          <a:prstGeom prst="line">
            <a:avLst/>
          </a:prstGeom>
          <a:noFill/>
          <a:ln w="3175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53024" name="Line 64"/>
          <p:cNvSpPr>
            <a:spLocks noChangeShapeType="1"/>
          </p:cNvSpPr>
          <p:nvPr/>
        </p:nvSpPr>
        <p:spPr bwMode="auto">
          <a:xfrm flipH="1">
            <a:off x="6172200" y="4610100"/>
            <a:ext cx="1447800" cy="762000"/>
          </a:xfrm>
          <a:prstGeom prst="line">
            <a:avLst/>
          </a:prstGeom>
          <a:noFill/>
          <a:ln w="3175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53025" name="Line 65"/>
          <p:cNvSpPr>
            <a:spLocks noChangeShapeType="1"/>
          </p:cNvSpPr>
          <p:nvPr/>
        </p:nvSpPr>
        <p:spPr bwMode="auto">
          <a:xfrm flipH="1">
            <a:off x="7329488" y="2997200"/>
            <a:ext cx="1219200" cy="762000"/>
          </a:xfrm>
          <a:prstGeom prst="line">
            <a:avLst/>
          </a:prstGeom>
          <a:noFill/>
          <a:ln w="3175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53026" name="Line 66"/>
          <p:cNvSpPr>
            <a:spLocks noChangeShapeType="1"/>
          </p:cNvSpPr>
          <p:nvPr/>
        </p:nvSpPr>
        <p:spPr bwMode="auto">
          <a:xfrm flipH="1">
            <a:off x="4848225" y="1600200"/>
            <a:ext cx="3152775" cy="903288"/>
          </a:xfrm>
          <a:prstGeom prst="line">
            <a:avLst/>
          </a:prstGeom>
          <a:noFill/>
          <a:ln w="3175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53027" name="Line 67"/>
          <p:cNvSpPr>
            <a:spLocks noChangeShapeType="1"/>
          </p:cNvSpPr>
          <p:nvPr/>
        </p:nvSpPr>
        <p:spPr bwMode="auto">
          <a:xfrm flipH="1">
            <a:off x="4068763" y="1600200"/>
            <a:ext cx="960437" cy="923925"/>
          </a:xfrm>
          <a:prstGeom prst="line">
            <a:avLst/>
          </a:prstGeom>
          <a:noFill/>
          <a:ln w="3175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53028" name="Line 68"/>
          <p:cNvSpPr>
            <a:spLocks noChangeShapeType="1"/>
          </p:cNvSpPr>
          <p:nvPr/>
        </p:nvSpPr>
        <p:spPr bwMode="auto">
          <a:xfrm>
            <a:off x="1295400" y="4648200"/>
            <a:ext cx="1238250" cy="881063"/>
          </a:xfrm>
          <a:prstGeom prst="line">
            <a:avLst/>
          </a:prstGeom>
          <a:noFill/>
          <a:ln w="3175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53029" name="Line 69"/>
          <p:cNvSpPr>
            <a:spLocks noChangeShapeType="1"/>
          </p:cNvSpPr>
          <p:nvPr/>
        </p:nvSpPr>
        <p:spPr bwMode="auto">
          <a:xfrm>
            <a:off x="1752600" y="1524000"/>
            <a:ext cx="1039813" cy="392113"/>
          </a:xfrm>
          <a:prstGeom prst="line">
            <a:avLst/>
          </a:prstGeom>
          <a:noFill/>
          <a:ln w="3175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53030" name="Line 70"/>
          <p:cNvSpPr>
            <a:spLocks noChangeShapeType="1"/>
          </p:cNvSpPr>
          <p:nvPr/>
        </p:nvSpPr>
        <p:spPr bwMode="auto">
          <a:xfrm>
            <a:off x="4724400" y="1752600"/>
            <a:ext cx="1030288" cy="800100"/>
          </a:xfrm>
          <a:prstGeom prst="line">
            <a:avLst/>
          </a:prstGeom>
          <a:noFill/>
          <a:ln w="3175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53032" name="Line 72"/>
          <p:cNvSpPr>
            <a:spLocks noChangeShapeType="1"/>
          </p:cNvSpPr>
          <p:nvPr/>
        </p:nvSpPr>
        <p:spPr bwMode="auto">
          <a:xfrm flipH="1">
            <a:off x="2889250" y="4356100"/>
            <a:ext cx="552450" cy="257175"/>
          </a:xfrm>
          <a:prstGeom prst="line">
            <a:avLst/>
          </a:prstGeom>
          <a:noFill/>
          <a:ln w="3175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53033" name="Line 73"/>
          <p:cNvSpPr>
            <a:spLocks noChangeShapeType="1"/>
          </p:cNvSpPr>
          <p:nvPr/>
        </p:nvSpPr>
        <p:spPr bwMode="auto">
          <a:xfrm>
            <a:off x="3429000" y="4343400"/>
            <a:ext cx="692150" cy="1162050"/>
          </a:xfrm>
          <a:prstGeom prst="line">
            <a:avLst/>
          </a:prstGeom>
          <a:noFill/>
          <a:ln w="3175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53041" name="Rectangle 81"/>
          <p:cNvSpPr>
            <a:spLocks noChangeArrowheads="1"/>
          </p:cNvSpPr>
          <p:nvPr/>
        </p:nvSpPr>
        <p:spPr bwMode="auto">
          <a:xfrm>
            <a:off x="7832725" y="6308725"/>
            <a:ext cx="1697038" cy="349250"/>
          </a:xfrm>
          <a:prstGeom prst="rect">
            <a:avLst/>
          </a:prstGeom>
          <a:solidFill>
            <a:srgbClr val="800080"/>
          </a:solidFill>
          <a:ln w="9525">
            <a:solidFill>
              <a:schemeClr val="tx1"/>
            </a:solidFill>
            <a:prstDash val="sysDot"/>
            <a:miter lim="800000"/>
            <a:headEnd/>
            <a:tailEnd/>
          </a:ln>
          <a:effectLst>
            <a:outerShdw blurRad="63500" dist="107763" dir="2700000" algn="ctr" rotWithShape="0">
              <a:schemeClr val="bg2">
                <a:alpha val="74998"/>
              </a:schemeClr>
            </a:outerShdw>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th-TH" altLang="ja-JP" sz="1200">
                <a:effectLst>
                  <a:outerShdw blurRad="38100" dist="38100" dir="2700000" algn="tl">
                    <a:srgbClr val="000000"/>
                  </a:outerShdw>
                </a:effectLst>
                <a:latin typeface="Times New Roman" panose="02020603050405020304" pitchFamily="18" charset="0"/>
                <a:cs typeface="Angsana New" pitchFamily="18" charset="-34"/>
              </a:rPr>
              <a:t>Fill out the title as below</a:t>
            </a:r>
            <a:endParaRPr lang="en-US" altLang="ja-JP" sz="1200">
              <a:effectLst>
                <a:outerShdw blurRad="38100" dist="38100" dir="2700000" algn="tl">
                  <a:srgbClr val="000000"/>
                </a:outerShdw>
              </a:effectLst>
              <a:latin typeface="Times New Roman" panose="02020603050405020304" pitchFamily="18" charset="0"/>
              <a:cs typeface="Angsana New" pitchFamily="18" charset="-34"/>
            </a:endParaRPr>
          </a:p>
        </p:txBody>
      </p:sp>
      <p:sp>
        <p:nvSpPr>
          <p:cNvPr id="553042" name="Rectangle 82"/>
          <p:cNvSpPr>
            <a:spLocks noChangeArrowheads="1"/>
          </p:cNvSpPr>
          <p:nvPr/>
        </p:nvSpPr>
        <p:spPr bwMode="auto">
          <a:xfrm>
            <a:off x="560388" y="6067425"/>
            <a:ext cx="1497012" cy="625475"/>
          </a:xfrm>
          <a:prstGeom prst="rect">
            <a:avLst/>
          </a:prstGeom>
          <a:solidFill>
            <a:srgbClr val="800080"/>
          </a:solidFill>
          <a:ln w="9525">
            <a:solidFill>
              <a:schemeClr val="tx1"/>
            </a:solidFill>
            <a:prstDash val="sysDot"/>
            <a:miter lim="800000"/>
            <a:headEnd/>
            <a:tailEnd/>
          </a:ln>
          <a:effectLst>
            <a:outerShdw blurRad="63500" dist="107763" dir="2700000" algn="ctr" rotWithShape="0">
              <a:schemeClr val="bg2">
                <a:alpha val="74998"/>
              </a:schemeClr>
            </a:outerShdw>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th-TH" altLang="ja-JP" sz="1400">
                <a:effectLst>
                  <a:outerShdw blurRad="38100" dist="38100" dir="2700000" algn="tl">
                    <a:srgbClr val="000000"/>
                  </a:outerShdw>
                </a:effectLst>
                <a:latin typeface="Times New Roman" panose="02020603050405020304" pitchFamily="18" charset="0"/>
                <a:cs typeface="Angsana New" pitchFamily="18" charset="-34"/>
              </a:rPr>
              <a:t>At the start, vacate </a:t>
            </a:r>
            <a:endParaRPr lang="en-US" altLang="ja-JP" sz="1400">
              <a:effectLst>
                <a:outerShdw blurRad="38100" dist="38100" dir="2700000" algn="tl">
                  <a:srgbClr val="000000"/>
                </a:outerShdw>
              </a:effectLst>
              <a:latin typeface="Times New Roman" panose="02020603050405020304" pitchFamily="18" charset="0"/>
              <a:cs typeface="Angsana New" pitchFamily="18" charset="-34"/>
            </a:endParaRPr>
          </a:p>
          <a:p>
            <a:pPr algn="ctr" eaLnBrk="1" hangingPunct="1"/>
            <a:r>
              <a:rPr lang="th-TH" altLang="ja-JP" sz="1400">
                <a:effectLst>
                  <a:outerShdw blurRad="38100" dist="38100" dir="2700000" algn="tl">
                    <a:srgbClr val="000000"/>
                  </a:outerShdw>
                </a:effectLst>
                <a:latin typeface="Times New Roman" panose="02020603050405020304" pitchFamily="18" charset="0"/>
                <a:cs typeface="Angsana New" pitchFamily="18" charset="-34"/>
              </a:rPr>
              <a:t>at least 1 column.</a:t>
            </a:r>
            <a:endParaRPr lang="en-US" altLang="ja-JP" sz="1400">
              <a:effectLst>
                <a:outerShdw blurRad="38100" dist="38100" dir="2700000" algn="tl">
                  <a:srgbClr val="000000"/>
                </a:outerShdw>
              </a:effectLst>
              <a:latin typeface="Times New Roman" panose="02020603050405020304" pitchFamily="18" charset="0"/>
              <a:cs typeface="Angsana New" pitchFamily="18" charset="-34"/>
            </a:endParaRPr>
          </a:p>
        </p:txBody>
      </p:sp>
      <p:sp>
        <p:nvSpPr>
          <p:cNvPr id="553045" name="Text Box 85"/>
          <p:cNvSpPr txBox="1">
            <a:spLocks noChangeArrowheads="1"/>
          </p:cNvSpPr>
          <p:nvPr/>
        </p:nvSpPr>
        <p:spPr bwMode="auto">
          <a:xfrm>
            <a:off x="152400" y="812800"/>
            <a:ext cx="2819400" cy="409575"/>
          </a:xfrm>
          <a:prstGeom prst="rect">
            <a:avLst/>
          </a:prstGeom>
          <a:solidFill>
            <a:srgbClr val="008000"/>
          </a:solidFill>
          <a:ln w="12700">
            <a:solidFill>
              <a:schemeClr val="tx1"/>
            </a:solidFill>
            <a:miter lim="800000"/>
            <a:headEnd/>
            <a:tailEnd/>
          </a:ln>
          <a:effectLst>
            <a:outerShdw blurRad="63500" dist="107763" dir="2700000" algn="ctr" rotWithShape="0">
              <a:schemeClr val="bg2">
                <a:alpha val="74998"/>
              </a:schemeClr>
            </a:outerShdw>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spcBef>
                <a:spcPct val="50000"/>
              </a:spcBef>
            </a:pPr>
            <a:r>
              <a:rPr lang="en-US" altLang="ja-JP" sz="2000">
                <a:effectLst>
                  <a:outerShdw blurRad="38100" dist="38100" dir="2700000" algn="tl">
                    <a:srgbClr val="000000"/>
                  </a:outerShdw>
                </a:effectLst>
                <a:latin typeface="Times New Roman" panose="02020603050405020304" pitchFamily="18" charset="0"/>
                <a:ea typeface="イワタ中丸ゴシック体(GT)" charset="-128"/>
                <a:cs typeface="Angsana New" pitchFamily="18" charset="-34"/>
              </a:rPr>
              <a:t>(Example) Histogram</a:t>
            </a:r>
          </a:p>
        </p:txBody>
      </p:sp>
      <p:sp>
        <p:nvSpPr>
          <p:cNvPr id="553050" name="AutoShape 90"/>
          <p:cNvSpPr>
            <a:spLocks noChangeArrowheads="1"/>
          </p:cNvSpPr>
          <p:nvPr/>
        </p:nvSpPr>
        <p:spPr bwMode="auto">
          <a:xfrm>
            <a:off x="1423988" y="188913"/>
            <a:ext cx="6477000" cy="533400"/>
          </a:xfrm>
          <a:prstGeom prst="roundRect">
            <a:avLst>
              <a:gd name="adj" fmla="val 16667"/>
            </a:avLst>
          </a:prstGeom>
          <a:solidFill>
            <a:srgbClr val="008000"/>
          </a:solidFill>
          <a:ln w="9525">
            <a:solidFill>
              <a:schemeClr val="tx1"/>
            </a:solidFill>
            <a:round/>
            <a:headEnd/>
            <a:tailEnd/>
          </a:ln>
          <a:effectLst>
            <a:outerShdw blurRad="63500" dist="107763" dir="2700000" algn="ctr" rotWithShape="0">
              <a:schemeClr val="bg2">
                <a:alpha val="74998"/>
              </a:schemeClr>
            </a:outerShdw>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en-US" altLang="ja-JP" sz="2000">
                <a:effectLst>
                  <a:outerShdw blurRad="38100" dist="38100" dir="2700000" algn="tl">
                    <a:srgbClr val="000000"/>
                  </a:outerShdw>
                </a:effectLst>
                <a:latin typeface="Times New Roman" panose="02020603050405020304" pitchFamily="18" charset="0"/>
                <a:ea typeface="イワタ中丸ゴシック体(GT)" charset="-128"/>
              </a:rPr>
              <a:t>Creating method of 7 QC tools -7</a:t>
            </a:r>
            <a:endParaRPr lang="en-US" altLang="ja-JP" sz="2400">
              <a:effectLst>
                <a:outerShdw blurRad="38100" dist="38100" dir="2700000" algn="tl">
                  <a:srgbClr val="000000"/>
                </a:outerShdw>
              </a:effectLst>
              <a:latin typeface="Times New Roman" panose="02020603050405020304" pitchFamily="18" charset="0"/>
              <a:ea typeface="HG丸ｺﾞｼｯｸM-PRO" pitchFamily="50" charset="-128"/>
              <a:cs typeface="Angsana New" pitchFamily="18" charset="-34"/>
            </a:endParaRPr>
          </a:p>
        </p:txBody>
      </p:sp>
      <p:sp>
        <p:nvSpPr>
          <p:cNvPr id="553051" name="Rectangle 91"/>
          <p:cNvSpPr>
            <a:spLocks noChangeArrowheads="1"/>
          </p:cNvSpPr>
          <p:nvPr/>
        </p:nvSpPr>
        <p:spPr bwMode="auto">
          <a:xfrm>
            <a:off x="4089400" y="1557338"/>
            <a:ext cx="1871663" cy="327025"/>
          </a:xfrm>
          <a:prstGeom prst="rect">
            <a:avLst/>
          </a:prstGeom>
          <a:solidFill>
            <a:srgbClr val="800080"/>
          </a:solidFill>
          <a:ln w="9525">
            <a:solidFill>
              <a:schemeClr val="tx1"/>
            </a:solidFill>
            <a:prstDash val="sysDot"/>
            <a:miter lim="800000"/>
            <a:headEnd/>
            <a:tailEnd/>
          </a:ln>
          <a:effectLst>
            <a:outerShdw blurRad="63500" dist="107763" dir="2700000" algn="ctr" rotWithShape="0">
              <a:schemeClr val="bg2">
                <a:alpha val="74998"/>
              </a:schemeClr>
            </a:outerShdw>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th-TH" altLang="ja-JP" sz="1400">
                <a:effectLst>
                  <a:outerShdw blurRad="38100" dist="38100" dir="2700000" algn="tl">
                    <a:srgbClr val="000000"/>
                  </a:outerShdw>
                </a:effectLst>
                <a:latin typeface="Times New Roman" panose="02020603050405020304" pitchFamily="18" charset="0"/>
                <a:cs typeface="Angsana New" pitchFamily="18" charset="-34"/>
              </a:rPr>
              <a:t>Draw a standard line</a:t>
            </a:r>
            <a:endParaRPr lang="en-US" altLang="ja-JP" sz="1400">
              <a:effectLst>
                <a:outerShdw blurRad="38100" dist="38100" dir="2700000" algn="tl">
                  <a:srgbClr val="000000"/>
                </a:outerShdw>
              </a:effectLst>
              <a:latin typeface="Times New Roman" panose="02020603050405020304" pitchFamily="18" charset="0"/>
              <a:cs typeface="Angsana New" pitchFamily="18" charset="-34"/>
            </a:endParaRPr>
          </a:p>
        </p:txBody>
      </p:sp>
      <p:sp>
        <p:nvSpPr>
          <p:cNvPr id="553052" name="Rectangle 92"/>
          <p:cNvSpPr>
            <a:spLocks noChangeArrowheads="1"/>
          </p:cNvSpPr>
          <p:nvPr/>
        </p:nvSpPr>
        <p:spPr bwMode="auto">
          <a:xfrm>
            <a:off x="344488" y="2636838"/>
            <a:ext cx="1295400" cy="576262"/>
          </a:xfrm>
          <a:prstGeom prst="rect">
            <a:avLst/>
          </a:prstGeom>
          <a:solidFill>
            <a:srgbClr val="800080"/>
          </a:solidFill>
          <a:ln w="9525">
            <a:solidFill>
              <a:schemeClr val="tx1"/>
            </a:solidFill>
            <a:prstDash val="sysDot"/>
            <a:miter lim="800000"/>
            <a:headEnd/>
            <a:tailEnd/>
          </a:ln>
          <a:effectLst>
            <a:outerShdw blurRad="63500" dist="107763" dir="2700000" algn="ctr" rotWithShape="0">
              <a:schemeClr val="bg2">
                <a:alpha val="74998"/>
              </a:schemeClr>
            </a:outerShdw>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th-TH" altLang="ja-JP" sz="1400">
                <a:effectLst>
                  <a:outerShdw blurRad="38100" dist="38100" dir="2700000" algn="tl">
                    <a:srgbClr val="000000"/>
                  </a:outerShdw>
                </a:effectLst>
                <a:latin typeface="Times New Roman" panose="02020603050405020304" pitchFamily="18" charset="0"/>
                <a:cs typeface="Angsana New" pitchFamily="18" charset="-34"/>
              </a:rPr>
              <a:t>Fill out </a:t>
            </a:r>
          </a:p>
          <a:p>
            <a:pPr algn="ctr" eaLnBrk="1" hangingPunct="1"/>
            <a:r>
              <a:rPr lang="th-TH" altLang="ja-JP" sz="1400">
                <a:effectLst>
                  <a:outerShdw blurRad="38100" dist="38100" dir="2700000" algn="tl">
                    <a:srgbClr val="000000"/>
                  </a:outerShdw>
                </a:effectLst>
                <a:latin typeface="Times New Roman" panose="02020603050405020304" pitchFamily="18" charset="0"/>
                <a:cs typeface="Angsana New" pitchFamily="18" charset="-34"/>
              </a:rPr>
              <a:t>a frequency</a:t>
            </a:r>
            <a:endParaRPr lang="en-US" altLang="ja-JP" sz="1400">
              <a:effectLst>
                <a:outerShdw blurRad="38100" dist="38100" dir="2700000" algn="tl">
                  <a:srgbClr val="000000"/>
                </a:outerShdw>
              </a:effectLst>
              <a:latin typeface="Times New Roman" panose="02020603050405020304" pitchFamily="18" charset="0"/>
              <a:cs typeface="Angsana New" pitchFamily="18" charset="-34"/>
            </a:endParaRPr>
          </a:p>
        </p:txBody>
      </p:sp>
      <p:sp>
        <p:nvSpPr>
          <p:cNvPr id="553053" name="Rectangle 93"/>
          <p:cNvSpPr>
            <a:spLocks noChangeArrowheads="1"/>
          </p:cNvSpPr>
          <p:nvPr/>
        </p:nvSpPr>
        <p:spPr bwMode="auto">
          <a:xfrm>
            <a:off x="344488" y="1463675"/>
            <a:ext cx="1905000" cy="384175"/>
          </a:xfrm>
          <a:prstGeom prst="rect">
            <a:avLst/>
          </a:prstGeom>
          <a:solidFill>
            <a:srgbClr val="800080"/>
          </a:solidFill>
          <a:ln w="9525">
            <a:solidFill>
              <a:schemeClr val="tx1"/>
            </a:solidFill>
            <a:prstDash val="sysDot"/>
            <a:miter lim="800000"/>
            <a:headEnd/>
            <a:tailEnd/>
          </a:ln>
          <a:effectLst>
            <a:outerShdw blurRad="63500" dist="107763" dir="2700000" algn="ctr" rotWithShape="0">
              <a:schemeClr val="bg2">
                <a:alpha val="74998"/>
              </a:schemeClr>
            </a:outerShdw>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th-TH" altLang="ja-JP" sz="1400">
                <a:effectLst>
                  <a:outerShdw blurRad="38100" dist="38100" dir="2700000" algn="tl">
                    <a:srgbClr val="000000"/>
                  </a:outerShdw>
                </a:effectLst>
                <a:latin typeface="Times New Roman" panose="02020603050405020304" pitchFamily="18" charset="0"/>
                <a:cs typeface="Angsana New" pitchFamily="18" charset="-34"/>
              </a:rPr>
              <a:t>Fill out necessary item</a:t>
            </a:r>
            <a:endParaRPr lang="en-US" altLang="ja-JP" sz="1400">
              <a:effectLst>
                <a:outerShdw blurRad="38100" dist="38100" dir="2700000" algn="tl">
                  <a:srgbClr val="000000"/>
                </a:outerShdw>
              </a:effectLst>
              <a:latin typeface="Times New Roman" panose="02020603050405020304" pitchFamily="18" charset="0"/>
              <a:cs typeface="Angsana New" pitchFamily="18" charset="-34"/>
            </a:endParaRPr>
          </a:p>
        </p:txBody>
      </p:sp>
      <p:sp>
        <p:nvSpPr>
          <p:cNvPr id="553054" name="Rectangle 94"/>
          <p:cNvSpPr>
            <a:spLocks noChangeArrowheads="1"/>
          </p:cNvSpPr>
          <p:nvPr/>
        </p:nvSpPr>
        <p:spPr bwMode="auto">
          <a:xfrm>
            <a:off x="344488" y="4437063"/>
            <a:ext cx="1447800" cy="647700"/>
          </a:xfrm>
          <a:prstGeom prst="rect">
            <a:avLst/>
          </a:prstGeom>
          <a:solidFill>
            <a:srgbClr val="800080"/>
          </a:solidFill>
          <a:ln w="9525">
            <a:solidFill>
              <a:schemeClr val="tx1"/>
            </a:solidFill>
            <a:prstDash val="sysDot"/>
            <a:miter lim="800000"/>
            <a:headEnd/>
            <a:tailEnd/>
          </a:ln>
          <a:effectLst>
            <a:outerShdw blurRad="63500" dist="107763" dir="2700000" algn="ctr" rotWithShape="0">
              <a:schemeClr val="bg2">
                <a:alpha val="74998"/>
              </a:schemeClr>
            </a:outerShdw>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th-TH" altLang="ja-JP" sz="1400">
                <a:effectLst>
                  <a:outerShdw blurRad="38100" dist="38100" dir="2700000" algn="tl">
                    <a:srgbClr val="000000"/>
                  </a:outerShdw>
                </a:effectLst>
                <a:latin typeface="Times New Roman" panose="02020603050405020304" pitchFamily="18" charset="0"/>
                <a:cs typeface="Angsana New" pitchFamily="18" charset="-34"/>
              </a:rPr>
              <a:t>Do not forget </a:t>
            </a:r>
          </a:p>
          <a:p>
            <a:pPr algn="ctr" eaLnBrk="1" hangingPunct="1"/>
            <a:r>
              <a:rPr lang="th-TH" altLang="ja-JP" sz="1400">
                <a:effectLst>
                  <a:outerShdw blurRad="38100" dist="38100" dir="2700000" algn="tl">
                    <a:srgbClr val="000000"/>
                  </a:outerShdw>
                </a:effectLst>
                <a:latin typeface="Times New Roman" panose="02020603050405020304" pitchFamily="18" charset="0"/>
                <a:cs typeface="Angsana New" pitchFamily="18" charset="-34"/>
              </a:rPr>
              <a:t>to fill out </a:t>
            </a:r>
            <a:r>
              <a:rPr lang="th-TH" altLang="ja-JP" sz="2000">
                <a:effectLst>
                  <a:outerShdw blurRad="38100" dist="38100" dir="2700000" algn="tl">
                    <a:srgbClr val="000000"/>
                  </a:outerShdw>
                </a:effectLst>
                <a:latin typeface="Times New Roman" panose="02020603050405020304" pitchFamily="18" charset="0"/>
                <a:cs typeface="Angsana New" pitchFamily="18" charset="-34"/>
              </a:rPr>
              <a:t>“0”</a:t>
            </a:r>
            <a:endParaRPr lang="en-US" altLang="ja-JP" sz="2000">
              <a:effectLst>
                <a:outerShdw blurRad="38100" dist="38100" dir="2700000" algn="tl">
                  <a:srgbClr val="000000"/>
                </a:outerShdw>
              </a:effectLst>
              <a:latin typeface="Times New Roman" panose="02020603050405020304" pitchFamily="18" charset="0"/>
              <a:cs typeface="Angsana New" pitchFamily="18" charset="-34"/>
            </a:endParaRPr>
          </a:p>
        </p:txBody>
      </p:sp>
      <p:sp>
        <p:nvSpPr>
          <p:cNvPr id="52234" name="Text Box 95"/>
          <p:cNvSpPr txBox="1">
            <a:spLocks noChangeArrowheads="1"/>
          </p:cNvSpPr>
          <p:nvPr/>
        </p:nvSpPr>
        <p:spPr bwMode="auto">
          <a:xfrm>
            <a:off x="2863850" y="3573463"/>
            <a:ext cx="1296988" cy="527050"/>
          </a:xfrm>
          <a:prstGeom prst="rect">
            <a:avLst/>
          </a:prstGeom>
          <a:solidFill>
            <a:srgbClr val="800080"/>
          </a:solidFill>
          <a:ln w="9525">
            <a:solidFill>
              <a:srgbClr val="FFFFFF"/>
            </a:solidFill>
            <a:miter lim="800000"/>
            <a:headEnd/>
            <a:tailEnd/>
          </a:ln>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th-TH" altLang="ja-JP" sz="1400">
                <a:latin typeface="Times New Roman" panose="02020603050405020304" pitchFamily="18" charset="0"/>
                <a:cs typeface="Angsana New" pitchFamily="18" charset="-34"/>
              </a:rPr>
              <a:t>Make a scale square shaped</a:t>
            </a:r>
            <a:endParaRPr lang="en-US" altLang="ja-JP" sz="1400">
              <a:latin typeface="Times New Roman" panose="02020603050405020304" pitchFamily="18" charset="0"/>
              <a:cs typeface="Angsana New" pitchFamily="18" charset="-34"/>
            </a:endParaRPr>
          </a:p>
        </p:txBody>
      </p:sp>
      <p:sp>
        <p:nvSpPr>
          <p:cNvPr id="553056" name="Rectangle 96"/>
          <p:cNvSpPr>
            <a:spLocks noChangeArrowheads="1"/>
          </p:cNvSpPr>
          <p:nvPr/>
        </p:nvSpPr>
        <p:spPr bwMode="auto">
          <a:xfrm>
            <a:off x="7545388" y="2924175"/>
            <a:ext cx="2011362" cy="303213"/>
          </a:xfrm>
          <a:prstGeom prst="rect">
            <a:avLst/>
          </a:prstGeom>
          <a:solidFill>
            <a:srgbClr val="800080"/>
          </a:solidFill>
          <a:ln w="9525">
            <a:solidFill>
              <a:schemeClr val="tx1"/>
            </a:solidFill>
            <a:prstDash val="sysDot"/>
            <a:miter lim="800000"/>
            <a:headEnd/>
            <a:tailEnd/>
          </a:ln>
          <a:effectLst>
            <a:outerShdw blurRad="63500" dist="107763" dir="2700000" algn="ctr" rotWithShape="0">
              <a:schemeClr val="bg2">
                <a:alpha val="74998"/>
              </a:schemeClr>
            </a:outerShdw>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th-TH" altLang="ja-JP" sz="1400">
                <a:effectLst>
                  <a:outerShdw blurRad="38100" dist="38100" dir="2700000" algn="tl">
                    <a:srgbClr val="000000"/>
                  </a:outerShdw>
                </a:effectLst>
                <a:latin typeface="Times New Roman" panose="02020603050405020304" pitchFamily="18" charset="0"/>
                <a:cs typeface="Angsana New" pitchFamily="18" charset="-34"/>
              </a:rPr>
              <a:t>Complete if necessary</a:t>
            </a:r>
            <a:endParaRPr lang="en-US" altLang="ja-JP" sz="1400">
              <a:effectLst>
                <a:outerShdw blurRad="38100" dist="38100" dir="2700000" algn="tl">
                  <a:srgbClr val="000000"/>
                </a:outerShdw>
              </a:effectLst>
              <a:latin typeface="Times New Roman" panose="02020603050405020304" pitchFamily="18" charset="0"/>
              <a:cs typeface="Angsana New" pitchFamily="18" charset="-34"/>
            </a:endParaRPr>
          </a:p>
        </p:txBody>
      </p:sp>
      <p:sp>
        <p:nvSpPr>
          <p:cNvPr id="553057" name="Rectangle 97"/>
          <p:cNvSpPr>
            <a:spLocks noChangeArrowheads="1"/>
          </p:cNvSpPr>
          <p:nvPr/>
        </p:nvSpPr>
        <p:spPr bwMode="auto">
          <a:xfrm>
            <a:off x="7616825" y="4365625"/>
            <a:ext cx="1914525" cy="609600"/>
          </a:xfrm>
          <a:prstGeom prst="rect">
            <a:avLst/>
          </a:prstGeom>
          <a:solidFill>
            <a:srgbClr val="800080"/>
          </a:solidFill>
          <a:ln w="9525">
            <a:solidFill>
              <a:schemeClr val="tx1"/>
            </a:solidFill>
            <a:prstDash val="sysDot"/>
            <a:miter lim="800000"/>
            <a:headEnd/>
            <a:tailEnd/>
          </a:ln>
          <a:effectLst>
            <a:outerShdw blurRad="63500" dist="107763" dir="2700000" algn="ctr" rotWithShape="0">
              <a:schemeClr val="bg2">
                <a:alpha val="74998"/>
              </a:schemeClr>
            </a:outerShdw>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th-TH" altLang="ja-JP" sz="1400">
                <a:effectLst>
                  <a:outerShdw blurRad="38100" dist="38100" dir="2700000" algn="tl">
                    <a:srgbClr val="000000"/>
                  </a:outerShdw>
                </a:effectLst>
                <a:latin typeface="Times New Roman" panose="02020603050405020304" pitchFamily="18" charset="0"/>
                <a:cs typeface="Angsana New" pitchFamily="18" charset="-34"/>
              </a:rPr>
              <a:t>Hatching the column </a:t>
            </a:r>
          </a:p>
          <a:p>
            <a:pPr eaLnBrk="1" hangingPunct="1"/>
            <a:r>
              <a:rPr lang="th-TH" altLang="ja-JP" sz="1400">
                <a:effectLst>
                  <a:outerShdw blurRad="38100" dist="38100" dir="2700000" algn="tl">
                    <a:srgbClr val="000000"/>
                  </a:outerShdw>
                </a:effectLst>
                <a:latin typeface="Times New Roman" panose="02020603050405020304" pitchFamily="18" charset="0"/>
                <a:cs typeface="Angsana New" pitchFamily="18" charset="-34"/>
              </a:rPr>
              <a:t>except a standard</a:t>
            </a:r>
            <a:endParaRPr lang="en-US" altLang="ja-JP" sz="1400">
              <a:effectLst>
                <a:outerShdw blurRad="38100" dist="38100" dir="2700000" algn="tl">
                  <a:srgbClr val="000000"/>
                </a:outerShdw>
              </a:effectLst>
              <a:latin typeface="Times New Roman" panose="02020603050405020304" pitchFamily="18" charset="0"/>
              <a:cs typeface="Angsana New" pitchFamily="18" charset="-34"/>
            </a:endParaRPr>
          </a:p>
        </p:txBody>
      </p:sp>
      <p:sp>
        <p:nvSpPr>
          <p:cNvPr id="553058" name="Rectangle 98"/>
          <p:cNvSpPr>
            <a:spLocks noChangeArrowheads="1"/>
          </p:cNvSpPr>
          <p:nvPr/>
        </p:nvSpPr>
        <p:spPr bwMode="auto">
          <a:xfrm>
            <a:off x="8121650" y="5229225"/>
            <a:ext cx="1403350" cy="398463"/>
          </a:xfrm>
          <a:prstGeom prst="rect">
            <a:avLst/>
          </a:prstGeom>
          <a:solidFill>
            <a:srgbClr val="800080"/>
          </a:solidFill>
          <a:ln w="9525">
            <a:solidFill>
              <a:schemeClr val="tx1"/>
            </a:solidFill>
            <a:prstDash val="sysDot"/>
            <a:miter lim="800000"/>
            <a:headEnd/>
            <a:tailEnd/>
          </a:ln>
          <a:effectLst>
            <a:outerShdw blurRad="63500" dist="107763" dir="2700000" algn="ctr" rotWithShape="0">
              <a:schemeClr val="bg2">
                <a:alpha val="74998"/>
              </a:schemeClr>
            </a:outerShdw>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th-TH" altLang="ja-JP" sz="1400">
                <a:effectLst>
                  <a:outerShdw blurRad="38100" dist="38100" dir="2700000" algn="tl">
                    <a:srgbClr val="000000"/>
                  </a:outerShdw>
                </a:effectLst>
                <a:latin typeface="Times New Roman" panose="02020603050405020304" pitchFamily="18" charset="0"/>
                <a:cs typeface="Angsana New" pitchFamily="18" charset="-34"/>
              </a:rPr>
              <a:t>Fill out the unit</a:t>
            </a:r>
            <a:endParaRPr lang="en-US" altLang="ja-JP" sz="1400">
              <a:effectLst>
                <a:outerShdw blurRad="38100" dist="38100" dir="2700000" algn="tl">
                  <a:srgbClr val="000000"/>
                </a:outerShdw>
              </a:effectLst>
              <a:latin typeface="Times New Roman" panose="02020603050405020304" pitchFamily="18" charset="0"/>
              <a:cs typeface="Angsana New" pitchFamily="18" charset="-34"/>
            </a:endParaRPr>
          </a:p>
        </p:txBody>
      </p:sp>
      <p:sp>
        <p:nvSpPr>
          <p:cNvPr id="553059" name="Rectangle 99"/>
          <p:cNvSpPr>
            <a:spLocks noChangeArrowheads="1"/>
          </p:cNvSpPr>
          <p:nvPr/>
        </p:nvSpPr>
        <p:spPr bwMode="auto">
          <a:xfrm>
            <a:off x="7689850" y="1489075"/>
            <a:ext cx="1905000" cy="307975"/>
          </a:xfrm>
          <a:prstGeom prst="rect">
            <a:avLst/>
          </a:prstGeom>
          <a:solidFill>
            <a:srgbClr val="800080"/>
          </a:solidFill>
          <a:ln w="9525">
            <a:solidFill>
              <a:schemeClr val="tx1"/>
            </a:solidFill>
            <a:prstDash val="sysDot"/>
            <a:miter lim="800000"/>
            <a:headEnd/>
            <a:tailEnd/>
          </a:ln>
          <a:effectLst>
            <a:outerShdw blurRad="63500" dist="107763" dir="2700000" algn="ctr" rotWithShape="0">
              <a:schemeClr val="bg2">
                <a:alpha val="74998"/>
              </a:schemeClr>
            </a:outerShdw>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th-TH" altLang="ja-JP" sz="1400">
                <a:effectLst>
                  <a:outerShdw blurRad="38100" dist="38100" dir="2700000" algn="tl">
                    <a:srgbClr val="000000"/>
                  </a:outerShdw>
                </a:effectLst>
                <a:latin typeface="Times New Roman" panose="02020603050405020304" pitchFamily="18" charset="0"/>
                <a:cs typeface="Angsana New" pitchFamily="18" charset="-34"/>
              </a:rPr>
              <a:t>Draw an average line</a:t>
            </a:r>
            <a:endParaRPr lang="en-US" altLang="ja-JP" sz="1400">
              <a:effectLst>
                <a:outerShdw blurRad="38100" dist="38100" dir="2700000" algn="tl">
                  <a:srgbClr val="000000"/>
                </a:outerShdw>
              </a:effectLst>
              <a:latin typeface="Times New Roman" panose="02020603050405020304" pitchFamily="18" charset="0"/>
              <a:cs typeface="Angsana New" pitchFamily="18" charset="-34"/>
            </a:endParaRPr>
          </a:p>
        </p:txBody>
      </p:sp>
      <p:sp>
        <p:nvSpPr>
          <p:cNvPr id="52239" name="Text Box 100"/>
          <p:cNvSpPr txBox="1">
            <a:spLocks noChangeArrowheads="1"/>
          </p:cNvSpPr>
          <p:nvPr/>
        </p:nvSpPr>
        <p:spPr bwMode="auto">
          <a:xfrm>
            <a:off x="8121650" y="5710238"/>
            <a:ext cx="1435100" cy="527050"/>
          </a:xfrm>
          <a:prstGeom prst="rect">
            <a:avLst/>
          </a:prstGeom>
          <a:solidFill>
            <a:srgbClr val="800080"/>
          </a:solidFill>
          <a:ln w="9525">
            <a:solidFill>
              <a:srgbClr val="FFFFFF"/>
            </a:solidFill>
            <a:miter lim="800000"/>
            <a:headEnd/>
            <a:tailEnd/>
          </a:ln>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th-TH" altLang="ja-JP" sz="1400">
                <a:latin typeface="Times New Roman" panose="02020603050405020304" pitchFamily="18" charset="0"/>
                <a:cs typeface="Angsana New" pitchFamily="18" charset="-34"/>
              </a:rPr>
              <a:t>Fill out the characteristic</a:t>
            </a:r>
            <a:endParaRPr lang="en-US" altLang="ja-JP" sz="1400">
              <a:latin typeface="Times New Roman" panose="02020603050405020304" pitchFamily="18" charset="0"/>
              <a:cs typeface="Angsana New" pitchFamily="18" charset="-34"/>
            </a:endParaRPr>
          </a:p>
        </p:txBody>
      </p:sp>
      <p:sp>
        <p:nvSpPr>
          <p:cNvPr id="52240" name="Text Box 101"/>
          <p:cNvSpPr txBox="1">
            <a:spLocks noChangeArrowheads="1"/>
          </p:cNvSpPr>
          <p:nvPr/>
        </p:nvSpPr>
        <p:spPr bwMode="auto">
          <a:xfrm>
            <a:off x="3717925" y="1458913"/>
            <a:ext cx="33655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en-US" altLang="ja-JP" sz="1000">
                <a:solidFill>
                  <a:schemeClr val="folHlink"/>
                </a:solidFill>
                <a:latin typeface="Times New Roman" panose="02020603050405020304" pitchFamily="18" charset="0"/>
              </a:rPr>
              <a:t>Lower standard line</a:t>
            </a:r>
          </a:p>
        </p:txBody>
      </p:sp>
      <p:sp>
        <p:nvSpPr>
          <p:cNvPr id="52241" name="Text Box 102"/>
          <p:cNvSpPr txBox="1">
            <a:spLocks noChangeArrowheads="1"/>
          </p:cNvSpPr>
          <p:nvPr/>
        </p:nvSpPr>
        <p:spPr bwMode="auto">
          <a:xfrm>
            <a:off x="5830888" y="1517650"/>
            <a:ext cx="336550" cy="187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en-US" altLang="ja-JP" sz="1000">
                <a:solidFill>
                  <a:schemeClr val="folHlink"/>
                </a:solidFill>
                <a:latin typeface="Times New Roman" panose="02020603050405020304" pitchFamily="18" charset="0"/>
              </a:rPr>
              <a:t>Upper standard line</a:t>
            </a:r>
            <a:r>
              <a:rPr lang="th-TH" altLang="ja-JP" sz="1000">
                <a:solidFill>
                  <a:schemeClr val="folHlink"/>
                </a:solidFill>
                <a:latin typeface="Times New Roman" panose="02020603050405020304" pitchFamily="18" charset="0"/>
              </a:rPr>
              <a:t>น</a:t>
            </a:r>
            <a:endParaRPr lang="en-US" altLang="ja-JP" sz="1000">
              <a:solidFill>
                <a:schemeClr val="folHlink"/>
              </a:solidFill>
              <a:latin typeface="Times New Roman" panose="02020603050405020304" pitchFamily="18"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ext Box 2"/>
          <p:cNvSpPr txBox="1">
            <a:spLocks noChangeArrowheads="1"/>
          </p:cNvSpPr>
          <p:nvPr/>
        </p:nvSpPr>
        <p:spPr bwMode="auto">
          <a:xfrm>
            <a:off x="3095625" y="309563"/>
            <a:ext cx="43973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ja-JP" altLang="en-US" sz="1000" b="0">
                <a:latin typeface="Times New Roman" panose="02020603050405020304" pitchFamily="18" charset="0"/>
              </a:rPr>
              <a:t>－</a:t>
            </a:r>
            <a:endParaRPr lang="en-US" altLang="ja-JP" sz="1000" b="0">
              <a:latin typeface="Times New Roman" panose="02020603050405020304" pitchFamily="18" charset="0"/>
            </a:endParaRPr>
          </a:p>
        </p:txBody>
      </p:sp>
      <p:sp>
        <p:nvSpPr>
          <p:cNvPr id="53251" name="Text Box 3"/>
          <p:cNvSpPr txBox="1">
            <a:spLocks noChangeArrowheads="1"/>
          </p:cNvSpPr>
          <p:nvPr/>
        </p:nvSpPr>
        <p:spPr bwMode="auto">
          <a:xfrm>
            <a:off x="3440113" y="527050"/>
            <a:ext cx="439737"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ja-JP" altLang="en-US" sz="1000" b="0">
                <a:latin typeface="Times New Roman" panose="02020603050405020304" pitchFamily="18" charset="0"/>
              </a:rPr>
              <a:t>－</a:t>
            </a:r>
            <a:endParaRPr lang="en-US" altLang="ja-JP" sz="1000" b="0">
              <a:latin typeface="Times New Roman" panose="02020603050405020304" pitchFamily="18" charset="0"/>
            </a:endParaRPr>
          </a:p>
        </p:txBody>
      </p:sp>
      <p:sp>
        <p:nvSpPr>
          <p:cNvPr id="533511" name="Text Box 7"/>
          <p:cNvSpPr txBox="1">
            <a:spLocks noChangeArrowheads="1"/>
          </p:cNvSpPr>
          <p:nvPr/>
        </p:nvSpPr>
        <p:spPr bwMode="auto">
          <a:xfrm>
            <a:off x="152400" y="774700"/>
            <a:ext cx="2971800" cy="379413"/>
          </a:xfrm>
          <a:prstGeom prst="rect">
            <a:avLst/>
          </a:prstGeom>
          <a:solidFill>
            <a:srgbClr val="008000"/>
          </a:solidFill>
          <a:ln w="12700">
            <a:solidFill>
              <a:schemeClr val="tx1"/>
            </a:solidFill>
            <a:miter lim="800000"/>
            <a:headEnd/>
            <a:tailEnd/>
          </a:ln>
          <a:effectLst>
            <a:outerShdw blurRad="63500" dist="107763" dir="2700000" algn="ctr" rotWithShape="0">
              <a:schemeClr val="bg2">
                <a:alpha val="74998"/>
              </a:schemeClr>
            </a:outerShdw>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spcBef>
                <a:spcPct val="50000"/>
              </a:spcBef>
            </a:pPr>
            <a:r>
              <a:rPr lang="en-US" altLang="ja-JP" sz="1800">
                <a:effectLst>
                  <a:outerShdw blurRad="38100" dist="38100" dir="2700000" algn="tl">
                    <a:srgbClr val="000000"/>
                  </a:outerShdw>
                </a:effectLst>
                <a:latin typeface="Times New Roman" panose="02020603050405020304" pitchFamily="18" charset="0"/>
                <a:ea typeface="イワタ中丸ゴシック体(GT)" charset="-128"/>
              </a:rPr>
              <a:t>(7)  Control chart </a:t>
            </a:r>
          </a:p>
        </p:txBody>
      </p:sp>
      <p:sp>
        <p:nvSpPr>
          <p:cNvPr id="533514" name="AutoShape 10"/>
          <p:cNvSpPr>
            <a:spLocks noChangeArrowheads="1"/>
          </p:cNvSpPr>
          <p:nvPr/>
        </p:nvSpPr>
        <p:spPr bwMode="auto">
          <a:xfrm>
            <a:off x="228600" y="1295400"/>
            <a:ext cx="9525000" cy="5403850"/>
          </a:xfrm>
          <a:prstGeom prst="roundRect">
            <a:avLst>
              <a:gd name="adj" fmla="val 4171"/>
            </a:avLst>
          </a:prstGeom>
          <a:solidFill>
            <a:srgbClr val="000080">
              <a:alpha val="50000"/>
            </a:srgbClr>
          </a:solidFill>
          <a:ln w="9525">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sp>
        <p:nvSpPr>
          <p:cNvPr id="533515" name="Line 11"/>
          <p:cNvSpPr>
            <a:spLocks noChangeShapeType="1"/>
          </p:cNvSpPr>
          <p:nvPr/>
        </p:nvSpPr>
        <p:spPr bwMode="auto">
          <a:xfrm>
            <a:off x="1222375" y="1928813"/>
            <a:ext cx="11113" cy="1744662"/>
          </a:xfrm>
          <a:prstGeom prst="line">
            <a:avLst/>
          </a:prstGeom>
          <a:noFill/>
          <a:ln w="285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516" name="Line 12"/>
          <p:cNvSpPr>
            <a:spLocks noChangeShapeType="1"/>
          </p:cNvSpPr>
          <p:nvPr/>
        </p:nvSpPr>
        <p:spPr bwMode="auto">
          <a:xfrm>
            <a:off x="1222375" y="4059238"/>
            <a:ext cx="11113" cy="1255712"/>
          </a:xfrm>
          <a:prstGeom prst="line">
            <a:avLst/>
          </a:prstGeom>
          <a:noFill/>
          <a:ln w="285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517" name="Line 13"/>
          <p:cNvSpPr>
            <a:spLocks noChangeShapeType="1"/>
          </p:cNvSpPr>
          <p:nvPr/>
        </p:nvSpPr>
        <p:spPr bwMode="auto">
          <a:xfrm flipV="1">
            <a:off x="1211263" y="5314950"/>
            <a:ext cx="7961312" cy="4763"/>
          </a:xfrm>
          <a:prstGeom prst="line">
            <a:avLst/>
          </a:prstGeom>
          <a:noFill/>
          <a:ln w="285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518" name="Line 14"/>
          <p:cNvSpPr>
            <a:spLocks noChangeShapeType="1"/>
          </p:cNvSpPr>
          <p:nvPr/>
        </p:nvSpPr>
        <p:spPr bwMode="auto">
          <a:xfrm>
            <a:off x="1481138" y="5214938"/>
            <a:ext cx="0" cy="100012"/>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519" name="Line 15"/>
          <p:cNvSpPr>
            <a:spLocks noChangeShapeType="1"/>
          </p:cNvSpPr>
          <p:nvPr/>
        </p:nvSpPr>
        <p:spPr bwMode="auto">
          <a:xfrm>
            <a:off x="1727200" y="5214938"/>
            <a:ext cx="0" cy="100012"/>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520" name="Line 16"/>
          <p:cNvSpPr>
            <a:spLocks noChangeShapeType="1"/>
          </p:cNvSpPr>
          <p:nvPr/>
        </p:nvSpPr>
        <p:spPr bwMode="auto">
          <a:xfrm>
            <a:off x="1974850" y="5214938"/>
            <a:ext cx="0" cy="100012"/>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521" name="Line 17"/>
          <p:cNvSpPr>
            <a:spLocks noChangeShapeType="1"/>
          </p:cNvSpPr>
          <p:nvPr/>
        </p:nvSpPr>
        <p:spPr bwMode="auto">
          <a:xfrm>
            <a:off x="2224088" y="5214938"/>
            <a:ext cx="0" cy="100012"/>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522" name="Line 18"/>
          <p:cNvSpPr>
            <a:spLocks noChangeShapeType="1"/>
          </p:cNvSpPr>
          <p:nvPr/>
        </p:nvSpPr>
        <p:spPr bwMode="auto">
          <a:xfrm>
            <a:off x="2470150" y="5214938"/>
            <a:ext cx="0" cy="100012"/>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523" name="Line 19"/>
          <p:cNvSpPr>
            <a:spLocks noChangeShapeType="1"/>
          </p:cNvSpPr>
          <p:nvPr/>
        </p:nvSpPr>
        <p:spPr bwMode="auto">
          <a:xfrm>
            <a:off x="2717800" y="5214938"/>
            <a:ext cx="0" cy="100012"/>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524" name="Line 20"/>
          <p:cNvSpPr>
            <a:spLocks noChangeShapeType="1"/>
          </p:cNvSpPr>
          <p:nvPr/>
        </p:nvSpPr>
        <p:spPr bwMode="auto">
          <a:xfrm>
            <a:off x="2965450" y="5214938"/>
            <a:ext cx="0" cy="100012"/>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525" name="Line 21"/>
          <p:cNvSpPr>
            <a:spLocks noChangeShapeType="1"/>
          </p:cNvSpPr>
          <p:nvPr/>
        </p:nvSpPr>
        <p:spPr bwMode="auto">
          <a:xfrm>
            <a:off x="3211513" y="5214938"/>
            <a:ext cx="0" cy="100012"/>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526" name="Line 22"/>
          <p:cNvSpPr>
            <a:spLocks noChangeShapeType="1"/>
          </p:cNvSpPr>
          <p:nvPr/>
        </p:nvSpPr>
        <p:spPr bwMode="auto">
          <a:xfrm>
            <a:off x="3460750" y="5214938"/>
            <a:ext cx="0" cy="100012"/>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527" name="Line 23"/>
          <p:cNvSpPr>
            <a:spLocks noChangeShapeType="1"/>
          </p:cNvSpPr>
          <p:nvPr/>
        </p:nvSpPr>
        <p:spPr bwMode="auto">
          <a:xfrm>
            <a:off x="3708400" y="5214938"/>
            <a:ext cx="0" cy="100012"/>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528" name="Line 24"/>
          <p:cNvSpPr>
            <a:spLocks noChangeShapeType="1"/>
          </p:cNvSpPr>
          <p:nvPr/>
        </p:nvSpPr>
        <p:spPr bwMode="auto">
          <a:xfrm>
            <a:off x="3954463" y="5214938"/>
            <a:ext cx="0" cy="100012"/>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529" name="Line 25"/>
          <p:cNvSpPr>
            <a:spLocks noChangeShapeType="1"/>
          </p:cNvSpPr>
          <p:nvPr/>
        </p:nvSpPr>
        <p:spPr bwMode="auto">
          <a:xfrm>
            <a:off x="4202113" y="5214938"/>
            <a:ext cx="0" cy="100012"/>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530" name="Line 26"/>
          <p:cNvSpPr>
            <a:spLocks noChangeShapeType="1"/>
          </p:cNvSpPr>
          <p:nvPr/>
        </p:nvSpPr>
        <p:spPr bwMode="auto">
          <a:xfrm>
            <a:off x="4449763" y="5214938"/>
            <a:ext cx="0" cy="100012"/>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531" name="Line 27"/>
          <p:cNvSpPr>
            <a:spLocks noChangeShapeType="1"/>
          </p:cNvSpPr>
          <p:nvPr/>
        </p:nvSpPr>
        <p:spPr bwMode="auto">
          <a:xfrm flipH="1">
            <a:off x="4697413" y="5214938"/>
            <a:ext cx="0" cy="100012"/>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532" name="Line 28"/>
          <p:cNvSpPr>
            <a:spLocks noChangeShapeType="1"/>
          </p:cNvSpPr>
          <p:nvPr/>
        </p:nvSpPr>
        <p:spPr bwMode="auto">
          <a:xfrm>
            <a:off x="4945063" y="5214938"/>
            <a:ext cx="0" cy="100012"/>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533" name="Line 29"/>
          <p:cNvSpPr>
            <a:spLocks noChangeShapeType="1"/>
          </p:cNvSpPr>
          <p:nvPr/>
        </p:nvSpPr>
        <p:spPr bwMode="auto">
          <a:xfrm>
            <a:off x="5192713" y="5214938"/>
            <a:ext cx="0" cy="100012"/>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534" name="Line 30"/>
          <p:cNvSpPr>
            <a:spLocks noChangeShapeType="1"/>
          </p:cNvSpPr>
          <p:nvPr/>
        </p:nvSpPr>
        <p:spPr bwMode="auto">
          <a:xfrm>
            <a:off x="5438775" y="5214938"/>
            <a:ext cx="0" cy="100012"/>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535" name="Line 31"/>
          <p:cNvSpPr>
            <a:spLocks noChangeShapeType="1"/>
          </p:cNvSpPr>
          <p:nvPr/>
        </p:nvSpPr>
        <p:spPr bwMode="auto">
          <a:xfrm>
            <a:off x="5686425" y="5214938"/>
            <a:ext cx="0" cy="100012"/>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536" name="Line 32"/>
          <p:cNvSpPr>
            <a:spLocks noChangeShapeType="1"/>
          </p:cNvSpPr>
          <p:nvPr/>
        </p:nvSpPr>
        <p:spPr bwMode="auto">
          <a:xfrm>
            <a:off x="5935663" y="5214938"/>
            <a:ext cx="0" cy="100012"/>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537" name="Line 33"/>
          <p:cNvSpPr>
            <a:spLocks noChangeShapeType="1"/>
          </p:cNvSpPr>
          <p:nvPr/>
        </p:nvSpPr>
        <p:spPr bwMode="auto">
          <a:xfrm>
            <a:off x="6181725" y="5214938"/>
            <a:ext cx="0" cy="100012"/>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538" name="Line 34"/>
          <p:cNvSpPr>
            <a:spLocks noChangeShapeType="1"/>
          </p:cNvSpPr>
          <p:nvPr/>
        </p:nvSpPr>
        <p:spPr bwMode="auto">
          <a:xfrm>
            <a:off x="6429375" y="5214938"/>
            <a:ext cx="0" cy="100012"/>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539" name="Line 35"/>
          <p:cNvSpPr>
            <a:spLocks noChangeShapeType="1"/>
          </p:cNvSpPr>
          <p:nvPr/>
        </p:nvSpPr>
        <p:spPr bwMode="auto">
          <a:xfrm>
            <a:off x="6677025" y="5214938"/>
            <a:ext cx="0" cy="100012"/>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540" name="Line 36"/>
          <p:cNvSpPr>
            <a:spLocks noChangeShapeType="1"/>
          </p:cNvSpPr>
          <p:nvPr/>
        </p:nvSpPr>
        <p:spPr bwMode="auto">
          <a:xfrm>
            <a:off x="6923088" y="5214938"/>
            <a:ext cx="0" cy="100012"/>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541" name="Line 37"/>
          <p:cNvSpPr>
            <a:spLocks noChangeShapeType="1"/>
          </p:cNvSpPr>
          <p:nvPr/>
        </p:nvSpPr>
        <p:spPr bwMode="auto">
          <a:xfrm>
            <a:off x="7172325" y="5214938"/>
            <a:ext cx="0" cy="100012"/>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542" name="Line 38"/>
          <p:cNvSpPr>
            <a:spLocks noChangeShapeType="1"/>
          </p:cNvSpPr>
          <p:nvPr/>
        </p:nvSpPr>
        <p:spPr bwMode="auto">
          <a:xfrm>
            <a:off x="7419975" y="5214938"/>
            <a:ext cx="0" cy="100012"/>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543" name="Line 39"/>
          <p:cNvSpPr>
            <a:spLocks noChangeShapeType="1"/>
          </p:cNvSpPr>
          <p:nvPr/>
        </p:nvSpPr>
        <p:spPr bwMode="auto">
          <a:xfrm>
            <a:off x="1233488" y="5119688"/>
            <a:ext cx="122237" cy="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544" name="Line 40"/>
          <p:cNvSpPr>
            <a:spLocks noChangeShapeType="1"/>
          </p:cNvSpPr>
          <p:nvPr/>
        </p:nvSpPr>
        <p:spPr bwMode="auto">
          <a:xfrm>
            <a:off x="1233488" y="4156075"/>
            <a:ext cx="122237" cy="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545" name="Line 41"/>
          <p:cNvSpPr>
            <a:spLocks noChangeShapeType="1"/>
          </p:cNvSpPr>
          <p:nvPr/>
        </p:nvSpPr>
        <p:spPr bwMode="auto">
          <a:xfrm>
            <a:off x="1233488" y="4346575"/>
            <a:ext cx="122237" cy="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546" name="Line 42"/>
          <p:cNvSpPr>
            <a:spLocks noChangeShapeType="1"/>
          </p:cNvSpPr>
          <p:nvPr/>
        </p:nvSpPr>
        <p:spPr bwMode="auto">
          <a:xfrm>
            <a:off x="1233488" y="4541838"/>
            <a:ext cx="122237" cy="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547" name="Line 43"/>
          <p:cNvSpPr>
            <a:spLocks noChangeShapeType="1"/>
          </p:cNvSpPr>
          <p:nvPr/>
        </p:nvSpPr>
        <p:spPr bwMode="auto">
          <a:xfrm>
            <a:off x="1233488" y="4733925"/>
            <a:ext cx="122237" cy="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548" name="Line 44"/>
          <p:cNvSpPr>
            <a:spLocks noChangeShapeType="1"/>
          </p:cNvSpPr>
          <p:nvPr/>
        </p:nvSpPr>
        <p:spPr bwMode="auto">
          <a:xfrm>
            <a:off x="1233488" y="4927600"/>
            <a:ext cx="122237" cy="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549" name="Line 45"/>
          <p:cNvSpPr>
            <a:spLocks noChangeShapeType="1"/>
          </p:cNvSpPr>
          <p:nvPr/>
        </p:nvSpPr>
        <p:spPr bwMode="auto">
          <a:xfrm>
            <a:off x="1233488" y="2224088"/>
            <a:ext cx="122237" cy="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550" name="Line 46"/>
          <p:cNvSpPr>
            <a:spLocks noChangeShapeType="1"/>
          </p:cNvSpPr>
          <p:nvPr/>
        </p:nvSpPr>
        <p:spPr bwMode="auto">
          <a:xfrm>
            <a:off x="1233488" y="2419350"/>
            <a:ext cx="122237" cy="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551" name="Line 47"/>
          <p:cNvSpPr>
            <a:spLocks noChangeShapeType="1"/>
          </p:cNvSpPr>
          <p:nvPr/>
        </p:nvSpPr>
        <p:spPr bwMode="auto">
          <a:xfrm>
            <a:off x="1233488" y="2611438"/>
            <a:ext cx="122237" cy="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552" name="Line 48"/>
          <p:cNvSpPr>
            <a:spLocks noChangeShapeType="1"/>
          </p:cNvSpPr>
          <p:nvPr/>
        </p:nvSpPr>
        <p:spPr bwMode="auto">
          <a:xfrm>
            <a:off x="1233488" y="2805113"/>
            <a:ext cx="122237" cy="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553" name="Line 49"/>
          <p:cNvSpPr>
            <a:spLocks noChangeShapeType="1"/>
          </p:cNvSpPr>
          <p:nvPr/>
        </p:nvSpPr>
        <p:spPr bwMode="auto">
          <a:xfrm>
            <a:off x="1233488" y="2997200"/>
            <a:ext cx="122237" cy="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554" name="Line 50"/>
          <p:cNvSpPr>
            <a:spLocks noChangeShapeType="1"/>
          </p:cNvSpPr>
          <p:nvPr/>
        </p:nvSpPr>
        <p:spPr bwMode="auto">
          <a:xfrm>
            <a:off x="1233488" y="3190875"/>
            <a:ext cx="122237" cy="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555" name="Line 51"/>
          <p:cNvSpPr>
            <a:spLocks noChangeShapeType="1"/>
          </p:cNvSpPr>
          <p:nvPr/>
        </p:nvSpPr>
        <p:spPr bwMode="auto">
          <a:xfrm>
            <a:off x="1233488" y="3382963"/>
            <a:ext cx="122237" cy="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556" name="Line 52"/>
          <p:cNvSpPr>
            <a:spLocks noChangeShapeType="1"/>
          </p:cNvSpPr>
          <p:nvPr/>
        </p:nvSpPr>
        <p:spPr bwMode="auto">
          <a:xfrm>
            <a:off x="1233488" y="3575050"/>
            <a:ext cx="122237" cy="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557" name="Text Box 53"/>
          <p:cNvSpPr txBox="1">
            <a:spLocks noChangeArrowheads="1"/>
          </p:cNvSpPr>
          <p:nvPr/>
        </p:nvSpPr>
        <p:spPr bwMode="auto">
          <a:xfrm>
            <a:off x="1279525" y="5372100"/>
            <a:ext cx="6710363" cy="336550"/>
          </a:xfrm>
          <a:prstGeom prst="rect">
            <a:avLst/>
          </a:prstGeom>
          <a:noFill/>
          <a:ln w="9525">
            <a:noFill/>
            <a:miter lim="800000"/>
            <a:headEnd/>
            <a:tailEnd/>
          </a:ln>
          <a:effectLst/>
        </p:spPr>
        <p:txBody>
          <a:bodyPr>
            <a:spAutoFit/>
          </a:bodyPr>
          <a:lstStyle/>
          <a:p>
            <a:pPr>
              <a:spcBef>
                <a:spcPct val="50000"/>
              </a:spcBef>
              <a:defRPr/>
            </a:pPr>
            <a:r>
              <a:rPr lang="en-US" altLang="ja-JP" sz="1600">
                <a:effectLst>
                  <a:outerShdw blurRad="38100" dist="38100" dir="2700000" algn="tl">
                    <a:srgbClr val="000000"/>
                  </a:outerShdw>
                </a:effectLst>
                <a:latin typeface="Times New Roman" pitchFamily="18" charset="0"/>
                <a:ea typeface="イワタ中丸ゴシック体(GT)" charset="-128"/>
              </a:rPr>
              <a:t>       2       4        6       8      10       12     14      16      18     20      22     24</a:t>
            </a:r>
          </a:p>
        </p:txBody>
      </p:sp>
      <p:sp>
        <p:nvSpPr>
          <p:cNvPr id="533558" name="Text Box 54"/>
          <p:cNvSpPr txBox="1">
            <a:spLocks noChangeArrowheads="1"/>
          </p:cNvSpPr>
          <p:nvPr/>
        </p:nvSpPr>
        <p:spPr bwMode="auto">
          <a:xfrm>
            <a:off x="833438" y="2068513"/>
            <a:ext cx="585787" cy="1679575"/>
          </a:xfrm>
          <a:prstGeom prst="rect">
            <a:avLst/>
          </a:prstGeom>
          <a:noFill/>
          <a:ln w="9525">
            <a:noFill/>
            <a:miter lim="800000"/>
            <a:headEnd/>
            <a:tailEnd/>
          </a:ln>
          <a:effectLst/>
        </p:spPr>
        <p:txBody>
          <a:bodyPr>
            <a:spAutoFit/>
          </a:bodyPr>
          <a:lstStyle/>
          <a:p>
            <a:pPr>
              <a:spcBef>
                <a:spcPct val="50000"/>
              </a:spcBef>
              <a:defRPr/>
            </a:pPr>
            <a:r>
              <a:rPr lang="en-US" altLang="ja-JP" sz="1300">
                <a:effectLst>
                  <a:outerShdw blurRad="38100" dist="38100" dir="2700000" algn="tl">
                    <a:srgbClr val="000000"/>
                  </a:outerShdw>
                </a:effectLst>
                <a:latin typeface="Times New Roman" pitchFamily="18" charset="0"/>
                <a:ea typeface="イワタ中丸ゴシック体(GT)" charset="-128"/>
              </a:rPr>
              <a:t>58</a:t>
            </a:r>
          </a:p>
          <a:p>
            <a:pPr>
              <a:defRPr/>
            </a:pPr>
            <a:r>
              <a:rPr lang="en-US" altLang="ja-JP" sz="1300">
                <a:effectLst>
                  <a:outerShdw blurRad="38100" dist="38100" dir="2700000" algn="tl">
                    <a:srgbClr val="000000"/>
                  </a:outerShdw>
                </a:effectLst>
                <a:latin typeface="Times New Roman" pitchFamily="18" charset="0"/>
                <a:ea typeface="イワタ中丸ゴシック体(GT)" charset="-128"/>
              </a:rPr>
              <a:t>57</a:t>
            </a:r>
          </a:p>
          <a:p>
            <a:pPr>
              <a:defRPr/>
            </a:pPr>
            <a:r>
              <a:rPr lang="en-US" altLang="ja-JP" sz="1300">
                <a:effectLst>
                  <a:outerShdw blurRad="38100" dist="38100" dir="2700000" algn="tl">
                    <a:srgbClr val="000000"/>
                  </a:outerShdw>
                </a:effectLst>
                <a:latin typeface="Times New Roman" pitchFamily="18" charset="0"/>
                <a:ea typeface="イワタ中丸ゴシック体(GT)" charset="-128"/>
              </a:rPr>
              <a:t>56</a:t>
            </a:r>
          </a:p>
          <a:p>
            <a:pPr>
              <a:defRPr/>
            </a:pPr>
            <a:r>
              <a:rPr lang="en-US" altLang="ja-JP" sz="1300">
                <a:effectLst>
                  <a:outerShdw blurRad="38100" dist="38100" dir="2700000" algn="tl">
                    <a:srgbClr val="000000"/>
                  </a:outerShdw>
                </a:effectLst>
                <a:latin typeface="Times New Roman" pitchFamily="18" charset="0"/>
                <a:ea typeface="イワタ中丸ゴシック体(GT)" charset="-128"/>
              </a:rPr>
              <a:t>55</a:t>
            </a:r>
          </a:p>
          <a:p>
            <a:pPr>
              <a:defRPr/>
            </a:pPr>
            <a:r>
              <a:rPr lang="en-US" altLang="ja-JP" sz="1300">
                <a:effectLst>
                  <a:outerShdw blurRad="38100" dist="38100" dir="2700000" algn="tl">
                    <a:srgbClr val="000000"/>
                  </a:outerShdw>
                </a:effectLst>
                <a:latin typeface="Times New Roman" pitchFamily="18" charset="0"/>
                <a:ea typeface="イワタ中丸ゴシック体(GT)" charset="-128"/>
              </a:rPr>
              <a:t>54</a:t>
            </a:r>
          </a:p>
          <a:p>
            <a:pPr>
              <a:defRPr/>
            </a:pPr>
            <a:r>
              <a:rPr lang="en-US" altLang="ja-JP" sz="1300">
                <a:effectLst>
                  <a:outerShdw blurRad="38100" dist="38100" dir="2700000" algn="tl">
                    <a:srgbClr val="000000"/>
                  </a:outerShdw>
                </a:effectLst>
                <a:latin typeface="Times New Roman" pitchFamily="18" charset="0"/>
                <a:ea typeface="イワタ中丸ゴシック体(GT)" charset="-128"/>
              </a:rPr>
              <a:t>53</a:t>
            </a:r>
          </a:p>
          <a:p>
            <a:pPr>
              <a:defRPr/>
            </a:pPr>
            <a:r>
              <a:rPr lang="en-US" altLang="ja-JP" sz="1300">
                <a:effectLst>
                  <a:outerShdw blurRad="38100" dist="38100" dir="2700000" algn="tl">
                    <a:srgbClr val="000000"/>
                  </a:outerShdw>
                </a:effectLst>
                <a:latin typeface="Times New Roman" pitchFamily="18" charset="0"/>
                <a:ea typeface="イワタ中丸ゴシック体(GT)" charset="-128"/>
              </a:rPr>
              <a:t>52</a:t>
            </a:r>
          </a:p>
          <a:p>
            <a:pPr>
              <a:defRPr/>
            </a:pPr>
            <a:r>
              <a:rPr lang="en-US" altLang="ja-JP" sz="1300">
                <a:effectLst>
                  <a:outerShdw blurRad="38100" dist="38100" dir="2700000" algn="tl">
                    <a:srgbClr val="000000"/>
                  </a:outerShdw>
                </a:effectLst>
                <a:latin typeface="Times New Roman" pitchFamily="18" charset="0"/>
                <a:ea typeface="イワタ中丸ゴシック体(GT)" charset="-128"/>
              </a:rPr>
              <a:t>51</a:t>
            </a:r>
          </a:p>
        </p:txBody>
      </p:sp>
      <p:sp>
        <p:nvSpPr>
          <p:cNvPr id="533559" name="Text Box 55"/>
          <p:cNvSpPr txBox="1">
            <a:spLocks noChangeArrowheads="1"/>
          </p:cNvSpPr>
          <p:nvPr/>
        </p:nvSpPr>
        <p:spPr bwMode="auto">
          <a:xfrm>
            <a:off x="803275" y="4011613"/>
            <a:ext cx="650875" cy="1481137"/>
          </a:xfrm>
          <a:prstGeom prst="rect">
            <a:avLst/>
          </a:prstGeom>
          <a:noFill/>
          <a:ln w="9525">
            <a:noFill/>
            <a:miter lim="800000"/>
            <a:headEnd/>
            <a:tailEnd/>
          </a:ln>
          <a:effectLst/>
        </p:spPr>
        <p:txBody>
          <a:bodyPr>
            <a:spAutoFit/>
          </a:bodyPr>
          <a:lstStyle/>
          <a:p>
            <a:pPr>
              <a:defRPr/>
            </a:pPr>
            <a:r>
              <a:rPr lang="en-US" altLang="ja-JP" sz="1300">
                <a:effectLst>
                  <a:outerShdw blurRad="38100" dist="38100" dir="2700000" algn="tl">
                    <a:srgbClr val="000000"/>
                  </a:outerShdw>
                </a:effectLst>
                <a:latin typeface="Times New Roman" pitchFamily="18" charset="0"/>
                <a:ea typeface="イワタ中丸ゴシック体(GT)" charset="-128"/>
              </a:rPr>
              <a:t>12</a:t>
            </a:r>
          </a:p>
          <a:p>
            <a:pPr>
              <a:defRPr/>
            </a:pPr>
            <a:r>
              <a:rPr lang="en-US" altLang="ja-JP" sz="1300">
                <a:effectLst>
                  <a:outerShdw blurRad="38100" dist="38100" dir="2700000" algn="tl">
                    <a:srgbClr val="000000"/>
                  </a:outerShdw>
                </a:effectLst>
                <a:latin typeface="Times New Roman" pitchFamily="18" charset="0"/>
                <a:ea typeface="イワタ中丸ゴシック体(GT)" charset="-128"/>
              </a:rPr>
              <a:t>10</a:t>
            </a:r>
          </a:p>
          <a:p>
            <a:pPr>
              <a:defRPr/>
            </a:pPr>
            <a:r>
              <a:rPr lang="en-US" altLang="ja-JP" sz="1300">
                <a:effectLst>
                  <a:outerShdw blurRad="38100" dist="38100" dir="2700000" algn="tl">
                    <a:srgbClr val="000000"/>
                  </a:outerShdw>
                </a:effectLst>
                <a:latin typeface="Times New Roman" pitchFamily="18" charset="0"/>
                <a:ea typeface="イワタ中丸ゴシック体(GT)" charset="-128"/>
              </a:rPr>
              <a:t>  8</a:t>
            </a:r>
          </a:p>
          <a:p>
            <a:pPr>
              <a:defRPr/>
            </a:pPr>
            <a:r>
              <a:rPr lang="en-US" altLang="ja-JP" sz="1300">
                <a:effectLst>
                  <a:outerShdw blurRad="38100" dist="38100" dir="2700000" algn="tl">
                    <a:srgbClr val="000000"/>
                  </a:outerShdw>
                </a:effectLst>
                <a:latin typeface="Times New Roman" pitchFamily="18" charset="0"/>
                <a:ea typeface="イワタ中丸ゴシック体(GT)" charset="-128"/>
              </a:rPr>
              <a:t>  6</a:t>
            </a:r>
          </a:p>
          <a:p>
            <a:pPr>
              <a:defRPr/>
            </a:pPr>
            <a:r>
              <a:rPr lang="en-US" altLang="ja-JP" sz="1300">
                <a:effectLst>
                  <a:outerShdw blurRad="38100" dist="38100" dir="2700000" algn="tl">
                    <a:srgbClr val="000000"/>
                  </a:outerShdw>
                </a:effectLst>
                <a:latin typeface="Times New Roman" pitchFamily="18" charset="0"/>
                <a:ea typeface="イワタ中丸ゴシック体(GT)" charset="-128"/>
              </a:rPr>
              <a:t>  4</a:t>
            </a:r>
          </a:p>
          <a:p>
            <a:pPr>
              <a:defRPr/>
            </a:pPr>
            <a:r>
              <a:rPr lang="en-US" altLang="ja-JP" sz="1300">
                <a:effectLst>
                  <a:outerShdw blurRad="38100" dist="38100" dir="2700000" algn="tl">
                    <a:srgbClr val="000000"/>
                  </a:outerShdw>
                </a:effectLst>
                <a:latin typeface="Times New Roman" pitchFamily="18" charset="0"/>
                <a:ea typeface="イワタ中丸ゴシック体(GT)" charset="-128"/>
              </a:rPr>
              <a:t>  2</a:t>
            </a:r>
          </a:p>
          <a:p>
            <a:pPr>
              <a:defRPr/>
            </a:pPr>
            <a:r>
              <a:rPr lang="en-US" altLang="ja-JP" sz="1300">
                <a:effectLst>
                  <a:outerShdw blurRad="38100" dist="38100" dir="2700000" algn="tl">
                    <a:srgbClr val="000000"/>
                  </a:outerShdw>
                </a:effectLst>
                <a:latin typeface="Times New Roman" pitchFamily="18" charset="0"/>
                <a:ea typeface="イワタ中丸ゴシック体(GT)" charset="-128"/>
              </a:rPr>
              <a:t>  0</a:t>
            </a:r>
          </a:p>
        </p:txBody>
      </p:sp>
      <p:sp>
        <p:nvSpPr>
          <p:cNvPr id="533560" name="Text Box 56"/>
          <p:cNvSpPr txBox="1">
            <a:spLocks noChangeArrowheads="1"/>
          </p:cNvSpPr>
          <p:nvPr/>
        </p:nvSpPr>
        <p:spPr bwMode="auto">
          <a:xfrm>
            <a:off x="7234238" y="2828925"/>
            <a:ext cx="385762" cy="276225"/>
          </a:xfrm>
          <a:prstGeom prst="rect">
            <a:avLst/>
          </a:prstGeom>
          <a:noFill/>
          <a:ln w="9525">
            <a:noFill/>
            <a:miter lim="800000"/>
            <a:headEnd/>
            <a:tailEnd/>
          </a:ln>
          <a:effectLst/>
        </p:spPr>
        <p:txBody>
          <a:bodyPr>
            <a:spAutoFit/>
          </a:bodyPr>
          <a:lstStyle/>
          <a:p>
            <a:pPr>
              <a:spcBef>
                <a:spcPct val="50000"/>
              </a:spcBef>
              <a:defRPr/>
            </a:pPr>
            <a:r>
              <a:rPr lang="en-US" altLang="ja-JP" sz="1200">
                <a:effectLst>
                  <a:outerShdw blurRad="38100" dist="38100" dir="2700000" algn="tl">
                    <a:srgbClr val="000000"/>
                  </a:outerShdw>
                </a:effectLst>
                <a:latin typeface="Times New Roman" pitchFamily="18" charset="0"/>
              </a:rPr>
              <a:t>●</a:t>
            </a:r>
          </a:p>
        </p:txBody>
      </p:sp>
      <p:sp>
        <p:nvSpPr>
          <p:cNvPr id="533561" name="Text Box 57"/>
          <p:cNvSpPr txBox="1">
            <a:spLocks noChangeArrowheads="1"/>
          </p:cNvSpPr>
          <p:nvPr/>
        </p:nvSpPr>
        <p:spPr bwMode="auto">
          <a:xfrm>
            <a:off x="7256463" y="4587875"/>
            <a:ext cx="493712" cy="273050"/>
          </a:xfrm>
          <a:prstGeom prst="rect">
            <a:avLst/>
          </a:prstGeom>
          <a:noFill/>
          <a:ln w="9525">
            <a:noFill/>
            <a:miter lim="800000"/>
            <a:headEnd/>
            <a:tailEnd/>
          </a:ln>
          <a:effectLst/>
        </p:spPr>
        <p:txBody>
          <a:bodyPr>
            <a:spAutoFit/>
          </a:bodyPr>
          <a:lstStyle/>
          <a:p>
            <a:pPr>
              <a:spcBef>
                <a:spcPct val="50000"/>
              </a:spcBef>
              <a:defRPr/>
            </a:pPr>
            <a:r>
              <a:rPr lang="en-US" altLang="ja-JP" sz="1200">
                <a:effectLst>
                  <a:outerShdw blurRad="38100" dist="38100" dir="2700000" algn="tl">
                    <a:srgbClr val="000000"/>
                  </a:outerShdw>
                </a:effectLst>
                <a:latin typeface="Times New Roman" pitchFamily="18" charset="0"/>
              </a:rPr>
              <a:t>×</a:t>
            </a:r>
          </a:p>
        </p:txBody>
      </p:sp>
      <p:sp>
        <p:nvSpPr>
          <p:cNvPr id="533562" name="Text Box 58"/>
          <p:cNvSpPr txBox="1">
            <a:spLocks noChangeArrowheads="1"/>
          </p:cNvSpPr>
          <p:nvPr/>
        </p:nvSpPr>
        <p:spPr bwMode="auto">
          <a:xfrm>
            <a:off x="1803400" y="2976563"/>
            <a:ext cx="385763" cy="276225"/>
          </a:xfrm>
          <a:prstGeom prst="rect">
            <a:avLst/>
          </a:prstGeom>
          <a:noFill/>
          <a:ln w="9525">
            <a:noFill/>
            <a:miter lim="800000"/>
            <a:headEnd/>
            <a:tailEnd/>
          </a:ln>
          <a:effectLst/>
        </p:spPr>
        <p:txBody>
          <a:bodyPr>
            <a:spAutoFit/>
          </a:bodyPr>
          <a:lstStyle/>
          <a:p>
            <a:pPr>
              <a:spcBef>
                <a:spcPct val="50000"/>
              </a:spcBef>
              <a:defRPr/>
            </a:pPr>
            <a:r>
              <a:rPr lang="en-US" altLang="ja-JP" sz="1200">
                <a:effectLst>
                  <a:outerShdw blurRad="38100" dist="38100" dir="2700000" algn="tl">
                    <a:srgbClr val="000000"/>
                  </a:outerShdw>
                </a:effectLst>
                <a:latin typeface="Times New Roman" pitchFamily="18" charset="0"/>
              </a:rPr>
              <a:t>●</a:t>
            </a:r>
          </a:p>
        </p:txBody>
      </p:sp>
      <p:sp>
        <p:nvSpPr>
          <p:cNvPr id="533563" name="Text Box 59"/>
          <p:cNvSpPr txBox="1">
            <a:spLocks noChangeArrowheads="1"/>
          </p:cNvSpPr>
          <p:nvPr/>
        </p:nvSpPr>
        <p:spPr bwMode="auto">
          <a:xfrm>
            <a:off x="1533525" y="2603500"/>
            <a:ext cx="384175" cy="274638"/>
          </a:xfrm>
          <a:prstGeom prst="rect">
            <a:avLst/>
          </a:prstGeom>
          <a:noFill/>
          <a:ln w="9525">
            <a:noFill/>
            <a:miter lim="800000"/>
            <a:headEnd/>
            <a:tailEnd/>
          </a:ln>
          <a:effectLst/>
        </p:spPr>
        <p:txBody>
          <a:bodyPr>
            <a:spAutoFit/>
          </a:bodyPr>
          <a:lstStyle/>
          <a:p>
            <a:pPr>
              <a:spcBef>
                <a:spcPct val="50000"/>
              </a:spcBef>
              <a:defRPr/>
            </a:pPr>
            <a:r>
              <a:rPr lang="en-US" altLang="ja-JP" sz="1200">
                <a:effectLst>
                  <a:outerShdw blurRad="38100" dist="38100" dir="2700000" algn="tl">
                    <a:srgbClr val="000000"/>
                  </a:outerShdw>
                </a:effectLst>
                <a:latin typeface="Times New Roman" pitchFamily="18" charset="0"/>
              </a:rPr>
              <a:t>●</a:t>
            </a:r>
          </a:p>
        </p:txBody>
      </p:sp>
      <p:sp>
        <p:nvSpPr>
          <p:cNvPr id="533564" name="Text Box 60"/>
          <p:cNvSpPr txBox="1">
            <a:spLocks noChangeArrowheads="1"/>
          </p:cNvSpPr>
          <p:nvPr/>
        </p:nvSpPr>
        <p:spPr bwMode="auto">
          <a:xfrm>
            <a:off x="1279525" y="2500313"/>
            <a:ext cx="387350" cy="276225"/>
          </a:xfrm>
          <a:prstGeom prst="rect">
            <a:avLst/>
          </a:prstGeom>
          <a:noFill/>
          <a:ln w="9525">
            <a:noFill/>
            <a:miter lim="800000"/>
            <a:headEnd/>
            <a:tailEnd/>
          </a:ln>
          <a:effectLst/>
        </p:spPr>
        <p:txBody>
          <a:bodyPr>
            <a:spAutoFit/>
          </a:bodyPr>
          <a:lstStyle/>
          <a:p>
            <a:pPr>
              <a:spcBef>
                <a:spcPct val="50000"/>
              </a:spcBef>
              <a:defRPr/>
            </a:pPr>
            <a:r>
              <a:rPr lang="en-US" altLang="ja-JP" sz="1200">
                <a:effectLst>
                  <a:outerShdw blurRad="38100" dist="38100" dir="2700000" algn="tl">
                    <a:srgbClr val="000000"/>
                  </a:outerShdw>
                </a:effectLst>
                <a:latin typeface="Times New Roman" pitchFamily="18" charset="0"/>
              </a:rPr>
              <a:t>●</a:t>
            </a:r>
          </a:p>
        </p:txBody>
      </p:sp>
      <p:sp>
        <p:nvSpPr>
          <p:cNvPr id="533565" name="Text Box 61"/>
          <p:cNvSpPr txBox="1">
            <a:spLocks noChangeArrowheads="1"/>
          </p:cNvSpPr>
          <p:nvPr/>
        </p:nvSpPr>
        <p:spPr bwMode="auto">
          <a:xfrm>
            <a:off x="2779713" y="2643188"/>
            <a:ext cx="385762" cy="274637"/>
          </a:xfrm>
          <a:prstGeom prst="rect">
            <a:avLst/>
          </a:prstGeom>
          <a:noFill/>
          <a:ln w="9525">
            <a:noFill/>
            <a:miter lim="800000"/>
            <a:headEnd/>
            <a:tailEnd/>
          </a:ln>
          <a:effectLst/>
        </p:spPr>
        <p:txBody>
          <a:bodyPr>
            <a:spAutoFit/>
          </a:bodyPr>
          <a:lstStyle/>
          <a:p>
            <a:pPr>
              <a:spcBef>
                <a:spcPct val="50000"/>
              </a:spcBef>
              <a:defRPr/>
            </a:pPr>
            <a:r>
              <a:rPr lang="en-US" altLang="ja-JP" sz="1200">
                <a:effectLst>
                  <a:outerShdw blurRad="38100" dist="38100" dir="2700000" algn="tl">
                    <a:srgbClr val="000000"/>
                  </a:outerShdw>
                </a:effectLst>
                <a:latin typeface="Times New Roman" pitchFamily="18" charset="0"/>
              </a:rPr>
              <a:t>●</a:t>
            </a:r>
          </a:p>
        </p:txBody>
      </p:sp>
      <p:sp>
        <p:nvSpPr>
          <p:cNvPr id="533566" name="Text Box 62"/>
          <p:cNvSpPr txBox="1">
            <a:spLocks noChangeArrowheads="1"/>
          </p:cNvSpPr>
          <p:nvPr/>
        </p:nvSpPr>
        <p:spPr bwMode="auto">
          <a:xfrm>
            <a:off x="2520950" y="2947988"/>
            <a:ext cx="387350" cy="273050"/>
          </a:xfrm>
          <a:prstGeom prst="rect">
            <a:avLst/>
          </a:prstGeom>
          <a:noFill/>
          <a:ln w="9525">
            <a:noFill/>
            <a:miter lim="800000"/>
            <a:headEnd/>
            <a:tailEnd/>
          </a:ln>
          <a:effectLst/>
        </p:spPr>
        <p:txBody>
          <a:bodyPr>
            <a:spAutoFit/>
          </a:bodyPr>
          <a:lstStyle/>
          <a:p>
            <a:pPr>
              <a:spcBef>
                <a:spcPct val="50000"/>
              </a:spcBef>
              <a:defRPr/>
            </a:pPr>
            <a:r>
              <a:rPr lang="en-US" altLang="ja-JP" sz="1200">
                <a:effectLst>
                  <a:outerShdw blurRad="38100" dist="38100" dir="2700000" algn="tl">
                    <a:srgbClr val="000000"/>
                  </a:outerShdw>
                </a:effectLst>
                <a:latin typeface="Times New Roman" pitchFamily="18" charset="0"/>
              </a:rPr>
              <a:t>●</a:t>
            </a:r>
          </a:p>
        </p:txBody>
      </p:sp>
      <p:sp>
        <p:nvSpPr>
          <p:cNvPr id="533567" name="Text Box 63"/>
          <p:cNvSpPr txBox="1">
            <a:spLocks noChangeArrowheads="1"/>
          </p:cNvSpPr>
          <p:nvPr/>
        </p:nvSpPr>
        <p:spPr bwMode="auto">
          <a:xfrm>
            <a:off x="2284413" y="2884488"/>
            <a:ext cx="387350" cy="274637"/>
          </a:xfrm>
          <a:prstGeom prst="rect">
            <a:avLst/>
          </a:prstGeom>
          <a:noFill/>
          <a:ln w="9525">
            <a:noFill/>
            <a:miter lim="800000"/>
            <a:headEnd/>
            <a:tailEnd/>
          </a:ln>
          <a:effectLst/>
        </p:spPr>
        <p:txBody>
          <a:bodyPr>
            <a:spAutoFit/>
          </a:bodyPr>
          <a:lstStyle/>
          <a:p>
            <a:pPr>
              <a:spcBef>
                <a:spcPct val="50000"/>
              </a:spcBef>
              <a:defRPr/>
            </a:pPr>
            <a:r>
              <a:rPr lang="en-US" altLang="ja-JP" sz="1200">
                <a:effectLst>
                  <a:outerShdw blurRad="38100" dist="38100" dir="2700000" algn="tl">
                    <a:srgbClr val="000000"/>
                  </a:outerShdw>
                </a:effectLst>
                <a:latin typeface="Times New Roman" pitchFamily="18" charset="0"/>
              </a:rPr>
              <a:t>●</a:t>
            </a:r>
          </a:p>
        </p:txBody>
      </p:sp>
      <p:sp>
        <p:nvSpPr>
          <p:cNvPr id="533568" name="Text Box 64"/>
          <p:cNvSpPr txBox="1">
            <a:spLocks noChangeArrowheads="1"/>
          </p:cNvSpPr>
          <p:nvPr/>
        </p:nvSpPr>
        <p:spPr bwMode="auto">
          <a:xfrm>
            <a:off x="2027238" y="2884488"/>
            <a:ext cx="387350" cy="274637"/>
          </a:xfrm>
          <a:prstGeom prst="rect">
            <a:avLst/>
          </a:prstGeom>
          <a:noFill/>
          <a:ln w="9525">
            <a:noFill/>
            <a:miter lim="800000"/>
            <a:headEnd/>
            <a:tailEnd/>
          </a:ln>
          <a:effectLst/>
        </p:spPr>
        <p:txBody>
          <a:bodyPr>
            <a:spAutoFit/>
          </a:bodyPr>
          <a:lstStyle/>
          <a:p>
            <a:pPr>
              <a:spcBef>
                <a:spcPct val="50000"/>
              </a:spcBef>
              <a:defRPr/>
            </a:pPr>
            <a:r>
              <a:rPr lang="en-US" altLang="ja-JP" sz="1200">
                <a:effectLst>
                  <a:outerShdw blurRad="38100" dist="38100" dir="2700000" algn="tl">
                    <a:srgbClr val="000000"/>
                  </a:outerShdw>
                </a:effectLst>
                <a:latin typeface="Times New Roman" pitchFamily="18" charset="0"/>
              </a:rPr>
              <a:t>●</a:t>
            </a:r>
          </a:p>
        </p:txBody>
      </p:sp>
      <p:sp>
        <p:nvSpPr>
          <p:cNvPr id="533569" name="Text Box 65"/>
          <p:cNvSpPr txBox="1">
            <a:spLocks noChangeArrowheads="1"/>
          </p:cNvSpPr>
          <p:nvPr/>
        </p:nvSpPr>
        <p:spPr bwMode="auto">
          <a:xfrm>
            <a:off x="3781425" y="2967038"/>
            <a:ext cx="387350" cy="273050"/>
          </a:xfrm>
          <a:prstGeom prst="rect">
            <a:avLst/>
          </a:prstGeom>
          <a:noFill/>
          <a:ln w="9525">
            <a:noFill/>
            <a:miter lim="800000"/>
            <a:headEnd/>
            <a:tailEnd/>
          </a:ln>
          <a:effectLst/>
        </p:spPr>
        <p:txBody>
          <a:bodyPr>
            <a:spAutoFit/>
          </a:bodyPr>
          <a:lstStyle/>
          <a:p>
            <a:pPr>
              <a:spcBef>
                <a:spcPct val="50000"/>
              </a:spcBef>
              <a:defRPr/>
            </a:pPr>
            <a:r>
              <a:rPr lang="en-US" altLang="ja-JP" sz="1200">
                <a:effectLst>
                  <a:outerShdw blurRad="38100" dist="38100" dir="2700000" algn="tl">
                    <a:srgbClr val="000000"/>
                  </a:outerShdw>
                </a:effectLst>
                <a:latin typeface="Times New Roman" pitchFamily="18" charset="0"/>
              </a:rPr>
              <a:t>●</a:t>
            </a:r>
          </a:p>
        </p:txBody>
      </p:sp>
      <p:sp>
        <p:nvSpPr>
          <p:cNvPr id="533570" name="Text Box 66"/>
          <p:cNvSpPr txBox="1">
            <a:spLocks noChangeArrowheads="1"/>
          </p:cNvSpPr>
          <p:nvPr/>
        </p:nvSpPr>
        <p:spPr bwMode="auto">
          <a:xfrm>
            <a:off x="3511550" y="2700338"/>
            <a:ext cx="387350" cy="273050"/>
          </a:xfrm>
          <a:prstGeom prst="rect">
            <a:avLst/>
          </a:prstGeom>
          <a:noFill/>
          <a:ln w="9525">
            <a:noFill/>
            <a:miter lim="800000"/>
            <a:headEnd/>
            <a:tailEnd/>
          </a:ln>
          <a:effectLst/>
        </p:spPr>
        <p:txBody>
          <a:bodyPr>
            <a:spAutoFit/>
          </a:bodyPr>
          <a:lstStyle/>
          <a:p>
            <a:pPr>
              <a:spcBef>
                <a:spcPct val="50000"/>
              </a:spcBef>
              <a:defRPr/>
            </a:pPr>
            <a:r>
              <a:rPr lang="en-US" altLang="ja-JP" sz="1200">
                <a:effectLst>
                  <a:outerShdw blurRad="38100" dist="38100" dir="2700000" algn="tl">
                    <a:srgbClr val="000000"/>
                  </a:outerShdw>
                </a:effectLst>
                <a:latin typeface="Times New Roman" pitchFamily="18" charset="0"/>
              </a:rPr>
              <a:t>●</a:t>
            </a:r>
          </a:p>
        </p:txBody>
      </p:sp>
      <p:sp>
        <p:nvSpPr>
          <p:cNvPr id="533571" name="Text Box 67"/>
          <p:cNvSpPr txBox="1">
            <a:spLocks noChangeArrowheads="1"/>
          </p:cNvSpPr>
          <p:nvPr/>
        </p:nvSpPr>
        <p:spPr bwMode="auto">
          <a:xfrm>
            <a:off x="3289300" y="2846388"/>
            <a:ext cx="387350" cy="274637"/>
          </a:xfrm>
          <a:prstGeom prst="rect">
            <a:avLst/>
          </a:prstGeom>
          <a:noFill/>
          <a:ln w="9525">
            <a:noFill/>
            <a:miter lim="800000"/>
            <a:headEnd/>
            <a:tailEnd/>
          </a:ln>
          <a:effectLst/>
        </p:spPr>
        <p:txBody>
          <a:bodyPr>
            <a:spAutoFit/>
          </a:bodyPr>
          <a:lstStyle/>
          <a:p>
            <a:pPr>
              <a:spcBef>
                <a:spcPct val="50000"/>
              </a:spcBef>
              <a:defRPr/>
            </a:pPr>
            <a:r>
              <a:rPr lang="en-US" altLang="ja-JP" sz="1200">
                <a:effectLst>
                  <a:outerShdw blurRad="38100" dist="38100" dir="2700000" algn="tl">
                    <a:srgbClr val="000000"/>
                  </a:outerShdw>
                </a:effectLst>
                <a:latin typeface="Times New Roman" pitchFamily="18" charset="0"/>
              </a:rPr>
              <a:t>●</a:t>
            </a:r>
          </a:p>
        </p:txBody>
      </p:sp>
      <p:sp>
        <p:nvSpPr>
          <p:cNvPr id="533572" name="Text Box 68"/>
          <p:cNvSpPr txBox="1">
            <a:spLocks noChangeArrowheads="1"/>
          </p:cNvSpPr>
          <p:nvPr/>
        </p:nvSpPr>
        <p:spPr bwMode="auto">
          <a:xfrm>
            <a:off x="3025775" y="2433638"/>
            <a:ext cx="387350" cy="276225"/>
          </a:xfrm>
          <a:prstGeom prst="rect">
            <a:avLst/>
          </a:prstGeom>
          <a:noFill/>
          <a:ln w="9525">
            <a:noFill/>
            <a:miter lim="800000"/>
            <a:headEnd/>
            <a:tailEnd/>
          </a:ln>
          <a:effectLst/>
        </p:spPr>
        <p:txBody>
          <a:bodyPr>
            <a:spAutoFit/>
          </a:bodyPr>
          <a:lstStyle/>
          <a:p>
            <a:pPr>
              <a:spcBef>
                <a:spcPct val="50000"/>
              </a:spcBef>
              <a:defRPr/>
            </a:pPr>
            <a:r>
              <a:rPr lang="en-US" altLang="ja-JP" sz="1200">
                <a:effectLst>
                  <a:outerShdw blurRad="38100" dist="38100" dir="2700000" algn="tl">
                    <a:srgbClr val="000000"/>
                  </a:outerShdw>
                </a:effectLst>
                <a:latin typeface="Times New Roman" pitchFamily="18" charset="0"/>
              </a:rPr>
              <a:t>●</a:t>
            </a:r>
          </a:p>
        </p:txBody>
      </p:sp>
      <p:sp>
        <p:nvSpPr>
          <p:cNvPr id="533573" name="Text Box 69"/>
          <p:cNvSpPr txBox="1">
            <a:spLocks noChangeArrowheads="1"/>
          </p:cNvSpPr>
          <p:nvPr/>
        </p:nvSpPr>
        <p:spPr bwMode="auto">
          <a:xfrm>
            <a:off x="5019675" y="2773363"/>
            <a:ext cx="385763" cy="276225"/>
          </a:xfrm>
          <a:prstGeom prst="rect">
            <a:avLst/>
          </a:prstGeom>
          <a:noFill/>
          <a:ln w="9525">
            <a:noFill/>
            <a:miter lim="800000"/>
            <a:headEnd/>
            <a:tailEnd/>
          </a:ln>
          <a:effectLst/>
        </p:spPr>
        <p:txBody>
          <a:bodyPr>
            <a:spAutoFit/>
          </a:bodyPr>
          <a:lstStyle/>
          <a:p>
            <a:pPr>
              <a:spcBef>
                <a:spcPct val="50000"/>
              </a:spcBef>
              <a:defRPr/>
            </a:pPr>
            <a:r>
              <a:rPr lang="en-US" altLang="ja-JP" sz="1200">
                <a:effectLst>
                  <a:outerShdw blurRad="38100" dist="38100" dir="2700000" algn="tl">
                    <a:srgbClr val="000000"/>
                  </a:outerShdw>
                </a:effectLst>
                <a:latin typeface="Times New Roman" pitchFamily="18" charset="0"/>
              </a:rPr>
              <a:t>●</a:t>
            </a:r>
          </a:p>
        </p:txBody>
      </p:sp>
      <p:sp>
        <p:nvSpPr>
          <p:cNvPr id="533574" name="Text Box 70"/>
          <p:cNvSpPr txBox="1">
            <a:spLocks noChangeArrowheads="1"/>
          </p:cNvSpPr>
          <p:nvPr/>
        </p:nvSpPr>
        <p:spPr bwMode="auto">
          <a:xfrm>
            <a:off x="4759325" y="2446338"/>
            <a:ext cx="387350" cy="273050"/>
          </a:xfrm>
          <a:prstGeom prst="rect">
            <a:avLst/>
          </a:prstGeom>
          <a:noFill/>
          <a:ln w="9525">
            <a:noFill/>
            <a:miter lim="800000"/>
            <a:headEnd/>
            <a:tailEnd/>
          </a:ln>
          <a:effectLst/>
        </p:spPr>
        <p:txBody>
          <a:bodyPr>
            <a:spAutoFit/>
          </a:bodyPr>
          <a:lstStyle/>
          <a:p>
            <a:pPr>
              <a:spcBef>
                <a:spcPct val="50000"/>
              </a:spcBef>
              <a:defRPr/>
            </a:pPr>
            <a:r>
              <a:rPr lang="en-US" altLang="ja-JP" sz="1200">
                <a:effectLst>
                  <a:outerShdw blurRad="38100" dist="38100" dir="2700000" algn="tl">
                    <a:srgbClr val="000000"/>
                  </a:outerShdw>
                </a:effectLst>
                <a:latin typeface="Times New Roman" pitchFamily="18" charset="0"/>
              </a:rPr>
              <a:t>●</a:t>
            </a:r>
          </a:p>
        </p:txBody>
      </p:sp>
      <p:sp>
        <p:nvSpPr>
          <p:cNvPr id="533575" name="Text Box 71"/>
          <p:cNvSpPr txBox="1">
            <a:spLocks noChangeArrowheads="1"/>
          </p:cNvSpPr>
          <p:nvPr/>
        </p:nvSpPr>
        <p:spPr bwMode="auto">
          <a:xfrm>
            <a:off x="4511675" y="2451100"/>
            <a:ext cx="387350" cy="276225"/>
          </a:xfrm>
          <a:prstGeom prst="rect">
            <a:avLst/>
          </a:prstGeom>
          <a:noFill/>
          <a:ln w="9525">
            <a:noFill/>
            <a:miter lim="800000"/>
            <a:headEnd/>
            <a:tailEnd/>
          </a:ln>
          <a:effectLst/>
        </p:spPr>
        <p:txBody>
          <a:bodyPr>
            <a:spAutoFit/>
          </a:bodyPr>
          <a:lstStyle/>
          <a:p>
            <a:pPr>
              <a:spcBef>
                <a:spcPct val="50000"/>
              </a:spcBef>
              <a:defRPr/>
            </a:pPr>
            <a:r>
              <a:rPr lang="en-US" altLang="ja-JP" sz="1200">
                <a:effectLst>
                  <a:outerShdw blurRad="38100" dist="38100" dir="2700000" algn="tl">
                    <a:srgbClr val="000000"/>
                  </a:outerShdw>
                </a:effectLst>
                <a:latin typeface="Times New Roman" pitchFamily="18" charset="0"/>
              </a:rPr>
              <a:t>●</a:t>
            </a:r>
          </a:p>
        </p:txBody>
      </p:sp>
      <p:sp>
        <p:nvSpPr>
          <p:cNvPr id="533576" name="Text Box 72"/>
          <p:cNvSpPr txBox="1">
            <a:spLocks noChangeArrowheads="1"/>
          </p:cNvSpPr>
          <p:nvPr/>
        </p:nvSpPr>
        <p:spPr bwMode="auto">
          <a:xfrm>
            <a:off x="4265613" y="2787650"/>
            <a:ext cx="384175" cy="273050"/>
          </a:xfrm>
          <a:prstGeom prst="rect">
            <a:avLst/>
          </a:prstGeom>
          <a:noFill/>
          <a:ln w="9525">
            <a:noFill/>
            <a:miter lim="800000"/>
            <a:headEnd/>
            <a:tailEnd/>
          </a:ln>
          <a:effectLst/>
        </p:spPr>
        <p:txBody>
          <a:bodyPr>
            <a:spAutoFit/>
          </a:bodyPr>
          <a:lstStyle/>
          <a:p>
            <a:pPr>
              <a:spcBef>
                <a:spcPct val="50000"/>
              </a:spcBef>
              <a:defRPr/>
            </a:pPr>
            <a:r>
              <a:rPr lang="en-US" altLang="ja-JP" sz="1200">
                <a:effectLst>
                  <a:outerShdw blurRad="38100" dist="38100" dir="2700000" algn="tl">
                    <a:srgbClr val="000000"/>
                  </a:outerShdw>
                </a:effectLst>
                <a:latin typeface="Times New Roman" pitchFamily="18" charset="0"/>
              </a:rPr>
              <a:t>●</a:t>
            </a:r>
          </a:p>
        </p:txBody>
      </p:sp>
      <p:sp>
        <p:nvSpPr>
          <p:cNvPr id="533577" name="Text Box 73"/>
          <p:cNvSpPr txBox="1">
            <a:spLocks noChangeArrowheads="1"/>
          </p:cNvSpPr>
          <p:nvPr/>
        </p:nvSpPr>
        <p:spPr bwMode="auto">
          <a:xfrm>
            <a:off x="4016375" y="3168650"/>
            <a:ext cx="387350" cy="274638"/>
          </a:xfrm>
          <a:prstGeom prst="rect">
            <a:avLst/>
          </a:prstGeom>
          <a:noFill/>
          <a:ln w="9525">
            <a:noFill/>
            <a:miter lim="800000"/>
            <a:headEnd/>
            <a:tailEnd/>
          </a:ln>
          <a:effectLst/>
        </p:spPr>
        <p:txBody>
          <a:bodyPr>
            <a:spAutoFit/>
          </a:bodyPr>
          <a:lstStyle/>
          <a:p>
            <a:pPr>
              <a:spcBef>
                <a:spcPct val="50000"/>
              </a:spcBef>
              <a:defRPr/>
            </a:pPr>
            <a:r>
              <a:rPr lang="en-US" altLang="ja-JP" sz="1200">
                <a:effectLst>
                  <a:outerShdw blurRad="38100" dist="38100" dir="2700000" algn="tl">
                    <a:srgbClr val="000000"/>
                  </a:outerShdw>
                </a:effectLst>
                <a:latin typeface="Times New Roman" pitchFamily="18" charset="0"/>
              </a:rPr>
              <a:t>●</a:t>
            </a:r>
          </a:p>
        </p:txBody>
      </p:sp>
      <p:sp>
        <p:nvSpPr>
          <p:cNvPr id="533578" name="Text Box 74"/>
          <p:cNvSpPr txBox="1">
            <a:spLocks noChangeArrowheads="1"/>
          </p:cNvSpPr>
          <p:nvPr/>
        </p:nvSpPr>
        <p:spPr bwMode="auto">
          <a:xfrm>
            <a:off x="6269038" y="2946400"/>
            <a:ext cx="387350" cy="276225"/>
          </a:xfrm>
          <a:prstGeom prst="rect">
            <a:avLst/>
          </a:prstGeom>
          <a:noFill/>
          <a:ln w="9525">
            <a:noFill/>
            <a:miter lim="800000"/>
            <a:headEnd/>
            <a:tailEnd/>
          </a:ln>
          <a:effectLst/>
        </p:spPr>
        <p:txBody>
          <a:bodyPr>
            <a:spAutoFit/>
          </a:bodyPr>
          <a:lstStyle/>
          <a:p>
            <a:pPr>
              <a:spcBef>
                <a:spcPct val="50000"/>
              </a:spcBef>
              <a:defRPr/>
            </a:pPr>
            <a:r>
              <a:rPr lang="en-US" altLang="ja-JP" sz="1200">
                <a:effectLst>
                  <a:outerShdw blurRad="38100" dist="38100" dir="2700000" algn="tl">
                    <a:srgbClr val="000000"/>
                  </a:outerShdw>
                </a:effectLst>
                <a:latin typeface="Times New Roman" pitchFamily="18" charset="0"/>
              </a:rPr>
              <a:t>●</a:t>
            </a:r>
          </a:p>
        </p:txBody>
      </p:sp>
      <p:sp>
        <p:nvSpPr>
          <p:cNvPr id="533579" name="Text Box 75"/>
          <p:cNvSpPr txBox="1">
            <a:spLocks noChangeArrowheads="1"/>
          </p:cNvSpPr>
          <p:nvPr/>
        </p:nvSpPr>
        <p:spPr bwMode="auto">
          <a:xfrm>
            <a:off x="5986463" y="2700338"/>
            <a:ext cx="385762" cy="273050"/>
          </a:xfrm>
          <a:prstGeom prst="rect">
            <a:avLst/>
          </a:prstGeom>
          <a:noFill/>
          <a:ln w="9525">
            <a:noFill/>
            <a:miter lim="800000"/>
            <a:headEnd/>
            <a:tailEnd/>
          </a:ln>
          <a:effectLst/>
        </p:spPr>
        <p:txBody>
          <a:bodyPr>
            <a:spAutoFit/>
          </a:bodyPr>
          <a:lstStyle/>
          <a:p>
            <a:pPr>
              <a:spcBef>
                <a:spcPct val="50000"/>
              </a:spcBef>
              <a:defRPr/>
            </a:pPr>
            <a:r>
              <a:rPr lang="en-US" altLang="ja-JP" sz="1200">
                <a:effectLst>
                  <a:outerShdw blurRad="38100" dist="38100" dir="2700000" algn="tl">
                    <a:srgbClr val="000000"/>
                  </a:outerShdw>
                </a:effectLst>
                <a:latin typeface="Times New Roman" pitchFamily="18" charset="0"/>
              </a:rPr>
              <a:t>●</a:t>
            </a:r>
          </a:p>
        </p:txBody>
      </p:sp>
      <p:sp>
        <p:nvSpPr>
          <p:cNvPr id="533580" name="Text Box 76"/>
          <p:cNvSpPr txBox="1">
            <a:spLocks noChangeArrowheads="1"/>
          </p:cNvSpPr>
          <p:nvPr/>
        </p:nvSpPr>
        <p:spPr bwMode="auto">
          <a:xfrm>
            <a:off x="5749925" y="2867025"/>
            <a:ext cx="384175" cy="276225"/>
          </a:xfrm>
          <a:prstGeom prst="rect">
            <a:avLst/>
          </a:prstGeom>
          <a:noFill/>
          <a:ln w="9525">
            <a:noFill/>
            <a:miter lim="800000"/>
            <a:headEnd/>
            <a:tailEnd/>
          </a:ln>
          <a:effectLst/>
        </p:spPr>
        <p:txBody>
          <a:bodyPr>
            <a:spAutoFit/>
          </a:bodyPr>
          <a:lstStyle/>
          <a:p>
            <a:pPr>
              <a:spcBef>
                <a:spcPct val="50000"/>
              </a:spcBef>
              <a:defRPr/>
            </a:pPr>
            <a:r>
              <a:rPr lang="en-US" altLang="ja-JP" sz="1200">
                <a:effectLst>
                  <a:outerShdw blurRad="38100" dist="38100" dir="2700000" algn="tl">
                    <a:srgbClr val="000000"/>
                  </a:outerShdw>
                </a:effectLst>
                <a:latin typeface="Times New Roman" pitchFamily="18" charset="0"/>
              </a:rPr>
              <a:t>●</a:t>
            </a:r>
          </a:p>
        </p:txBody>
      </p:sp>
      <p:sp>
        <p:nvSpPr>
          <p:cNvPr id="533581" name="Text Box 77"/>
          <p:cNvSpPr txBox="1">
            <a:spLocks noChangeArrowheads="1"/>
          </p:cNvSpPr>
          <p:nvPr/>
        </p:nvSpPr>
        <p:spPr bwMode="auto">
          <a:xfrm>
            <a:off x="5491163" y="2740025"/>
            <a:ext cx="387350" cy="274638"/>
          </a:xfrm>
          <a:prstGeom prst="rect">
            <a:avLst/>
          </a:prstGeom>
          <a:noFill/>
          <a:ln w="9525">
            <a:noFill/>
            <a:miter lim="800000"/>
            <a:headEnd/>
            <a:tailEnd/>
          </a:ln>
          <a:effectLst/>
        </p:spPr>
        <p:txBody>
          <a:bodyPr>
            <a:spAutoFit/>
          </a:bodyPr>
          <a:lstStyle/>
          <a:p>
            <a:pPr>
              <a:spcBef>
                <a:spcPct val="50000"/>
              </a:spcBef>
              <a:defRPr/>
            </a:pPr>
            <a:r>
              <a:rPr lang="en-US" altLang="ja-JP" sz="1200">
                <a:effectLst>
                  <a:outerShdw blurRad="38100" dist="38100" dir="2700000" algn="tl">
                    <a:srgbClr val="000000"/>
                  </a:outerShdw>
                </a:effectLst>
                <a:latin typeface="Times New Roman" pitchFamily="18" charset="0"/>
              </a:rPr>
              <a:t>●</a:t>
            </a:r>
          </a:p>
        </p:txBody>
      </p:sp>
      <p:sp>
        <p:nvSpPr>
          <p:cNvPr id="533582" name="Text Box 78"/>
          <p:cNvSpPr txBox="1">
            <a:spLocks noChangeArrowheads="1"/>
          </p:cNvSpPr>
          <p:nvPr/>
        </p:nvSpPr>
        <p:spPr bwMode="auto">
          <a:xfrm>
            <a:off x="5257800" y="2917825"/>
            <a:ext cx="384175" cy="273050"/>
          </a:xfrm>
          <a:prstGeom prst="rect">
            <a:avLst/>
          </a:prstGeom>
          <a:noFill/>
          <a:ln w="9525">
            <a:noFill/>
            <a:miter lim="800000"/>
            <a:headEnd/>
            <a:tailEnd/>
          </a:ln>
          <a:effectLst/>
        </p:spPr>
        <p:txBody>
          <a:bodyPr>
            <a:spAutoFit/>
          </a:bodyPr>
          <a:lstStyle/>
          <a:p>
            <a:pPr>
              <a:spcBef>
                <a:spcPct val="50000"/>
              </a:spcBef>
              <a:defRPr/>
            </a:pPr>
            <a:r>
              <a:rPr lang="en-US" altLang="ja-JP" sz="1200">
                <a:effectLst>
                  <a:outerShdw blurRad="38100" dist="38100" dir="2700000" algn="tl">
                    <a:srgbClr val="000000"/>
                  </a:outerShdw>
                </a:effectLst>
                <a:latin typeface="Times New Roman" pitchFamily="18" charset="0"/>
              </a:rPr>
              <a:t>●</a:t>
            </a:r>
          </a:p>
        </p:txBody>
      </p:sp>
      <p:sp>
        <p:nvSpPr>
          <p:cNvPr id="533583" name="Text Box 79"/>
          <p:cNvSpPr txBox="1">
            <a:spLocks noChangeArrowheads="1"/>
          </p:cNvSpPr>
          <p:nvPr/>
        </p:nvSpPr>
        <p:spPr bwMode="auto">
          <a:xfrm>
            <a:off x="7011988" y="3052763"/>
            <a:ext cx="387350" cy="276225"/>
          </a:xfrm>
          <a:prstGeom prst="rect">
            <a:avLst/>
          </a:prstGeom>
          <a:noFill/>
          <a:ln w="9525">
            <a:noFill/>
            <a:miter lim="800000"/>
            <a:headEnd/>
            <a:tailEnd/>
          </a:ln>
          <a:effectLst/>
        </p:spPr>
        <p:txBody>
          <a:bodyPr>
            <a:spAutoFit/>
          </a:bodyPr>
          <a:lstStyle/>
          <a:p>
            <a:pPr>
              <a:spcBef>
                <a:spcPct val="50000"/>
              </a:spcBef>
              <a:defRPr/>
            </a:pPr>
            <a:r>
              <a:rPr lang="en-US" altLang="ja-JP" sz="1200">
                <a:effectLst>
                  <a:outerShdw blurRad="38100" dist="38100" dir="2700000" algn="tl">
                    <a:srgbClr val="000000"/>
                  </a:outerShdw>
                </a:effectLst>
                <a:latin typeface="Times New Roman" pitchFamily="18" charset="0"/>
              </a:rPr>
              <a:t>●</a:t>
            </a:r>
          </a:p>
        </p:txBody>
      </p:sp>
      <p:sp>
        <p:nvSpPr>
          <p:cNvPr id="533584" name="Text Box 80"/>
          <p:cNvSpPr txBox="1">
            <a:spLocks noChangeArrowheads="1"/>
          </p:cNvSpPr>
          <p:nvPr/>
        </p:nvSpPr>
        <p:spPr bwMode="auto">
          <a:xfrm>
            <a:off x="6737350" y="2819400"/>
            <a:ext cx="387350" cy="273050"/>
          </a:xfrm>
          <a:prstGeom prst="rect">
            <a:avLst/>
          </a:prstGeom>
          <a:noFill/>
          <a:ln w="9525">
            <a:noFill/>
            <a:miter lim="800000"/>
            <a:headEnd/>
            <a:tailEnd/>
          </a:ln>
          <a:effectLst/>
        </p:spPr>
        <p:txBody>
          <a:bodyPr>
            <a:spAutoFit/>
          </a:bodyPr>
          <a:lstStyle/>
          <a:p>
            <a:pPr>
              <a:spcBef>
                <a:spcPct val="50000"/>
              </a:spcBef>
              <a:defRPr/>
            </a:pPr>
            <a:r>
              <a:rPr lang="en-US" altLang="ja-JP" sz="1200">
                <a:effectLst>
                  <a:outerShdw blurRad="38100" dist="38100" dir="2700000" algn="tl">
                    <a:srgbClr val="000000"/>
                  </a:outerShdw>
                </a:effectLst>
                <a:latin typeface="Times New Roman" pitchFamily="18" charset="0"/>
              </a:rPr>
              <a:t>●</a:t>
            </a:r>
          </a:p>
        </p:txBody>
      </p:sp>
      <p:sp>
        <p:nvSpPr>
          <p:cNvPr id="533585" name="Text Box 81"/>
          <p:cNvSpPr txBox="1">
            <a:spLocks noChangeArrowheads="1"/>
          </p:cNvSpPr>
          <p:nvPr/>
        </p:nvSpPr>
        <p:spPr bwMode="auto">
          <a:xfrm>
            <a:off x="6507163" y="2587625"/>
            <a:ext cx="385762" cy="276225"/>
          </a:xfrm>
          <a:prstGeom prst="rect">
            <a:avLst/>
          </a:prstGeom>
          <a:noFill/>
          <a:ln w="9525">
            <a:noFill/>
            <a:miter lim="800000"/>
            <a:headEnd/>
            <a:tailEnd/>
          </a:ln>
          <a:effectLst/>
        </p:spPr>
        <p:txBody>
          <a:bodyPr>
            <a:spAutoFit/>
          </a:bodyPr>
          <a:lstStyle/>
          <a:p>
            <a:pPr>
              <a:spcBef>
                <a:spcPct val="50000"/>
              </a:spcBef>
              <a:defRPr/>
            </a:pPr>
            <a:r>
              <a:rPr lang="en-US" altLang="ja-JP" sz="1200">
                <a:effectLst>
                  <a:outerShdw blurRad="38100" dist="38100" dir="2700000" algn="tl">
                    <a:srgbClr val="000000"/>
                  </a:outerShdw>
                </a:effectLst>
                <a:latin typeface="Times New Roman" pitchFamily="18" charset="0"/>
              </a:rPr>
              <a:t>●</a:t>
            </a:r>
          </a:p>
        </p:txBody>
      </p:sp>
      <p:sp>
        <p:nvSpPr>
          <p:cNvPr id="533586" name="Text Box 82"/>
          <p:cNvSpPr txBox="1">
            <a:spLocks noChangeArrowheads="1"/>
          </p:cNvSpPr>
          <p:nvPr/>
        </p:nvSpPr>
        <p:spPr bwMode="auto">
          <a:xfrm>
            <a:off x="2554288" y="4387850"/>
            <a:ext cx="495300" cy="276225"/>
          </a:xfrm>
          <a:prstGeom prst="rect">
            <a:avLst/>
          </a:prstGeom>
          <a:noFill/>
          <a:ln w="9525">
            <a:noFill/>
            <a:miter lim="800000"/>
            <a:headEnd/>
            <a:tailEnd/>
          </a:ln>
          <a:effectLst/>
        </p:spPr>
        <p:txBody>
          <a:bodyPr>
            <a:spAutoFit/>
          </a:bodyPr>
          <a:lstStyle/>
          <a:p>
            <a:pPr>
              <a:spcBef>
                <a:spcPct val="50000"/>
              </a:spcBef>
              <a:defRPr/>
            </a:pPr>
            <a:r>
              <a:rPr lang="en-US" altLang="ja-JP" sz="1200">
                <a:effectLst>
                  <a:outerShdw blurRad="38100" dist="38100" dir="2700000" algn="tl">
                    <a:srgbClr val="000000"/>
                  </a:outerShdw>
                </a:effectLst>
                <a:latin typeface="Times New Roman" pitchFamily="18" charset="0"/>
              </a:rPr>
              <a:t>×</a:t>
            </a:r>
          </a:p>
        </p:txBody>
      </p:sp>
      <p:sp>
        <p:nvSpPr>
          <p:cNvPr id="533587" name="Text Box 83"/>
          <p:cNvSpPr txBox="1">
            <a:spLocks noChangeArrowheads="1"/>
          </p:cNvSpPr>
          <p:nvPr/>
        </p:nvSpPr>
        <p:spPr bwMode="auto">
          <a:xfrm>
            <a:off x="2306638" y="4983163"/>
            <a:ext cx="495300" cy="276225"/>
          </a:xfrm>
          <a:prstGeom prst="rect">
            <a:avLst/>
          </a:prstGeom>
          <a:noFill/>
          <a:ln w="9525">
            <a:noFill/>
            <a:miter lim="800000"/>
            <a:headEnd/>
            <a:tailEnd/>
          </a:ln>
          <a:effectLst/>
        </p:spPr>
        <p:txBody>
          <a:bodyPr>
            <a:spAutoFit/>
          </a:bodyPr>
          <a:lstStyle/>
          <a:p>
            <a:pPr>
              <a:spcBef>
                <a:spcPct val="50000"/>
              </a:spcBef>
              <a:defRPr/>
            </a:pPr>
            <a:r>
              <a:rPr lang="en-US" altLang="ja-JP" sz="1200">
                <a:effectLst>
                  <a:outerShdw blurRad="38100" dist="38100" dir="2700000" algn="tl">
                    <a:srgbClr val="000000"/>
                  </a:outerShdw>
                </a:effectLst>
                <a:latin typeface="Times New Roman" pitchFamily="18" charset="0"/>
              </a:rPr>
              <a:t>×</a:t>
            </a:r>
          </a:p>
        </p:txBody>
      </p:sp>
      <p:sp>
        <p:nvSpPr>
          <p:cNvPr id="533588" name="Text Box 84"/>
          <p:cNvSpPr txBox="1">
            <a:spLocks noChangeArrowheads="1"/>
          </p:cNvSpPr>
          <p:nvPr/>
        </p:nvSpPr>
        <p:spPr bwMode="auto">
          <a:xfrm>
            <a:off x="2047875" y="4332288"/>
            <a:ext cx="493713" cy="276225"/>
          </a:xfrm>
          <a:prstGeom prst="rect">
            <a:avLst/>
          </a:prstGeom>
          <a:noFill/>
          <a:ln w="9525">
            <a:noFill/>
            <a:miter lim="800000"/>
            <a:headEnd/>
            <a:tailEnd/>
          </a:ln>
          <a:effectLst/>
        </p:spPr>
        <p:txBody>
          <a:bodyPr>
            <a:spAutoFit/>
          </a:bodyPr>
          <a:lstStyle/>
          <a:p>
            <a:pPr>
              <a:spcBef>
                <a:spcPct val="50000"/>
              </a:spcBef>
              <a:defRPr/>
            </a:pPr>
            <a:r>
              <a:rPr lang="en-US" altLang="ja-JP" sz="1200">
                <a:effectLst>
                  <a:outerShdw blurRad="38100" dist="38100" dir="2700000" algn="tl">
                    <a:srgbClr val="000000"/>
                  </a:outerShdw>
                </a:effectLst>
                <a:latin typeface="Times New Roman" pitchFamily="18" charset="0"/>
              </a:rPr>
              <a:t>×</a:t>
            </a:r>
          </a:p>
        </p:txBody>
      </p:sp>
      <p:sp>
        <p:nvSpPr>
          <p:cNvPr id="533589" name="Text Box 85"/>
          <p:cNvSpPr txBox="1">
            <a:spLocks noChangeArrowheads="1"/>
          </p:cNvSpPr>
          <p:nvPr/>
        </p:nvSpPr>
        <p:spPr bwMode="auto">
          <a:xfrm>
            <a:off x="1804988" y="4394200"/>
            <a:ext cx="493712" cy="274638"/>
          </a:xfrm>
          <a:prstGeom prst="rect">
            <a:avLst/>
          </a:prstGeom>
          <a:noFill/>
          <a:ln w="9525">
            <a:noFill/>
            <a:miter lim="800000"/>
            <a:headEnd/>
            <a:tailEnd/>
          </a:ln>
          <a:effectLst/>
        </p:spPr>
        <p:txBody>
          <a:bodyPr>
            <a:spAutoFit/>
          </a:bodyPr>
          <a:lstStyle/>
          <a:p>
            <a:pPr>
              <a:spcBef>
                <a:spcPct val="50000"/>
              </a:spcBef>
              <a:defRPr/>
            </a:pPr>
            <a:r>
              <a:rPr lang="en-US" altLang="ja-JP" sz="1200">
                <a:effectLst>
                  <a:outerShdw blurRad="38100" dist="38100" dir="2700000" algn="tl">
                    <a:srgbClr val="000000"/>
                  </a:outerShdw>
                </a:effectLst>
                <a:latin typeface="Times New Roman" pitchFamily="18" charset="0"/>
              </a:rPr>
              <a:t>×</a:t>
            </a:r>
          </a:p>
        </p:txBody>
      </p:sp>
      <p:sp>
        <p:nvSpPr>
          <p:cNvPr id="533590" name="Text Box 86"/>
          <p:cNvSpPr txBox="1">
            <a:spLocks noChangeArrowheads="1"/>
          </p:cNvSpPr>
          <p:nvPr/>
        </p:nvSpPr>
        <p:spPr bwMode="auto">
          <a:xfrm>
            <a:off x="1563688" y="4962525"/>
            <a:ext cx="496887" cy="274638"/>
          </a:xfrm>
          <a:prstGeom prst="rect">
            <a:avLst/>
          </a:prstGeom>
          <a:noFill/>
          <a:ln w="9525">
            <a:noFill/>
            <a:miter lim="800000"/>
            <a:headEnd/>
            <a:tailEnd/>
          </a:ln>
          <a:effectLst/>
        </p:spPr>
        <p:txBody>
          <a:bodyPr>
            <a:spAutoFit/>
          </a:bodyPr>
          <a:lstStyle/>
          <a:p>
            <a:pPr>
              <a:spcBef>
                <a:spcPct val="50000"/>
              </a:spcBef>
              <a:defRPr/>
            </a:pPr>
            <a:r>
              <a:rPr lang="en-US" altLang="ja-JP" sz="1200">
                <a:effectLst>
                  <a:outerShdw blurRad="38100" dist="38100" dir="2700000" algn="tl">
                    <a:srgbClr val="000000"/>
                  </a:outerShdw>
                </a:effectLst>
                <a:latin typeface="Times New Roman" pitchFamily="18" charset="0"/>
              </a:rPr>
              <a:t>×</a:t>
            </a:r>
          </a:p>
        </p:txBody>
      </p:sp>
      <p:sp>
        <p:nvSpPr>
          <p:cNvPr id="533591" name="Text Box 87"/>
          <p:cNvSpPr txBox="1">
            <a:spLocks noChangeArrowheads="1"/>
          </p:cNvSpPr>
          <p:nvPr/>
        </p:nvSpPr>
        <p:spPr bwMode="auto">
          <a:xfrm>
            <a:off x="1304925" y="4570413"/>
            <a:ext cx="495300" cy="274637"/>
          </a:xfrm>
          <a:prstGeom prst="rect">
            <a:avLst/>
          </a:prstGeom>
          <a:noFill/>
          <a:ln w="9525">
            <a:noFill/>
            <a:miter lim="800000"/>
            <a:headEnd/>
            <a:tailEnd/>
          </a:ln>
          <a:effectLst/>
        </p:spPr>
        <p:txBody>
          <a:bodyPr>
            <a:spAutoFit/>
          </a:bodyPr>
          <a:lstStyle/>
          <a:p>
            <a:pPr>
              <a:spcBef>
                <a:spcPct val="50000"/>
              </a:spcBef>
              <a:defRPr/>
            </a:pPr>
            <a:r>
              <a:rPr lang="en-US" altLang="ja-JP" sz="1200">
                <a:effectLst>
                  <a:outerShdw blurRad="38100" dist="38100" dir="2700000" algn="tl">
                    <a:srgbClr val="000000"/>
                  </a:outerShdw>
                </a:effectLst>
                <a:latin typeface="Times New Roman" pitchFamily="18" charset="0"/>
              </a:rPr>
              <a:t>×</a:t>
            </a:r>
          </a:p>
        </p:txBody>
      </p:sp>
      <p:sp>
        <p:nvSpPr>
          <p:cNvPr id="533592" name="Text Box 88"/>
          <p:cNvSpPr txBox="1">
            <a:spLocks noChangeArrowheads="1"/>
          </p:cNvSpPr>
          <p:nvPr/>
        </p:nvSpPr>
        <p:spPr bwMode="auto">
          <a:xfrm>
            <a:off x="4038600" y="4600575"/>
            <a:ext cx="495300" cy="273050"/>
          </a:xfrm>
          <a:prstGeom prst="rect">
            <a:avLst/>
          </a:prstGeom>
          <a:noFill/>
          <a:ln w="9525">
            <a:noFill/>
            <a:miter lim="800000"/>
            <a:headEnd/>
            <a:tailEnd/>
          </a:ln>
          <a:effectLst/>
        </p:spPr>
        <p:txBody>
          <a:bodyPr>
            <a:spAutoFit/>
          </a:bodyPr>
          <a:lstStyle/>
          <a:p>
            <a:pPr>
              <a:spcBef>
                <a:spcPct val="50000"/>
              </a:spcBef>
              <a:defRPr/>
            </a:pPr>
            <a:r>
              <a:rPr lang="en-US" altLang="ja-JP" sz="1200">
                <a:effectLst>
                  <a:outerShdw blurRad="38100" dist="38100" dir="2700000" algn="tl">
                    <a:srgbClr val="000000"/>
                  </a:outerShdw>
                </a:effectLst>
                <a:latin typeface="Times New Roman" pitchFamily="18" charset="0"/>
              </a:rPr>
              <a:t>×</a:t>
            </a:r>
          </a:p>
        </p:txBody>
      </p:sp>
      <p:sp>
        <p:nvSpPr>
          <p:cNvPr id="533593" name="Text Box 89"/>
          <p:cNvSpPr txBox="1">
            <a:spLocks noChangeArrowheads="1"/>
          </p:cNvSpPr>
          <p:nvPr/>
        </p:nvSpPr>
        <p:spPr bwMode="auto">
          <a:xfrm>
            <a:off x="3776663" y="4587875"/>
            <a:ext cx="493712" cy="273050"/>
          </a:xfrm>
          <a:prstGeom prst="rect">
            <a:avLst/>
          </a:prstGeom>
          <a:noFill/>
          <a:ln w="9525">
            <a:noFill/>
            <a:miter lim="800000"/>
            <a:headEnd/>
            <a:tailEnd/>
          </a:ln>
          <a:effectLst/>
        </p:spPr>
        <p:txBody>
          <a:bodyPr>
            <a:spAutoFit/>
          </a:bodyPr>
          <a:lstStyle/>
          <a:p>
            <a:pPr>
              <a:spcBef>
                <a:spcPct val="50000"/>
              </a:spcBef>
              <a:defRPr/>
            </a:pPr>
            <a:r>
              <a:rPr lang="en-US" altLang="ja-JP" sz="1200">
                <a:effectLst>
                  <a:outerShdw blurRad="38100" dist="38100" dir="2700000" algn="tl">
                    <a:srgbClr val="000000"/>
                  </a:outerShdw>
                </a:effectLst>
                <a:latin typeface="Times New Roman" pitchFamily="18" charset="0"/>
              </a:rPr>
              <a:t>×</a:t>
            </a:r>
          </a:p>
        </p:txBody>
      </p:sp>
      <p:sp>
        <p:nvSpPr>
          <p:cNvPr id="533594" name="Text Box 90"/>
          <p:cNvSpPr txBox="1">
            <a:spLocks noChangeArrowheads="1"/>
          </p:cNvSpPr>
          <p:nvPr/>
        </p:nvSpPr>
        <p:spPr bwMode="auto">
          <a:xfrm>
            <a:off x="3481388" y="4686300"/>
            <a:ext cx="493712" cy="273050"/>
          </a:xfrm>
          <a:prstGeom prst="rect">
            <a:avLst/>
          </a:prstGeom>
          <a:noFill/>
          <a:ln w="9525">
            <a:noFill/>
            <a:miter lim="800000"/>
            <a:headEnd/>
            <a:tailEnd/>
          </a:ln>
          <a:effectLst/>
        </p:spPr>
        <p:txBody>
          <a:bodyPr>
            <a:spAutoFit/>
          </a:bodyPr>
          <a:lstStyle/>
          <a:p>
            <a:pPr>
              <a:spcBef>
                <a:spcPct val="50000"/>
              </a:spcBef>
              <a:defRPr/>
            </a:pPr>
            <a:r>
              <a:rPr lang="en-US" altLang="ja-JP" sz="1200">
                <a:effectLst>
                  <a:outerShdw blurRad="38100" dist="38100" dir="2700000" algn="tl">
                    <a:srgbClr val="000000"/>
                  </a:outerShdw>
                </a:effectLst>
                <a:latin typeface="Times New Roman" pitchFamily="18" charset="0"/>
              </a:rPr>
              <a:t>×</a:t>
            </a:r>
          </a:p>
        </p:txBody>
      </p:sp>
      <p:sp>
        <p:nvSpPr>
          <p:cNvPr id="533595" name="Text Box 91"/>
          <p:cNvSpPr txBox="1">
            <a:spLocks noChangeArrowheads="1"/>
          </p:cNvSpPr>
          <p:nvPr/>
        </p:nvSpPr>
        <p:spPr bwMode="auto">
          <a:xfrm>
            <a:off x="3259138" y="4783138"/>
            <a:ext cx="493712" cy="276225"/>
          </a:xfrm>
          <a:prstGeom prst="rect">
            <a:avLst/>
          </a:prstGeom>
          <a:noFill/>
          <a:ln w="9525">
            <a:noFill/>
            <a:miter lim="800000"/>
            <a:headEnd/>
            <a:tailEnd/>
          </a:ln>
          <a:effectLst/>
        </p:spPr>
        <p:txBody>
          <a:bodyPr>
            <a:spAutoFit/>
          </a:bodyPr>
          <a:lstStyle/>
          <a:p>
            <a:pPr>
              <a:spcBef>
                <a:spcPct val="50000"/>
              </a:spcBef>
              <a:defRPr/>
            </a:pPr>
            <a:r>
              <a:rPr lang="en-US" altLang="ja-JP" sz="1200">
                <a:effectLst>
                  <a:outerShdw blurRad="38100" dist="38100" dir="2700000" algn="tl">
                    <a:srgbClr val="000000"/>
                  </a:outerShdw>
                </a:effectLst>
                <a:latin typeface="Times New Roman" pitchFamily="18" charset="0"/>
              </a:rPr>
              <a:t>×</a:t>
            </a:r>
          </a:p>
        </p:txBody>
      </p:sp>
      <p:sp>
        <p:nvSpPr>
          <p:cNvPr id="533596" name="Text Box 92"/>
          <p:cNvSpPr txBox="1">
            <a:spLocks noChangeArrowheads="1"/>
          </p:cNvSpPr>
          <p:nvPr/>
        </p:nvSpPr>
        <p:spPr bwMode="auto">
          <a:xfrm>
            <a:off x="3062288" y="4600575"/>
            <a:ext cx="495300" cy="273050"/>
          </a:xfrm>
          <a:prstGeom prst="rect">
            <a:avLst/>
          </a:prstGeom>
          <a:noFill/>
          <a:ln w="9525">
            <a:noFill/>
            <a:miter lim="800000"/>
            <a:headEnd/>
            <a:tailEnd/>
          </a:ln>
          <a:effectLst/>
        </p:spPr>
        <p:txBody>
          <a:bodyPr>
            <a:spAutoFit/>
          </a:bodyPr>
          <a:lstStyle/>
          <a:p>
            <a:pPr>
              <a:spcBef>
                <a:spcPct val="50000"/>
              </a:spcBef>
              <a:defRPr/>
            </a:pPr>
            <a:r>
              <a:rPr lang="en-US" altLang="ja-JP" sz="1200">
                <a:effectLst>
                  <a:outerShdw blurRad="38100" dist="38100" dir="2700000" algn="tl">
                    <a:srgbClr val="000000"/>
                  </a:outerShdw>
                </a:effectLst>
                <a:latin typeface="Times New Roman" pitchFamily="18" charset="0"/>
              </a:rPr>
              <a:t>×</a:t>
            </a:r>
          </a:p>
        </p:txBody>
      </p:sp>
      <p:sp>
        <p:nvSpPr>
          <p:cNvPr id="533597" name="Text Box 93"/>
          <p:cNvSpPr txBox="1">
            <a:spLocks noChangeArrowheads="1"/>
          </p:cNvSpPr>
          <p:nvPr/>
        </p:nvSpPr>
        <p:spPr bwMode="auto">
          <a:xfrm>
            <a:off x="2789238" y="4692650"/>
            <a:ext cx="495300" cy="276225"/>
          </a:xfrm>
          <a:prstGeom prst="rect">
            <a:avLst/>
          </a:prstGeom>
          <a:noFill/>
          <a:ln w="9525">
            <a:noFill/>
            <a:miter lim="800000"/>
            <a:headEnd/>
            <a:tailEnd/>
          </a:ln>
          <a:effectLst/>
        </p:spPr>
        <p:txBody>
          <a:bodyPr>
            <a:spAutoFit/>
          </a:bodyPr>
          <a:lstStyle/>
          <a:p>
            <a:pPr>
              <a:spcBef>
                <a:spcPct val="50000"/>
              </a:spcBef>
              <a:defRPr/>
            </a:pPr>
            <a:r>
              <a:rPr lang="en-US" altLang="ja-JP" sz="1200">
                <a:effectLst>
                  <a:outerShdw blurRad="38100" dist="38100" dir="2700000" algn="tl">
                    <a:srgbClr val="000000"/>
                  </a:outerShdw>
                </a:effectLst>
                <a:latin typeface="Times New Roman" pitchFamily="18" charset="0"/>
              </a:rPr>
              <a:t>×</a:t>
            </a:r>
          </a:p>
        </p:txBody>
      </p:sp>
      <p:sp>
        <p:nvSpPr>
          <p:cNvPr id="533598" name="Text Box 94"/>
          <p:cNvSpPr txBox="1">
            <a:spLocks noChangeArrowheads="1"/>
          </p:cNvSpPr>
          <p:nvPr/>
        </p:nvSpPr>
        <p:spPr bwMode="auto">
          <a:xfrm>
            <a:off x="5524500" y="4699000"/>
            <a:ext cx="493713" cy="273050"/>
          </a:xfrm>
          <a:prstGeom prst="rect">
            <a:avLst/>
          </a:prstGeom>
          <a:noFill/>
          <a:ln w="9525">
            <a:noFill/>
            <a:miter lim="800000"/>
            <a:headEnd/>
            <a:tailEnd/>
          </a:ln>
          <a:effectLst/>
        </p:spPr>
        <p:txBody>
          <a:bodyPr>
            <a:spAutoFit/>
          </a:bodyPr>
          <a:lstStyle/>
          <a:p>
            <a:pPr>
              <a:spcBef>
                <a:spcPct val="50000"/>
              </a:spcBef>
              <a:defRPr/>
            </a:pPr>
            <a:r>
              <a:rPr lang="en-US" altLang="ja-JP" sz="1200">
                <a:effectLst>
                  <a:outerShdw blurRad="38100" dist="38100" dir="2700000" algn="tl">
                    <a:srgbClr val="000000"/>
                  </a:outerShdw>
                </a:effectLst>
                <a:latin typeface="Times New Roman" pitchFamily="18" charset="0"/>
              </a:rPr>
              <a:t>×</a:t>
            </a:r>
          </a:p>
        </p:txBody>
      </p:sp>
      <p:sp>
        <p:nvSpPr>
          <p:cNvPr id="533599" name="Text Box 95"/>
          <p:cNvSpPr txBox="1">
            <a:spLocks noChangeArrowheads="1"/>
          </p:cNvSpPr>
          <p:nvPr/>
        </p:nvSpPr>
        <p:spPr bwMode="auto">
          <a:xfrm>
            <a:off x="5275263" y="4887913"/>
            <a:ext cx="496887" cy="274637"/>
          </a:xfrm>
          <a:prstGeom prst="rect">
            <a:avLst/>
          </a:prstGeom>
          <a:noFill/>
          <a:ln w="9525">
            <a:noFill/>
            <a:miter lim="800000"/>
            <a:headEnd/>
            <a:tailEnd/>
          </a:ln>
          <a:effectLst/>
        </p:spPr>
        <p:txBody>
          <a:bodyPr>
            <a:spAutoFit/>
          </a:bodyPr>
          <a:lstStyle/>
          <a:p>
            <a:pPr>
              <a:spcBef>
                <a:spcPct val="50000"/>
              </a:spcBef>
              <a:defRPr/>
            </a:pPr>
            <a:r>
              <a:rPr lang="en-US" altLang="ja-JP" sz="1200">
                <a:effectLst>
                  <a:outerShdw blurRad="38100" dist="38100" dir="2700000" algn="tl">
                    <a:srgbClr val="000000"/>
                  </a:outerShdw>
                </a:effectLst>
                <a:latin typeface="Times New Roman" pitchFamily="18" charset="0"/>
              </a:rPr>
              <a:t>×</a:t>
            </a:r>
          </a:p>
        </p:txBody>
      </p:sp>
      <p:sp>
        <p:nvSpPr>
          <p:cNvPr id="533600" name="Text Box 96"/>
          <p:cNvSpPr txBox="1">
            <a:spLocks noChangeArrowheads="1"/>
          </p:cNvSpPr>
          <p:nvPr/>
        </p:nvSpPr>
        <p:spPr bwMode="auto">
          <a:xfrm>
            <a:off x="5016500" y="4783138"/>
            <a:ext cx="495300" cy="276225"/>
          </a:xfrm>
          <a:prstGeom prst="rect">
            <a:avLst/>
          </a:prstGeom>
          <a:noFill/>
          <a:ln w="9525">
            <a:noFill/>
            <a:miter lim="800000"/>
            <a:headEnd/>
            <a:tailEnd/>
          </a:ln>
          <a:effectLst/>
        </p:spPr>
        <p:txBody>
          <a:bodyPr>
            <a:spAutoFit/>
          </a:bodyPr>
          <a:lstStyle/>
          <a:p>
            <a:pPr>
              <a:spcBef>
                <a:spcPct val="50000"/>
              </a:spcBef>
              <a:defRPr/>
            </a:pPr>
            <a:r>
              <a:rPr lang="en-US" altLang="ja-JP" sz="1200">
                <a:effectLst>
                  <a:outerShdw blurRad="38100" dist="38100" dir="2700000" algn="tl">
                    <a:srgbClr val="000000"/>
                  </a:outerShdw>
                </a:effectLst>
                <a:latin typeface="Times New Roman" pitchFamily="18" charset="0"/>
              </a:rPr>
              <a:t>×</a:t>
            </a:r>
          </a:p>
        </p:txBody>
      </p:sp>
      <p:sp>
        <p:nvSpPr>
          <p:cNvPr id="533601" name="Text Box 97"/>
          <p:cNvSpPr txBox="1">
            <a:spLocks noChangeArrowheads="1"/>
          </p:cNvSpPr>
          <p:nvPr/>
        </p:nvSpPr>
        <p:spPr bwMode="auto">
          <a:xfrm>
            <a:off x="4781550" y="4891088"/>
            <a:ext cx="493713" cy="276225"/>
          </a:xfrm>
          <a:prstGeom prst="rect">
            <a:avLst/>
          </a:prstGeom>
          <a:noFill/>
          <a:ln w="9525">
            <a:noFill/>
            <a:miter lim="800000"/>
            <a:headEnd/>
            <a:tailEnd/>
          </a:ln>
          <a:effectLst/>
        </p:spPr>
        <p:txBody>
          <a:bodyPr>
            <a:spAutoFit/>
          </a:bodyPr>
          <a:lstStyle/>
          <a:p>
            <a:pPr>
              <a:spcBef>
                <a:spcPct val="50000"/>
              </a:spcBef>
              <a:defRPr/>
            </a:pPr>
            <a:r>
              <a:rPr lang="en-US" altLang="ja-JP" sz="1200">
                <a:effectLst>
                  <a:outerShdw blurRad="38100" dist="38100" dir="2700000" algn="tl">
                    <a:srgbClr val="000000"/>
                  </a:outerShdw>
                </a:effectLst>
                <a:latin typeface="Times New Roman" pitchFamily="18" charset="0"/>
              </a:rPr>
              <a:t>×</a:t>
            </a:r>
          </a:p>
        </p:txBody>
      </p:sp>
      <p:sp>
        <p:nvSpPr>
          <p:cNvPr id="533602" name="Text Box 98"/>
          <p:cNvSpPr txBox="1">
            <a:spLocks noChangeArrowheads="1"/>
          </p:cNvSpPr>
          <p:nvPr/>
        </p:nvSpPr>
        <p:spPr bwMode="auto">
          <a:xfrm>
            <a:off x="4533900" y="4492625"/>
            <a:ext cx="495300" cy="276225"/>
          </a:xfrm>
          <a:prstGeom prst="rect">
            <a:avLst/>
          </a:prstGeom>
          <a:noFill/>
          <a:ln w="9525">
            <a:noFill/>
            <a:miter lim="800000"/>
            <a:headEnd/>
            <a:tailEnd/>
          </a:ln>
          <a:effectLst/>
        </p:spPr>
        <p:txBody>
          <a:bodyPr>
            <a:spAutoFit/>
          </a:bodyPr>
          <a:lstStyle/>
          <a:p>
            <a:pPr>
              <a:spcBef>
                <a:spcPct val="50000"/>
              </a:spcBef>
              <a:defRPr/>
            </a:pPr>
            <a:r>
              <a:rPr lang="en-US" altLang="ja-JP" sz="1200">
                <a:effectLst>
                  <a:outerShdw blurRad="38100" dist="38100" dir="2700000" algn="tl">
                    <a:srgbClr val="000000"/>
                  </a:outerShdw>
                </a:effectLst>
                <a:latin typeface="Times New Roman" pitchFamily="18" charset="0"/>
              </a:rPr>
              <a:t>×</a:t>
            </a:r>
          </a:p>
        </p:txBody>
      </p:sp>
      <p:sp>
        <p:nvSpPr>
          <p:cNvPr id="533603" name="Text Box 99"/>
          <p:cNvSpPr txBox="1">
            <a:spLocks noChangeArrowheads="1"/>
          </p:cNvSpPr>
          <p:nvPr/>
        </p:nvSpPr>
        <p:spPr bwMode="auto">
          <a:xfrm>
            <a:off x="4283075" y="4410075"/>
            <a:ext cx="496888" cy="274638"/>
          </a:xfrm>
          <a:prstGeom prst="rect">
            <a:avLst/>
          </a:prstGeom>
          <a:noFill/>
          <a:ln w="9525">
            <a:noFill/>
            <a:miter lim="800000"/>
            <a:headEnd/>
            <a:tailEnd/>
          </a:ln>
          <a:effectLst/>
        </p:spPr>
        <p:txBody>
          <a:bodyPr>
            <a:spAutoFit/>
          </a:bodyPr>
          <a:lstStyle/>
          <a:p>
            <a:pPr>
              <a:spcBef>
                <a:spcPct val="50000"/>
              </a:spcBef>
              <a:defRPr/>
            </a:pPr>
            <a:r>
              <a:rPr lang="en-US" altLang="ja-JP" sz="1200">
                <a:effectLst>
                  <a:outerShdw blurRad="38100" dist="38100" dir="2700000" algn="tl">
                    <a:srgbClr val="000000"/>
                  </a:outerShdw>
                </a:effectLst>
                <a:latin typeface="Times New Roman" pitchFamily="18" charset="0"/>
              </a:rPr>
              <a:t>×</a:t>
            </a:r>
          </a:p>
        </p:txBody>
      </p:sp>
      <p:sp>
        <p:nvSpPr>
          <p:cNvPr id="533604" name="Text Box 100"/>
          <p:cNvSpPr txBox="1">
            <a:spLocks noChangeArrowheads="1"/>
          </p:cNvSpPr>
          <p:nvPr/>
        </p:nvSpPr>
        <p:spPr bwMode="auto">
          <a:xfrm>
            <a:off x="7008813" y="4587875"/>
            <a:ext cx="493712" cy="273050"/>
          </a:xfrm>
          <a:prstGeom prst="rect">
            <a:avLst/>
          </a:prstGeom>
          <a:noFill/>
          <a:ln w="9525">
            <a:noFill/>
            <a:miter lim="800000"/>
            <a:headEnd/>
            <a:tailEnd/>
          </a:ln>
          <a:effectLst/>
        </p:spPr>
        <p:txBody>
          <a:bodyPr>
            <a:spAutoFit/>
          </a:bodyPr>
          <a:lstStyle/>
          <a:p>
            <a:pPr>
              <a:spcBef>
                <a:spcPct val="50000"/>
              </a:spcBef>
              <a:defRPr/>
            </a:pPr>
            <a:r>
              <a:rPr lang="en-US" altLang="ja-JP" sz="1200">
                <a:effectLst>
                  <a:outerShdw blurRad="38100" dist="38100" dir="2700000" algn="tl">
                    <a:srgbClr val="000000"/>
                  </a:outerShdw>
                </a:effectLst>
                <a:latin typeface="Times New Roman" pitchFamily="18" charset="0"/>
              </a:rPr>
              <a:t>×</a:t>
            </a:r>
          </a:p>
        </p:txBody>
      </p:sp>
      <p:sp>
        <p:nvSpPr>
          <p:cNvPr id="533605" name="Text Box 101"/>
          <p:cNvSpPr txBox="1">
            <a:spLocks noChangeArrowheads="1"/>
          </p:cNvSpPr>
          <p:nvPr/>
        </p:nvSpPr>
        <p:spPr bwMode="auto">
          <a:xfrm>
            <a:off x="6761163" y="4878388"/>
            <a:ext cx="495300" cy="276225"/>
          </a:xfrm>
          <a:prstGeom prst="rect">
            <a:avLst/>
          </a:prstGeom>
          <a:noFill/>
          <a:ln w="9525">
            <a:noFill/>
            <a:miter lim="800000"/>
            <a:headEnd/>
            <a:tailEnd/>
          </a:ln>
          <a:effectLst/>
        </p:spPr>
        <p:txBody>
          <a:bodyPr>
            <a:spAutoFit/>
          </a:bodyPr>
          <a:lstStyle/>
          <a:p>
            <a:pPr>
              <a:spcBef>
                <a:spcPct val="50000"/>
              </a:spcBef>
              <a:defRPr/>
            </a:pPr>
            <a:r>
              <a:rPr lang="en-US" altLang="ja-JP" sz="1200">
                <a:effectLst>
                  <a:outerShdw blurRad="38100" dist="38100" dir="2700000" algn="tl">
                    <a:srgbClr val="000000"/>
                  </a:outerShdw>
                </a:effectLst>
                <a:latin typeface="Times New Roman" pitchFamily="18" charset="0"/>
              </a:rPr>
              <a:t>×</a:t>
            </a:r>
          </a:p>
        </p:txBody>
      </p:sp>
      <p:sp>
        <p:nvSpPr>
          <p:cNvPr id="533606" name="Text Box 102"/>
          <p:cNvSpPr txBox="1">
            <a:spLocks noChangeArrowheads="1"/>
          </p:cNvSpPr>
          <p:nvPr/>
        </p:nvSpPr>
        <p:spPr bwMode="auto">
          <a:xfrm>
            <a:off x="6513513" y="4513263"/>
            <a:ext cx="495300" cy="273050"/>
          </a:xfrm>
          <a:prstGeom prst="rect">
            <a:avLst/>
          </a:prstGeom>
          <a:noFill/>
          <a:ln w="9525">
            <a:noFill/>
            <a:miter lim="800000"/>
            <a:headEnd/>
            <a:tailEnd/>
          </a:ln>
          <a:effectLst/>
        </p:spPr>
        <p:txBody>
          <a:bodyPr>
            <a:spAutoFit/>
          </a:bodyPr>
          <a:lstStyle/>
          <a:p>
            <a:pPr>
              <a:spcBef>
                <a:spcPct val="50000"/>
              </a:spcBef>
              <a:defRPr/>
            </a:pPr>
            <a:r>
              <a:rPr lang="en-US" altLang="ja-JP" sz="1200">
                <a:effectLst>
                  <a:outerShdw blurRad="38100" dist="38100" dir="2700000" algn="tl">
                    <a:srgbClr val="000000"/>
                  </a:outerShdw>
                </a:effectLst>
                <a:latin typeface="Times New Roman" pitchFamily="18" charset="0"/>
              </a:rPr>
              <a:t>×</a:t>
            </a:r>
          </a:p>
        </p:txBody>
      </p:sp>
      <p:sp>
        <p:nvSpPr>
          <p:cNvPr id="533607" name="Text Box 103"/>
          <p:cNvSpPr txBox="1">
            <a:spLocks noChangeArrowheads="1"/>
          </p:cNvSpPr>
          <p:nvPr/>
        </p:nvSpPr>
        <p:spPr bwMode="auto">
          <a:xfrm>
            <a:off x="6253163" y="4786313"/>
            <a:ext cx="495300" cy="273050"/>
          </a:xfrm>
          <a:prstGeom prst="rect">
            <a:avLst/>
          </a:prstGeom>
          <a:noFill/>
          <a:ln w="9525">
            <a:noFill/>
            <a:miter lim="800000"/>
            <a:headEnd/>
            <a:tailEnd/>
          </a:ln>
          <a:effectLst/>
        </p:spPr>
        <p:txBody>
          <a:bodyPr>
            <a:spAutoFit/>
          </a:bodyPr>
          <a:lstStyle/>
          <a:p>
            <a:pPr>
              <a:spcBef>
                <a:spcPct val="50000"/>
              </a:spcBef>
              <a:defRPr/>
            </a:pPr>
            <a:r>
              <a:rPr lang="en-US" altLang="ja-JP" sz="1200">
                <a:effectLst>
                  <a:outerShdw blurRad="38100" dist="38100" dir="2700000" algn="tl">
                    <a:srgbClr val="000000"/>
                  </a:outerShdw>
                </a:effectLst>
                <a:latin typeface="Times New Roman" pitchFamily="18" charset="0"/>
              </a:rPr>
              <a:t>×</a:t>
            </a:r>
          </a:p>
        </p:txBody>
      </p:sp>
      <p:sp>
        <p:nvSpPr>
          <p:cNvPr id="533608" name="Text Box 104"/>
          <p:cNvSpPr txBox="1">
            <a:spLocks noChangeArrowheads="1"/>
          </p:cNvSpPr>
          <p:nvPr/>
        </p:nvSpPr>
        <p:spPr bwMode="auto">
          <a:xfrm>
            <a:off x="5992813" y="4773613"/>
            <a:ext cx="495300" cy="273050"/>
          </a:xfrm>
          <a:prstGeom prst="rect">
            <a:avLst/>
          </a:prstGeom>
          <a:noFill/>
          <a:ln w="9525">
            <a:noFill/>
            <a:miter lim="800000"/>
            <a:headEnd/>
            <a:tailEnd/>
          </a:ln>
          <a:effectLst/>
        </p:spPr>
        <p:txBody>
          <a:bodyPr>
            <a:spAutoFit/>
          </a:bodyPr>
          <a:lstStyle/>
          <a:p>
            <a:pPr>
              <a:spcBef>
                <a:spcPct val="50000"/>
              </a:spcBef>
              <a:defRPr/>
            </a:pPr>
            <a:r>
              <a:rPr lang="en-US" altLang="ja-JP" sz="1200">
                <a:effectLst>
                  <a:outerShdw blurRad="38100" dist="38100" dir="2700000" algn="tl">
                    <a:srgbClr val="000000"/>
                  </a:outerShdw>
                </a:effectLst>
                <a:latin typeface="Times New Roman" pitchFamily="18" charset="0"/>
              </a:rPr>
              <a:t>×</a:t>
            </a:r>
          </a:p>
        </p:txBody>
      </p:sp>
      <p:sp>
        <p:nvSpPr>
          <p:cNvPr id="533609" name="Text Box 105"/>
          <p:cNvSpPr txBox="1">
            <a:spLocks noChangeArrowheads="1"/>
          </p:cNvSpPr>
          <p:nvPr/>
        </p:nvSpPr>
        <p:spPr bwMode="auto">
          <a:xfrm>
            <a:off x="5772150" y="4587875"/>
            <a:ext cx="493713" cy="273050"/>
          </a:xfrm>
          <a:prstGeom prst="rect">
            <a:avLst/>
          </a:prstGeom>
          <a:noFill/>
          <a:ln w="9525">
            <a:noFill/>
            <a:miter lim="800000"/>
            <a:headEnd/>
            <a:tailEnd/>
          </a:ln>
          <a:effectLst/>
        </p:spPr>
        <p:txBody>
          <a:bodyPr>
            <a:spAutoFit/>
          </a:bodyPr>
          <a:lstStyle/>
          <a:p>
            <a:pPr>
              <a:spcBef>
                <a:spcPct val="50000"/>
              </a:spcBef>
              <a:defRPr/>
            </a:pPr>
            <a:r>
              <a:rPr lang="en-US" altLang="ja-JP" sz="1200">
                <a:effectLst>
                  <a:outerShdw blurRad="38100" dist="38100" dir="2700000" algn="tl">
                    <a:srgbClr val="000000"/>
                  </a:outerShdw>
                </a:effectLst>
                <a:latin typeface="Times New Roman" pitchFamily="18" charset="0"/>
              </a:rPr>
              <a:t>×</a:t>
            </a:r>
          </a:p>
        </p:txBody>
      </p:sp>
      <p:sp>
        <p:nvSpPr>
          <p:cNvPr id="533610" name="Line 106"/>
          <p:cNvSpPr>
            <a:spLocks noChangeShapeType="1"/>
          </p:cNvSpPr>
          <p:nvPr/>
        </p:nvSpPr>
        <p:spPr bwMode="auto">
          <a:xfrm>
            <a:off x="1471613" y="2647950"/>
            <a:ext cx="255587" cy="96838"/>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611" name="Line 107"/>
          <p:cNvSpPr>
            <a:spLocks noChangeShapeType="1"/>
          </p:cNvSpPr>
          <p:nvPr/>
        </p:nvSpPr>
        <p:spPr bwMode="auto">
          <a:xfrm>
            <a:off x="1720850" y="2744788"/>
            <a:ext cx="261938" cy="385762"/>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612" name="Line 108"/>
          <p:cNvSpPr>
            <a:spLocks noChangeShapeType="1"/>
          </p:cNvSpPr>
          <p:nvPr/>
        </p:nvSpPr>
        <p:spPr bwMode="auto">
          <a:xfrm flipH="1">
            <a:off x="1982788" y="2990850"/>
            <a:ext cx="247650" cy="139700"/>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613" name="Line 109"/>
          <p:cNvSpPr>
            <a:spLocks noChangeShapeType="1"/>
          </p:cNvSpPr>
          <p:nvPr/>
        </p:nvSpPr>
        <p:spPr bwMode="auto">
          <a:xfrm>
            <a:off x="2224088" y="2990850"/>
            <a:ext cx="261937" cy="6350"/>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614" name="Line 110"/>
          <p:cNvSpPr>
            <a:spLocks noChangeShapeType="1"/>
          </p:cNvSpPr>
          <p:nvPr/>
        </p:nvSpPr>
        <p:spPr bwMode="auto">
          <a:xfrm>
            <a:off x="2470150" y="2997200"/>
            <a:ext cx="247650" cy="84138"/>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615" name="Line 111"/>
          <p:cNvSpPr>
            <a:spLocks noChangeShapeType="1"/>
          </p:cNvSpPr>
          <p:nvPr/>
        </p:nvSpPr>
        <p:spPr bwMode="auto">
          <a:xfrm flipH="1">
            <a:off x="2711450" y="2749550"/>
            <a:ext cx="268288" cy="331788"/>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616" name="Line 112"/>
          <p:cNvSpPr>
            <a:spLocks noChangeShapeType="1"/>
          </p:cNvSpPr>
          <p:nvPr/>
        </p:nvSpPr>
        <p:spPr bwMode="auto">
          <a:xfrm flipH="1">
            <a:off x="2973388" y="2538413"/>
            <a:ext cx="247650" cy="211137"/>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617" name="Line 113"/>
          <p:cNvSpPr>
            <a:spLocks noChangeShapeType="1"/>
          </p:cNvSpPr>
          <p:nvPr/>
        </p:nvSpPr>
        <p:spPr bwMode="auto">
          <a:xfrm>
            <a:off x="3221038" y="2538413"/>
            <a:ext cx="239712" cy="458787"/>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618" name="Line 114"/>
          <p:cNvSpPr>
            <a:spLocks noChangeShapeType="1"/>
          </p:cNvSpPr>
          <p:nvPr/>
        </p:nvSpPr>
        <p:spPr bwMode="auto">
          <a:xfrm flipH="1">
            <a:off x="3452813" y="2811463"/>
            <a:ext cx="255587" cy="192087"/>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619" name="Line 115"/>
          <p:cNvSpPr>
            <a:spLocks noChangeShapeType="1"/>
          </p:cNvSpPr>
          <p:nvPr/>
        </p:nvSpPr>
        <p:spPr bwMode="auto">
          <a:xfrm>
            <a:off x="3708400" y="2811463"/>
            <a:ext cx="255588" cy="301625"/>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620" name="Line 116"/>
          <p:cNvSpPr>
            <a:spLocks noChangeShapeType="1"/>
          </p:cNvSpPr>
          <p:nvPr/>
        </p:nvSpPr>
        <p:spPr bwMode="auto">
          <a:xfrm>
            <a:off x="3963988" y="3119438"/>
            <a:ext cx="246062" cy="203200"/>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621" name="Line 117"/>
          <p:cNvSpPr>
            <a:spLocks noChangeShapeType="1"/>
          </p:cNvSpPr>
          <p:nvPr/>
        </p:nvSpPr>
        <p:spPr bwMode="auto">
          <a:xfrm flipH="1">
            <a:off x="4202113" y="2901950"/>
            <a:ext cx="261937" cy="420688"/>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622" name="Line 118"/>
          <p:cNvSpPr>
            <a:spLocks noChangeShapeType="1"/>
          </p:cNvSpPr>
          <p:nvPr/>
        </p:nvSpPr>
        <p:spPr bwMode="auto">
          <a:xfrm flipH="1">
            <a:off x="4464050" y="2549525"/>
            <a:ext cx="249238" cy="346075"/>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623" name="Line 119"/>
          <p:cNvSpPr>
            <a:spLocks noChangeShapeType="1"/>
          </p:cNvSpPr>
          <p:nvPr/>
        </p:nvSpPr>
        <p:spPr bwMode="auto">
          <a:xfrm>
            <a:off x="4705350" y="2555875"/>
            <a:ext cx="246063" cy="49213"/>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624" name="Line 120"/>
          <p:cNvSpPr>
            <a:spLocks noChangeShapeType="1"/>
          </p:cNvSpPr>
          <p:nvPr/>
        </p:nvSpPr>
        <p:spPr bwMode="auto">
          <a:xfrm>
            <a:off x="4951413" y="2598738"/>
            <a:ext cx="249237" cy="319087"/>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625" name="Line 121"/>
          <p:cNvSpPr>
            <a:spLocks noChangeShapeType="1"/>
          </p:cNvSpPr>
          <p:nvPr/>
        </p:nvSpPr>
        <p:spPr bwMode="auto">
          <a:xfrm>
            <a:off x="5200650" y="2924175"/>
            <a:ext cx="247650" cy="146050"/>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626" name="Line 122"/>
          <p:cNvSpPr>
            <a:spLocks noChangeShapeType="1"/>
          </p:cNvSpPr>
          <p:nvPr/>
        </p:nvSpPr>
        <p:spPr bwMode="auto">
          <a:xfrm flipH="1">
            <a:off x="5432425" y="2908300"/>
            <a:ext cx="206375" cy="161925"/>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627" name="Line 123"/>
          <p:cNvSpPr>
            <a:spLocks noChangeShapeType="1"/>
          </p:cNvSpPr>
          <p:nvPr/>
        </p:nvSpPr>
        <p:spPr bwMode="auto">
          <a:xfrm>
            <a:off x="5715000" y="2879725"/>
            <a:ext cx="220663" cy="128588"/>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628" name="Line 124"/>
          <p:cNvSpPr>
            <a:spLocks noChangeShapeType="1"/>
          </p:cNvSpPr>
          <p:nvPr/>
        </p:nvSpPr>
        <p:spPr bwMode="auto">
          <a:xfrm flipH="1">
            <a:off x="5942013" y="2811463"/>
            <a:ext cx="239712" cy="196850"/>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629" name="Line 125"/>
          <p:cNvSpPr>
            <a:spLocks noChangeShapeType="1"/>
          </p:cNvSpPr>
          <p:nvPr/>
        </p:nvSpPr>
        <p:spPr bwMode="auto">
          <a:xfrm>
            <a:off x="6173788" y="2805113"/>
            <a:ext cx="261937" cy="307975"/>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630" name="Line 126"/>
          <p:cNvSpPr>
            <a:spLocks noChangeShapeType="1"/>
          </p:cNvSpPr>
          <p:nvPr/>
        </p:nvSpPr>
        <p:spPr bwMode="auto">
          <a:xfrm flipH="1">
            <a:off x="6445250" y="2689225"/>
            <a:ext cx="239713" cy="409575"/>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631" name="Line 127"/>
          <p:cNvSpPr>
            <a:spLocks noChangeShapeType="1"/>
          </p:cNvSpPr>
          <p:nvPr/>
        </p:nvSpPr>
        <p:spPr bwMode="auto">
          <a:xfrm>
            <a:off x="6677025" y="2689225"/>
            <a:ext cx="255588" cy="252413"/>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632" name="Line 128"/>
          <p:cNvSpPr>
            <a:spLocks noChangeShapeType="1"/>
          </p:cNvSpPr>
          <p:nvPr/>
        </p:nvSpPr>
        <p:spPr bwMode="auto">
          <a:xfrm>
            <a:off x="6923088" y="2917825"/>
            <a:ext cx="265112" cy="273050"/>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633" name="Line 129"/>
          <p:cNvSpPr>
            <a:spLocks noChangeShapeType="1"/>
          </p:cNvSpPr>
          <p:nvPr/>
        </p:nvSpPr>
        <p:spPr bwMode="auto">
          <a:xfrm flipH="1">
            <a:off x="7188200" y="2930525"/>
            <a:ext cx="246063" cy="252413"/>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634" name="Line 130"/>
          <p:cNvSpPr>
            <a:spLocks noChangeShapeType="1"/>
          </p:cNvSpPr>
          <p:nvPr/>
        </p:nvSpPr>
        <p:spPr bwMode="auto">
          <a:xfrm>
            <a:off x="1471613" y="4721225"/>
            <a:ext cx="255587" cy="398463"/>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635" name="Line 131"/>
          <p:cNvSpPr>
            <a:spLocks noChangeShapeType="1"/>
          </p:cNvSpPr>
          <p:nvPr/>
        </p:nvSpPr>
        <p:spPr bwMode="auto">
          <a:xfrm flipH="1">
            <a:off x="1720850" y="4535488"/>
            <a:ext cx="254000" cy="601662"/>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636" name="Line 132"/>
          <p:cNvSpPr>
            <a:spLocks noChangeShapeType="1"/>
          </p:cNvSpPr>
          <p:nvPr/>
        </p:nvSpPr>
        <p:spPr bwMode="auto">
          <a:xfrm flipH="1">
            <a:off x="1974850" y="4451350"/>
            <a:ext cx="249238" cy="90488"/>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637" name="Line 133"/>
          <p:cNvSpPr>
            <a:spLocks noChangeShapeType="1"/>
          </p:cNvSpPr>
          <p:nvPr/>
        </p:nvSpPr>
        <p:spPr bwMode="auto">
          <a:xfrm>
            <a:off x="2224088" y="4451350"/>
            <a:ext cx="246062" cy="679450"/>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638" name="Line 134"/>
          <p:cNvSpPr>
            <a:spLocks noChangeShapeType="1"/>
          </p:cNvSpPr>
          <p:nvPr/>
        </p:nvSpPr>
        <p:spPr bwMode="auto">
          <a:xfrm flipH="1">
            <a:off x="2462213" y="4530725"/>
            <a:ext cx="255587" cy="612775"/>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639" name="Line 135"/>
          <p:cNvSpPr>
            <a:spLocks noChangeShapeType="1"/>
          </p:cNvSpPr>
          <p:nvPr/>
        </p:nvSpPr>
        <p:spPr bwMode="auto">
          <a:xfrm>
            <a:off x="2711450" y="4535488"/>
            <a:ext cx="254000" cy="307975"/>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640" name="Line 136"/>
          <p:cNvSpPr>
            <a:spLocks noChangeShapeType="1"/>
          </p:cNvSpPr>
          <p:nvPr/>
        </p:nvSpPr>
        <p:spPr bwMode="auto">
          <a:xfrm flipH="1">
            <a:off x="2957513" y="4738688"/>
            <a:ext cx="263525" cy="104775"/>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641" name="Line 137"/>
          <p:cNvSpPr>
            <a:spLocks noChangeShapeType="1"/>
          </p:cNvSpPr>
          <p:nvPr/>
        </p:nvSpPr>
        <p:spPr bwMode="auto">
          <a:xfrm>
            <a:off x="3211513" y="4727575"/>
            <a:ext cx="249237" cy="206375"/>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642" name="Line 138"/>
          <p:cNvSpPr>
            <a:spLocks noChangeShapeType="1"/>
          </p:cNvSpPr>
          <p:nvPr/>
        </p:nvSpPr>
        <p:spPr bwMode="auto">
          <a:xfrm flipH="1">
            <a:off x="3452813" y="4829175"/>
            <a:ext cx="255587" cy="104775"/>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643" name="Line 139"/>
          <p:cNvSpPr>
            <a:spLocks noChangeShapeType="1"/>
          </p:cNvSpPr>
          <p:nvPr/>
        </p:nvSpPr>
        <p:spPr bwMode="auto">
          <a:xfrm flipH="1">
            <a:off x="3698875" y="4733925"/>
            <a:ext cx="265113" cy="104775"/>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644" name="Line 140"/>
          <p:cNvSpPr>
            <a:spLocks noChangeShapeType="1"/>
          </p:cNvSpPr>
          <p:nvPr/>
        </p:nvSpPr>
        <p:spPr bwMode="auto">
          <a:xfrm flipH="1">
            <a:off x="3963988" y="4733925"/>
            <a:ext cx="246062" cy="0"/>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645" name="Line 141"/>
          <p:cNvSpPr>
            <a:spLocks noChangeShapeType="1"/>
          </p:cNvSpPr>
          <p:nvPr/>
        </p:nvSpPr>
        <p:spPr bwMode="auto">
          <a:xfrm flipH="1">
            <a:off x="4210050" y="4541838"/>
            <a:ext cx="247650" cy="192087"/>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646" name="Line 142"/>
          <p:cNvSpPr>
            <a:spLocks noChangeShapeType="1"/>
          </p:cNvSpPr>
          <p:nvPr/>
        </p:nvSpPr>
        <p:spPr bwMode="auto">
          <a:xfrm>
            <a:off x="4457700" y="4541838"/>
            <a:ext cx="239713" cy="101600"/>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647" name="Line 143"/>
          <p:cNvSpPr>
            <a:spLocks noChangeShapeType="1"/>
          </p:cNvSpPr>
          <p:nvPr/>
        </p:nvSpPr>
        <p:spPr bwMode="auto">
          <a:xfrm>
            <a:off x="4697413" y="4649788"/>
            <a:ext cx="254000" cy="379412"/>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648" name="Line 144"/>
          <p:cNvSpPr>
            <a:spLocks noChangeShapeType="1"/>
          </p:cNvSpPr>
          <p:nvPr/>
        </p:nvSpPr>
        <p:spPr bwMode="auto">
          <a:xfrm flipH="1">
            <a:off x="4951413" y="4927600"/>
            <a:ext cx="249237" cy="101600"/>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649" name="Line 145"/>
          <p:cNvSpPr>
            <a:spLocks noChangeShapeType="1"/>
          </p:cNvSpPr>
          <p:nvPr/>
        </p:nvSpPr>
        <p:spPr bwMode="auto">
          <a:xfrm>
            <a:off x="5192713" y="4927600"/>
            <a:ext cx="255587" cy="107950"/>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650" name="Line 146"/>
          <p:cNvSpPr>
            <a:spLocks noChangeShapeType="1"/>
          </p:cNvSpPr>
          <p:nvPr/>
        </p:nvSpPr>
        <p:spPr bwMode="auto">
          <a:xfrm flipH="1">
            <a:off x="5438775" y="4822825"/>
            <a:ext cx="255588" cy="206375"/>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651" name="Line 147"/>
          <p:cNvSpPr>
            <a:spLocks noChangeShapeType="1"/>
          </p:cNvSpPr>
          <p:nvPr/>
        </p:nvSpPr>
        <p:spPr bwMode="auto">
          <a:xfrm flipH="1">
            <a:off x="5686425" y="4733925"/>
            <a:ext cx="249238" cy="95250"/>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652" name="Line 148"/>
          <p:cNvSpPr>
            <a:spLocks noChangeShapeType="1"/>
          </p:cNvSpPr>
          <p:nvPr/>
        </p:nvSpPr>
        <p:spPr bwMode="auto">
          <a:xfrm flipH="1" flipV="1">
            <a:off x="5926138" y="4727575"/>
            <a:ext cx="263525" cy="200025"/>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653" name="Line 149"/>
          <p:cNvSpPr>
            <a:spLocks noChangeShapeType="1"/>
          </p:cNvSpPr>
          <p:nvPr/>
        </p:nvSpPr>
        <p:spPr bwMode="auto">
          <a:xfrm flipH="1">
            <a:off x="6197600" y="4922838"/>
            <a:ext cx="238125" cy="0"/>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654" name="Line 150"/>
          <p:cNvSpPr>
            <a:spLocks noChangeShapeType="1"/>
          </p:cNvSpPr>
          <p:nvPr/>
        </p:nvSpPr>
        <p:spPr bwMode="auto">
          <a:xfrm flipH="1">
            <a:off x="6429375" y="4637088"/>
            <a:ext cx="247650" cy="296862"/>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655" name="Line 151"/>
          <p:cNvSpPr>
            <a:spLocks noChangeShapeType="1"/>
          </p:cNvSpPr>
          <p:nvPr/>
        </p:nvSpPr>
        <p:spPr bwMode="auto">
          <a:xfrm>
            <a:off x="6684963" y="4643438"/>
            <a:ext cx="247650" cy="381000"/>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656" name="Line 152"/>
          <p:cNvSpPr>
            <a:spLocks noChangeShapeType="1"/>
          </p:cNvSpPr>
          <p:nvPr/>
        </p:nvSpPr>
        <p:spPr bwMode="auto">
          <a:xfrm flipH="1">
            <a:off x="6916738" y="4733925"/>
            <a:ext cx="261937" cy="290513"/>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657" name="Line 153"/>
          <p:cNvSpPr>
            <a:spLocks noChangeShapeType="1"/>
          </p:cNvSpPr>
          <p:nvPr/>
        </p:nvSpPr>
        <p:spPr bwMode="auto">
          <a:xfrm>
            <a:off x="7172325" y="4733925"/>
            <a:ext cx="247650" cy="0"/>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658" name="Line 154"/>
          <p:cNvSpPr>
            <a:spLocks noChangeShapeType="1"/>
          </p:cNvSpPr>
          <p:nvPr/>
        </p:nvSpPr>
        <p:spPr bwMode="auto">
          <a:xfrm flipV="1">
            <a:off x="1219200" y="2921000"/>
            <a:ext cx="6781800" cy="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659" name="Line 155"/>
          <p:cNvSpPr>
            <a:spLocks noChangeShapeType="1"/>
          </p:cNvSpPr>
          <p:nvPr/>
        </p:nvSpPr>
        <p:spPr bwMode="auto">
          <a:xfrm flipV="1">
            <a:off x="1233488" y="2314575"/>
            <a:ext cx="5103812" cy="6350"/>
          </a:xfrm>
          <a:prstGeom prst="line">
            <a:avLst/>
          </a:prstGeom>
          <a:noFill/>
          <a:ln w="9525">
            <a:solidFill>
              <a:schemeClr val="tx1"/>
            </a:solidFill>
            <a:prstDash val="dash"/>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660" name="Line 156"/>
          <p:cNvSpPr>
            <a:spLocks noChangeShapeType="1"/>
          </p:cNvSpPr>
          <p:nvPr/>
        </p:nvSpPr>
        <p:spPr bwMode="auto">
          <a:xfrm>
            <a:off x="1254125" y="3495675"/>
            <a:ext cx="5060950" cy="0"/>
          </a:xfrm>
          <a:prstGeom prst="line">
            <a:avLst/>
          </a:prstGeom>
          <a:noFill/>
          <a:ln w="9525">
            <a:solidFill>
              <a:schemeClr val="tx1"/>
            </a:solidFill>
            <a:prstDash val="dash"/>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661" name="Line 157"/>
          <p:cNvSpPr>
            <a:spLocks noChangeShapeType="1"/>
          </p:cNvSpPr>
          <p:nvPr/>
        </p:nvSpPr>
        <p:spPr bwMode="auto">
          <a:xfrm flipV="1">
            <a:off x="1233488" y="4251325"/>
            <a:ext cx="5081587" cy="9525"/>
          </a:xfrm>
          <a:prstGeom prst="line">
            <a:avLst/>
          </a:prstGeom>
          <a:noFill/>
          <a:ln w="9525">
            <a:solidFill>
              <a:schemeClr val="tx1"/>
            </a:solidFill>
            <a:prstDash val="dash"/>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662" name="Line 158"/>
          <p:cNvSpPr>
            <a:spLocks noChangeShapeType="1"/>
          </p:cNvSpPr>
          <p:nvPr/>
        </p:nvSpPr>
        <p:spPr bwMode="auto">
          <a:xfrm>
            <a:off x="1233488" y="4803775"/>
            <a:ext cx="6804025" cy="7938"/>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663" name="Text Box 159"/>
          <p:cNvSpPr txBox="1">
            <a:spLocks noChangeArrowheads="1"/>
          </p:cNvSpPr>
          <p:nvPr/>
        </p:nvSpPr>
        <p:spPr bwMode="auto">
          <a:xfrm>
            <a:off x="7666038" y="2320925"/>
            <a:ext cx="1609725" cy="304800"/>
          </a:xfrm>
          <a:prstGeom prst="rect">
            <a:avLst/>
          </a:prstGeom>
          <a:noFill/>
          <a:ln w="9525">
            <a:noFill/>
            <a:miter lim="800000"/>
            <a:headEnd/>
            <a:tailEnd/>
          </a:ln>
          <a:effectLst/>
        </p:spPr>
        <p:txBody>
          <a:bodyPr>
            <a:spAutoFit/>
          </a:bodyPr>
          <a:lstStyle/>
          <a:p>
            <a:pPr>
              <a:spcBef>
                <a:spcPct val="50000"/>
              </a:spcBef>
              <a:defRPr/>
            </a:pPr>
            <a:r>
              <a:rPr lang="en-US" altLang="ja-JP" sz="1400">
                <a:effectLst>
                  <a:outerShdw blurRad="38100" dist="38100" dir="2700000" algn="tl">
                    <a:srgbClr val="000000"/>
                  </a:outerShdw>
                </a:effectLst>
                <a:latin typeface="Times New Roman" pitchFamily="18" charset="0"/>
              </a:rPr>
              <a:t>UCL</a:t>
            </a:r>
            <a:r>
              <a:rPr lang="ja-JP" altLang="en-US" sz="1400">
                <a:effectLst>
                  <a:outerShdw blurRad="38100" dist="38100" dir="2700000" algn="tl">
                    <a:srgbClr val="000000"/>
                  </a:outerShdw>
                </a:effectLst>
                <a:latin typeface="Times New Roman" pitchFamily="18" charset="0"/>
              </a:rPr>
              <a:t>＝</a:t>
            </a:r>
            <a:r>
              <a:rPr lang="en-US" altLang="ja-JP" sz="1400">
                <a:effectLst>
                  <a:outerShdw blurRad="38100" dist="38100" dir="2700000" algn="tl">
                    <a:srgbClr val="000000"/>
                  </a:outerShdw>
                </a:effectLst>
                <a:latin typeface="Times New Roman" pitchFamily="18" charset="0"/>
              </a:rPr>
              <a:t>57.54</a:t>
            </a:r>
          </a:p>
        </p:txBody>
      </p:sp>
      <p:sp>
        <p:nvSpPr>
          <p:cNvPr id="533664" name="Text Box 160"/>
          <p:cNvSpPr txBox="1">
            <a:spLocks noChangeArrowheads="1"/>
          </p:cNvSpPr>
          <p:nvPr/>
        </p:nvSpPr>
        <p:spPr bwMode="auto">
          <a:xfrm>
            <a:off x="7707313" y="2941638"/>
            <a:ext cx="1609725" cy="304800"/>
          </a:xfrm>
          <a:prstGeom prst="rect">
            <a:avLst/>
          </a:prstGeom>
          <a:noFill/>
          <a:ln w="9525">
            <a:noFill/>
            <a:miter lim="800000"/>
            <a:headEnd/>
            <a:tailEnd/>
          </a:ln>
          <a:effectLst/>
        </p:spPr>
        <p:txBody>
          <a:bodyPr>
            <a:spAutoFit/>
          </a:bodyPr>
          <a:lstStyle/>
          <a:p>
            <a:pPr>
              <a:spcBef>
                <a:spcPct val="50000"/>
              </a:spcBef>
              <a:defRPr/>
            </a:pPr>
            <a:r>
              <a:rPr lang="en-US" altLang="ja-JP" sz="1400">
                <a:effectLst>
                  <a:outerShdw blurRad="38100" dist="38100" dir="2700000" algn="tl">
                    <a:srgbClr val="000000"/>
                  </a:outerShdw>
                </a:effectLst>
                <a:latin typeface="Times New Roman" pitchFamily="18" charset="0"/>
              </a:rPr>
              <a:t>  CL</a:t>
            </a:r>
            <a:r>
              <a:rPr lang="ja-JP" altLang="en-US" sz="1400">
                <a:effectLst>
                  <a:outerShdw blurRad="38100" dist="38100" dir="2700000" algn="tl">
                    <a:srgbClr val="000000"/>
                  </a:outerShdw>
                </a:effectLst>
                <a:latin typeface="Times New Roman" pitchFamily="18" charset="0"/>
              </a:rPr>
              <a:t>＝</a:t>
            </a:r>
            <a:r>
              <a:rPr lang="en-US" altLang="ja-JP" sz="1400">
                <a:effectLst>
                  <a:outerShdw blurRad="38100" dist="38100" dir="2700000" algn="tl">
                    <a:srgbClr val="000000"/>
                  </a:outerShdw>
                </a:effectLst>
                <a:latin typeface="Times New Roman" pitchFamily="18" charset="0"/>
              </a:rPr>
              <a:t>54.48</a:t>
            </a:r>
          </a:p>
        </p:txBody>
      </p:sp>
      <p:sp>
        <p:nvSpPr>
          <p:cNvPr id="533665" name="Text Box 161"/>
          <p:cNvSpPr txBox="1">
            <a:spLocks noChangeArrowheads="1"/>
          </p:cNvSpPr>
          <p:nvPr/>
        </p:nvSpPr>
        <p:spPr bwMode="auto">
          <a:xfrm>
            <a:off x="7666038" y="3505200"/>
            <a:ext cx="1609725" cy="304800"/>
          </a:xfrm>
          <a:prstGeom prst="rect">
            <a:avLst/>
          </a:prstGeom>
          <a:noFill/>
          <a:ln w="9525">
            <a:noFill/>
            <a:miter lim="800000"/>
            <a:headEnd/>
            <a:tailEnd/>
          </a:ln>
          <a:effectLst/>
        </p:spPr>
        <p:txBody>
          <a:bodyPr>
            <a:spAutoFit/>
          </a:bodyPr>
          <a:lstStyle/>
          <a:p>
            <a:pPr>
              <a:spcBef>
                <a:spcPct val="50000"/>
              </a:spcBef>
              <a:defRPr/>
            </a:pPr>
            <a:r>
              <a:rPr lang="en-US" altLang="ja-JP" sz="1400">
                <a:effectLst>
                  <a:outerShdw blurRad="38100" dist="38100" dir="2700000" algn="tl">
                    <a:srgbClr val="000000"/>
                  </a:outerShdw>
                </a:effectLst>
                <a:latin typeface="Times New Roman" pitchFamily="18" charset="0"/>
              </a:rPr>
              <a:t>LCL</a:t>
            </a:r>
            <a:r>
              <a:rPr lang="ja-JP" altLang="en-US" sz="1400">
                <a:effectLst>
                  <a:outerShdw blurRad="38100" dist="38100" dir="2700000" algn="tl">
                    <a:srgbClr val="000000"/>
                  </a:outerShdw>
                </a:effectLst>
                <a:latin typeface="Times New Roman" pitchFamily="18" charset="0"/>
              </a:rPr>
              <a:t>＝</a:t>
            </a:r>
            <a:r>
              <a:rPr lang="en-US" altLang="ja-JP" sz="1400">
                <a:effectLst>
                  <a:outerShdw blurRad="38100" dist="38100" dir="2700000" algn="tl">
                    <a:srgbClr val="000000"/>
                  </a:outerShdw>
                </a:effectLst>
                <a:latin typeface="Times New Roman" pitchFamily="18" charset="0"/>
              </a:rPr>
              <a:t>51.42</a:t>
            </a:r>
          </a:p>
        </p:txBody>
      </p:sp>
      <p:sp>
        <p:nvSpPr>
          <p:cNvPr id="533666" name="Text Box 162"/>
          <p:cNvSpPr txBox="1">
            <a:spLocks noChangeArrowheads="1"/>
          </p:cNvSpPr>
          <p:nvPr/>
        </p:nvSpPr>
        <p:spPr bwMode="auto">
          <a:xfrm>
            <a:off x="7656513" y="4275138"/>
            <a:ext cx="1608137" cy="304800"/>
          </a:xfrm>
          <a:prstGeom prst="rect">
            <a:avLst/>
          </a:prstGeom>
          <a:noFill/>
          <a:ln w="9525">
            <a:noFill/>
            <a:miter lim="800000"/>
            <a:headEnd/>
            <a:tailEnd/>
          </a:ln>
          <a:effectLst/>
        </p:spPr>
        <p:txBody>
          <a:bodyPr>
            <a:spAutoFit/>
          </a:bodyPr>
          <a:lstStyle/>
          <a:p>
            <a:pPr>
              <a:spcBef>
                <a:spcPct val="50000"/>
              </a:spcBef>
              <a:defRPr/>
            </a:pPr>
            <a:r>
              <a:rPr lang="en-US" altLang="ja-JP" sz="1400">
                <a:effectLst>
                  <a:outerShdw blurRad="38100" dist="38100" dir="2700000" algn="tl">
                    <a:srgbClr val="000000"/>
                  </a:outerShdw>
                </a:effectLst>
                <a:latin typeface="Times New Roman" pitchFamily="18" charset="0"/>
              </a:rPr>
              <a:t>UCL</a:t>
            </a:r>
            <a:r>
              <a:rPr lang="ja-JP" altLang="en-US" sz="1400">
                <a:effectLst>
                  <a:outerShdw blurRad="38100" dist="38100" dir="2700000" algn="tl">
                    <a:srgbClr val="000000"/>
                  </a:outerShdw>
                </a:effectLst>
                <a:latin typeface="Times New Roman" pitchFamily="18" charset="0"/>
              </a:rPr>
              <a:t>＝</a:t>
            </a:r>
            <a:r>
              <a:rPr lang="en-US" altLang="ja-JP" sz="1400">
                <a:effectLst>
                  <a:outerShdw blurRad="38100" dist="38100" dir="2700000" algn="tl">
                    <a:srgbClr val="000000"/>
                  </a:outerShdw>
                </a:effectLst>
                <a:latin typeface="Times New Roman" pitchFamily="18" charset="0"/>
              </a:rPr>
              <a:t>11.2</a:t>
            </a:r>
          </a:p>
        </p:txBody>
      </p:sp>
      <p:sp>
        <p:nvSpPr>
          <p:cNvPr id="533667" name="Text Box 163"/>
          <p:cNvSpPr txBox="1">
            <a:spLocks noChangeArrowheads="1"/>
          </p:cNvSpPr>
          <p:nvPr/>
        </p:nvSpPr>
        <p:spPr bwMode="auto">
          <a:xfrm>
            <a:off x="7707313" y="4791075"/>
            <a:ext cx="1609725" cy="304800"/>
          </a:xfrm>
          <a:prstGeom prst="rect">
            <a:avLst/>
          </a:prstGeom>
          <a:noFill/>
          <a:ln w="9525">
            <a:noFill/>
            <a:miter lim="800000"/>
            <a:headEnd/>
            <a:tailEnd/>
          </a:ln>
          <a:effectLst/>
        </p:spPr>
        <p:txBody>
          <a:bodyPr>
            <a:spAutoFit/>
          </a:bodyPr>
          <a:lstStyle/>
          <a:p>
            <a:pPr>
              <a:spcBef>
                <a:spcPct val="50000"/>
              </a:spcBef>
              <a:defRPr/>
            </a:pPr>
            <a:r>
              <a:rPr lang="en-US" altLang="ja-JP" sz="1400">
                <a:effectLst>
                  <a:outerShdw blurRad="38100" dist="38100" dir="2700000" algn="tl">
                    <a:srgbClr val="000000"/>
                  </a:outerShdw>
                </a:effectLst>
                <a:latin typeface="Times New Roman" pitchFamily="18" charset="0"/>
              </a:rPr>
              <a:t>  CL</a:t>
            </a:r>
            <a:r>
              <a:rPr lang="ja-JP" altLang="en-US" sz="1400">
                <a:effectLst>
                  <a:outerShdw blurRad="38100" dist="38100" dir="2700000" algn="tl">
                    <a:srgbClr val="000000"/>
                  </a:outerShdw>
                </a:effectLst>
                <a:latin typeface="Times New Roman" pitchFamily="18" charset="0"/>
              </a:rPr>
              <a:t>＝</a:t>
            </a:r>
            <a:r>
              <a:rPr lang="en-US" altLang="ja-JP" sz="1400">
                <a:effectLst>
                  <a:outerShdw blurRad="38100" dist="38100" dir="2700000" algn="tl">
                    <a:srgbClr val="000000"/>
                  </a:outerShdw>
                </a:effectLst>
                <a:latin typeface="Times New Roman" pitchFamily="18" charset="0"/>
              </a:rPr>
              <a:t>5.3</a:t>
            </a:r>
          </a:p>
        </p:txBody>
      </p:sp>
      <p:sp>
        <p:nvSpPr>
          <p:cNvPr id="533668" name="Text Box 164"/>
          <p:cNvSpPr txBox="1">
            <a:spLocks noChangeArrowheads="1"/>
          </p:cNvSpPr>
          <p:nvPr/>
        </p:nvSpPr>
        <p:spPr bwMode="auto">
          <a:xfrm>
            <a:off x="1604963" y="1936750"/>
            <a:ext cx="1112837" cy="273050"/>
          </a:xfrm>
          <a:prstGeom prst="rect">
            <a:avLst/>
          </a:prstGeom>
          <a:noFill/>
          <a:ln w="9525">
            <a:noFill/>
            <a:miter lim="800000"/>
            <a:headEnd/>
            <a:tailEnd/>
          </a:ln>
          <a:effectLst/>
        </p:spPr>
        <p:txBody>
          <a:bodyPr>
            <a:spAutoFit/>
          </a:bodyPr>
          <a:lstStyle/>
          <a:p>
            <a:pPr>
              <a:spcBef>
                <a:spcPct val="50000"/>
              </a:spcBef>
              <a:defRPr/>
            </a:pPr>
            <a:r>
              <a:rPr lang="ja-JP" altLang="en-US" sz="1200">
                <a:effectLst>
                  <a:outerShdw blurRad="38100" dist="38100" dir="2700000" algn="tl">
                    <a:srgbClr val="000000"/>
                  </a:outerShdw>
                </a:effectLst>
                <a:latin typeface="Times New Roman" pitchFamily="18" charset="0"/>
              </a:rPr>
              <a:t>ｎ＝５</a:t>
            </a:r>
            <a:endParaRPr lang="en-US" altLang="ja-JP" sz="1200">
              <a:effectLst>
                <a:outerShdw blurRad="38100" dist="38100" dir="2700000" algn="tl">
                  <a:srgbClr val="000000"/>
                </a:outerShdw>
              </a:effectLst>
              <a:latin typeface="Times New Roman" pitchFamily="18" charset="0"/>
            </a:endParaRPr>
          </a:p>
        </p:txBody>
      </p:sp>
      <p:sp>
        <p:nvSpPr>
          <p:cNvPr id="533669" name="Text Box 165"/>
          <p:cNvSpPr txBox="1">
            <a:spLocks noChangeArrowheads="1"/>
          </p:cNvSpPr>
          <p:nvPr/>
        </p:nvSpPr>
        <p:spPr bwMode="auto">
          <a:xfrm>
            <a:off x="449263" y="4446588"/>
            <a:ext cx="568325" cy="336550"/>
          </a:xfrm>
          <a:prstGeom prst="rect">
            <a:avLst/>
          </a:prstGeom>
          <a:noFill/>
          <a:ln w="9525">
            <a:noFill/>
            <a:miter lim="800000"/>
            <a:headEnd/>
            <a:tailEnd/>
          </a:ln>
          <a:effectLst/>
        </p:spPr>
        <p:txBody>
          <a:bodyPr>
            <a:spAutoFit/>
          </a:bodyPr>
          <a:lstStyle/>
          <a:p>
            <a:pPr>
              <a:spcBef>
                <a:spcPct val="50000"/>
              </a:spcBef>
              <a:defRPr/>
            </a:pPr>
            <a:r>
              <a:rPr lang="ja-JP" altLang="en-US" sz="1600">
                <a:effectLst>
                  <a:outerShdw blurRad="38100" dist="38100" dir="2700000" algn="tl">
                    <a:srgbClr val="000000"/>
                  </a:outerShdw>
                </a:effectLst>
                <a:latin typeface="Times New Roman" pitchFamily="18" charset="0"/>
              </a:rPr>
              <a:t>Ｒ</a:t>
            </a:r>
            <a:endParaRPr lang="en-US" altLang="ja-JP" sz="1600">
              <a:effectLst>
                <a:outerShdw blurRad="38100" dist="38100" dir="2700000" algn="tl">
                  <a:srgbClr val="000000"/>
                </a:outerShdw>
              </a:effectLst>
              <a:latin typeface="Times New Roman" pitchFamily="18" charset="0"/>
            </a:endParaRPr>
          </a:p>
        </p:txBody>
      </p:sp>
      <p:grpSp>
        <p:nvGrpSpPr>
          <p:cNvPr id="53409" name="Group 166"/>
          <p:cNvGrpSpPr>
            <a:grpSpLocks/>
          </p:cNvGrpSpPr>
          <p:nvPr/>
        </p:nvGrpSpPr>
        <p:grpSpPr bwMode="auto">
          <a:xfrm>
            <a:off x="398463" y="2651125"/>
            <a:ext cx="531812" cy="409575"/>
            <a:chOff x="251" y="1670"/>
            <a:chExt cx="335" cy="258"/>
          </a:xfrm>
        </p:grpSpPr>
        <p:sp>
          <p:nvSpPr>
            <p:cNvPr id="533671" name="Text Box 167"/>
            <p:cNvSpPr txBox="1">
              <a:spLocks noChangeArrowheads="1"/>
            </p:cNvSpPr>
            <p:nvPr/>
          </p:nvSpPr>
          <p:spPr bwMode="auto">
            <a:xfrm>
              <a:off x="251" y="1716"/>
              <a:ext cx="335" cy="212"/>
            </a:xfrm>
            <a:prstGeom prst="rect">
              <a:avLst/>
            </a:prstGeom>
            <a:noFill/>
            <a:ln w="9525">
              <a:noFill/>
              <a:miter lim="800000"/>
              <a:headEnd/>
              <a:tailEnd/>
            </a:ln>
            <a:effectLst/>
          </p:spPr>
          <p:txBody>
            <a:bodyPr>
              <a:spAutoFit/>
            </a:bodyPr>
            <a:lstStyle/>
            <a:p>
              <a:pPr>
                <a:spcBef>
                  <a:spcPct val="50000"/>
                </a:spcBef>
                <a:defRPr/>
              </a:pPr>
              <a:r>
                <a:rPr lang="ja-JP" altLang="en-US" sz="1600">
                  <a:effectLst>
                    <a:outerShdw blurRad="38100" dist="38100" dir="2700000" algn="tl">
                      <a:srgbClr val="000000"/>
                    </a:outerShdw>
                  </a:effectLst>
                  <a:latin typeface="Times New Roman" pitchFamily="18" charset="0"/>
                </a:rPr>
                <a:t>ｘ</a:t>
              </a:r>
              <a:endParaRPr lang="en-US" altLang="ja-JP" sz="1600">
                <a:effectLst>
                  <a:outerShdw blurRad="38100" dist="38100" dir="2700000" algn="tl">
                    <a:srgbClr val="000000"/>
                  </a:outerShdw>
                </a:effectLst>
                <a:latin typeface="Times New Roman" pitchFamily="18" charset="0"/>
              </a:endParaRPr>
            </a:p>
          </p:txBody>
        </p:sp>
        <p:sp>
          <p:nvSpPr>
            <p:cNvPr id="533672" name="Text Box 168"/>
            <p:cNvSpPr txBox="1">
              <a:spLocks noChangeArrowheads="1"/>
            </p:cNvSpPr>
            <p:nvPr/>
          </p:nvSpPr>
          <p:spPr bwMode="auto">
            <a:xfrm>
              <a:off x="258" y="1670"/>
              <a:ext cx="311" cy="212"/>
            </a:xfrm>
            <a:prstGeom prst="rect">
              <a:avLst/>
            </a:prstGeom>
            <a:noFill/>
            <a:ln w="9525">
              <a:noFill/>
              <a:miter lim="800000"/>
              <a:headEnd/>
              <a:tailEnd/>
            </a:ln>
            <a:effectLst/>
          </p:spPr>
          <p:txBody>
            <a:bodyPr>
              <a:spAutoFit/>
            </a:bodyPr>
            <a:lstStyle/>
            <a:p>
              <a:pPr>
                <a:spcBef>
                  <a:spcPct val="50000"/>
                </a:spcBef>
                <a:defRPr/>
              </a:pPr>
              <a:r>
                <a:rPr lang="ja-JP" altLang="en-US" sz="1600">
                  <a:effectLst>
                    <a:outerShdw blurRad="38100" dist="38100" dir="2700000" algn="tl">
                      <a:srgbClr val="000000"/>
                    </a:outerShdw>
                  </a:effectLst>
                  <a:latin typeface="Times New Roman" pitchFamily="18" charset="0"/>
                </a:rPr>
                <a:t>－</a:t>
              </a:r>
              <a:endParaRPr lang="en-US" altLang="ja-JP" sz="1600">
                <a:effectLst>
                  <a:outerShdw blurRad="38100" dist="38100" dir="2700000" algn="tl">
                    <a:srgbClr val="000000"/>
                  </a:outerShdw>
                </a:effectLst>
                <a:latin typeface="Times New Roman" pitchFamily="18" charset="0"/>
              </a:endParaRPr>
            </a:p>
          </p:txBody>
        </p:sp>
      </p:grpSp>
      <p:sp>
        <p:nvSpPr>
          <p:cNvPr id="533673" name="Text Box 169"/>
          <p:cNvSpPr txBox="1">
            <a:spLocks noChangeArrowheads="1"/>
          </p:cNvSpPr>
          <p:nvPr/>
        </p:nvSpPr>
        <p:spPr bwMode="auto">
          <a:xfrm>
            <a:off x="460375" y="1771650"/>
            <a:ext cx="1112838" cy="273050"/>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en-US" altLang="ja-JP" sz="1200">
                <a:effectLst>
                  <a:outerShdw blurRad="38100" dist="38100" dir="2700000" algn="tl">
                    <a:srgbClr val="000000"/>
                  </a:outerShdw>
                </a:effectLst>
                <a:latin typeface="Times New Roman" panose="02020603050405020304" pitchFamily="18" charset="0"/>
              </a:rPr>
              <a:t>(μ</a:t>
            </a:r>
            <a:r>
              <a:rPr lang="ja-JP" altLang="en-US" sz="1200">
                <a:effectLst>
                  <a:outerShdw blurRad="38100" dist="38100" dir="2700000" algn="tl">
                    <a:srgbClr val="000000"/>
                  </a:outerShdw>
                </a:effectLst>
                <a:latin typeface="Times New Roman" panose="02020603050405020304" pitchFamily="18" charset="0"/>
              </a:rPr>
              <a:t>ｍ</a:t>
            </a:r>
            <a:r>
              <a:rPr lang="en-US" altLang="ja-JP" sz="1200">
                <a:effectLst>
                  <a:outerShdw blurRad="38100" dist="38100" dir="2700000" algn="tl">
                    <a:srgbClr val="000000"/>
                  </a:outerShdw>
                </a:effectLst>
                <a:latin typeface="Times New Roman" panose="02020603050405020304" pitchFamily="18" charset="0"/>
              </a:rPr>
              <a:t>)</a:t>
            </a:r>
          </a:p>
        </p:txBody>
      </p:sp>
      <p:sp>
        <p:nvSpPr>
          <p:cNvPr id="533674" name="Text Box 170"/>
          <p:cNvSpPr txBox="1">
            <a:spLocks noChangeArrowheads="1"/>
          </p:cNvSpPr>
          <p:nvPr/>
        </p:nvSpPr>
        <p:spPr bwMode="auto">
          <a:xfrm>
            <a:off x="4119563" y="5665788"/>
            <a:ext cx="1608137" cy="304800"/>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en-US" altLang="ja-JP" sz="1400">
                <a:effectLst>
                  <a:outerShdw blurRad="38100" dist="38100" dir="2700000" algn="tl">
                    <a:srgbClr val="000000"/>
                  </a:outerShdw>
                </a:effectLst>
                <a:latin typeface="Times New Roman" panose="02020603050405020304" pitchFamily="18" charset="0"/>
                <a:ea typeface="イワタ中丸ゴシック体(GT)" charset="-128"/>
              </a:rPr>
              <a:t>Group No.</a:t>
            </a:r>
          </a:p>
        </p:txBody>
      </p:sp>
      <p:sp>
        <p:nvSpPr>
          <p:cNvPr id="533676" name="Text Box 172"/>
          <p:cNvSpPr txBox="1">
            <a:spLocks noChangeArrowheads="1"/>
          </p:cNvSpPr>
          <p:nvPr/>
        </p:nvSpPr>
        <p:spPr bwMode="auto">
          <a:xfrm>
            <a:off x="3252788" y="6245225"/>
            <a:ext cx="3957637" cy="304800"/>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th-TH" altLang="ja-JP" sz="1400">
                <a:solidFill>
                  <a:schemeClr val="folHlink"/>
                </a:solidFill>
                <a:effectLst>
                  <a:outerShdw blurRad="38100" dist="38100" dir="2700000" algn="tl">
                    <a:srgbClr val="000000"/>
                  </a:outerShdw>
                </a:effectLst>
                <a:latin typeface="Times New Roman" panose="02020603050405020304" pitchFamily="18" charset="0"/>
                <a:ea typeface="イワタ中丸ゴシック体(GT)" charset="-128"/>
                <a:cs typeface="Angsana New" pitchFamily="18" charset="-34"/>
              </a:rPr>
              <a:t>Grapg 7.1 </a:t>
            </a:r>
            <a:r>
              <a:rPr lang="en-US" altLang="ja-JP" sz="1400">
                <a:solidFill>
                  <a:schemeClr val="folHlink"/>
                </a:solidFill>
                <a:effectLst>
                  <a:outerShdw blurRad="38100" dist="38100" dir="2700000" algn="tl">
                    <a:srgbClr val="000000"/>
                  </a:outerShdw>
                </a:effectLst>
                <a:latin typeface="Times New Roman" panose="02020603050405020304" pitchFamily="18" charset="0"/>
                <a:ea typeface="イワタ中丸ゴシック体(GT)" charset="-128"/>
                <a:cs typeface="Angsana New" pitchFamily="18" charset="-34"/>
              </a:rPr>
              <a:t>Control chart x-R</a:t>
            </a:r>
          </a:p>
        </p:txBody>
      </p:sp>
      <p:sp>
        <p:nvSpPr>
          <p:cNvPr id="533677" name="Text Box 173"/>
          <p:cNvSpPr txBox="1">
            <a:spLocks noChangeArrowheads="1"/>
          </p:cNvSpPr>
          <p:nvPr/>
        </p:nvSpPr>
        <p:spPr bwMode="auto">
          <a:xfrm>
            <a:off x="5168900" y="6092825"/>
            <a:ext cx="742950" cy="336550"/>
          </a:xfrm>
          <a:prstGeom prst="rect">
            <a:avLst/>
          </a:prstGeom>
          <a:noFill/>
          <a:ln w="9525">
            <a:noFill/>
            <a:miter lim="800000"/>
            <a:headEnd/>
            <a:tailEnd/>
          </a:ln>
          <a:effectLst/>
        </p:spPr>
        <p:txBody>
          <a:bodyPr>
            <a:spAutoFit/>
          </a:bodyPr>
          <a:lstStyle/>
          <a:p>
            <a:pPr>
              <a:spcBef>
                <a:spcPct val="50000"/>
              </a:spcBef>
              <a:defRPr/>
            </a:pPr>
            <a:r>
              <a:rPr lang="ja-JP" altLang="en-US" sz="1600">
                <a:solidFill>
                  <a:schemeClr val="folHlink"/>
                </a:solidFill>
                <a:effectLst>
                  <a:outerShdw blurRad="38100" dist="38100" dir="2700000" algn="tl">
                    <a:srgbClr val="000000"/>
                  </a:outerShdw>
                </a:effectLst>
                <a:latin typeface="Times New Roman" pitchFamily="18" charset="0"/>
              </a:rPr>
              <a:t>－</a:t>
            </a:r>
            <a:endParaRPr lang="en-US" altLang="ja-JP" sz="1600">
              <a:solidFill>
                <a:schemeClr val="folHlink"/>
              </a:solidFill>
              <a:effectLst>
                <a:outerShdw blurRad="38100" dist="38100" dir="2700000" algn="tl">
                  <a:srgbClr val="000000"/>
                </a:outerShdw>
              </a:effectLst>
              <a:latin typeface="Times New Roman" pitchFamily="18" charset="0"/>
            </a:endParaRPr>
          </a:p>
        </p:txBody>
      </p:sp>
      <p:sp>
        <p:nvSpPr>
          <p:cNvPr id="533678" name="Line 174"/>
          <p:cNvSpPr>
            <a:spLocks noChangeShapeType="1"/>
          </p:cNvSpPr>
          <p:nvPr/>
        </p:nvSpPr>
        <p:spPr bwMode="auto">
          <a:xfrm flipH="1">
            <a:off x="6319838" y="1635125"/>
            <a:ext cx="0" cy="3681413"/>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679" name="Line 175"/>
          <p:cNvSpPr>
            <a:spLocks noChangeShapeType="1"/>
          </p:cNvSpPr>
          <p:nvPr/>
        </p:nvSpPr>
        <p:spPr bwMode="auto">
          <a:xfrm>
            <a:off x="6319838" y="2308225"/>
            <a:ext cx="1733550" cy="0"/>
          </a:xfrm>
          <a:prstGeom prst="line">
            <a:avLst/>
          </a:prstGeom>
          <a:noFill/>
          <a:ln w="9525">
            <a:solidFill>
              <a:schemeClr val="tx1"/>
            </a:solidFill>
            <a:prstDash val="lgDashDot"/>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680" name="Line 176"/>
          <p:cNvSpPr>
            <a:spLocks noChangeShapeType="1"/>
          </p:cNvSpPr>
          <p:nvPr/>
        </p:nvSpPr>
        <p:spPr bwMode="auto">
          <a:xfrm>
            <a:off x="6342063" y="3490913"/>
            <a:ext cx="1731962" cy="0"/>
          </a:xfrm>
          <a:prstGeom prst="line">
            <a:avLst/>
          </a:prstGeom>
          <a:noFill/>
          <a:ln w="9525">
            <a:solidFill>
              <a:schemeClr val="tx1"/>
            </a:solidFill>
            <a:prstDash val="lgDashDot"/>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681" name="Line 177"/>
          <p:cNvSpPr>
            <a:spLocks noChangeShapeType="1"/>
          </p:cNvSpPr>
          <p:nvPr/>
        </p:nvSpPr>
        <p:spPr bwMode="auto">
          <a:xfrm>
            <a:off x="6330950" y="4248150"/>
            <a:ext cx="1733550" cy="0"/>
          </a:xfrm>
          <a:prstGeom prst="line">
            <a:avLst/>
          </a:prstGeom>
          <a:noFill/>
          <a:ln w="9525">
            <a:solidFill>
              <a:schemeClr val="tx1"/>
            </a:solidFill>
            <a:prstDash val="lgDashDot"/>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682" name="Line 178"/>
          <p:cNvSpPr>
            <a:spLocks noChangeShapeType="1"/>
          </p:cNvSpPr>
          <p:nvPr/>
        </p:nvSpPr>
        <p:spPr bwMode="auto">
          <a:xfrm>
            <a:off x="3848100" y="4248150"/>
            <a:ext cx="0" cy="1060450"/>
          </a:xfrm>
          <a:prstGeom prst="line">
            <a:avLst/>
          </a:prstGeom>
          <a:noFill/>
          <a:ln w="9525">
            <a:solidFill>
              <a:schemeClr val="tx1"/>
            </a:solidFill>
            <a:prstDash val="sysDot"/>
            <a:round/>
            <a:headEnd type="arrow" w="med" len="med"/>
            <a:tailEnd type="arrow" w="med" len="me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683" name="Line 179"/>
          <p:cNvSpPr>
            <a:spLocks noChangeShapeType="1"/>
          </p:cNvSpPr>
          <p:nvPr/>
        </p:nvSpPr>
        <p:spPr bwMode="auto">
          <a:xfrm flipH="1">
            <a:off x="3848100" y="2317750"/>
            <a:ext cx="0" cy="1181100"/>
          </a:xfrm>
          <a:prstGeom prst="line">
            <a:avLst/>
          </a:prstGeom>
          <a:noFill/>
          <a:ln w="9525">
            <a:solidFill>
              <a:schemeClr val="tx1"/>
            </a:solidFill>
            <a:prstDash val="sysDot"/>
            <a:round/>
            <a:headEnd type="arrow" w="med" len="med"/>
            <a:tailEnd type="arrow" w="med" len="me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684" name="Line 180"/>
          <p:cNvSpPr>
            <a:spLocks noChangeShapeType="1"/>
          </p:cNvSpPr>
          <p:nvPr/>
        </p:nvSpPr>
        <p:spPr bwMode="auto">
          <a:xfrm>
            <a:off x="5842000" y="1865313"/>
            <a:ext cx="495300" cy="0"/>
          </a:xfrm>
          <a:prstGeom prst="line">
            <a:avLst/>
          </a:prstGeom>
          <a:noFill/>
          <a:ln w="3175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685" name="Line 181"/>
          <p:cNvSpPr>
            <a:spLocks noChangeShapeType="1"/>
          </p:cNvSpPr>
          <p:nvPr/>
        </p:nvSpPr>
        <p:spPr bwMode="auto">
          <a:xfrm flipH="1">
            <a:off x="6319838" y="1865313"/>
            <a:ext cx="557212" cy="0"/>
          </a:xfrm>
          <a:prstGeom prst="line">
            <a:avLst/>
          </a:prstGeom>
          <a:noFill/>
          <a:ln w="3175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686" name="Line 182"/>
          <p:cNvSpPr>
            <a:spLocks noChangeShapeType="1"/>
          </p:cNvSpPr>
          <p:nvPr/>
        </p:nvSpPr>
        <p:spPr bwMode="auto">
          <a:xfrm flipH="1">
            <a:off x="7837488" y="2743200"/>
            <a:ext cx="544512" cy="146050"/>
          </a:xfrm>
          <a:prstGeom prst="line">
            <a:avLst/>
          </a:prstGeom>
          <a:noFill/>
          <a:ln w="3175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687" name="Line 183"/>
          <p:cNvSpPr>
            <a:spLocks noChangeShapeType="1"/>
          </p:cNvSpPr>
          <p:nvPr/>
        </p:nvSpPr>
        <p:spPr bwMode="auto">
          <a:xfrm flipH="1" flipV="1">
            <a:off x="8763000" y="3124200"/>
            <a:ext cx="588963" cy="779463"/>
          </a:xfrm>
          <a:prstGeom prst="line">
            <a:avLst/>
          </a:prstGeom>
          <a:noFill/>
          <a:ln w="3175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688" name="Line 184"/>
          <p:cNvSpPr>
            <a:spLocks noChangeShapeType="1"/>
          </p:cNvSpPr>
          <p:nvPr/>
        </p:nvSpPr>
        <p:spPr bwMode="auto">
          <a:xfrm flipH="1">
            <a:off x="8661400" y="4165600"/>
            <a:ext cx="787400" cy="254000"/>
          </a:xfrm>
          <a:prstGeom prst="line">
            <a:avLst/>
          </a:prstGeom>
          <a:noFill/>
          <a:ln w="3175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689" name="Line 185"/>
          <p:cNvSpPr>
            <a:spLocks noChangeShapeType="1"/>
          </p:cNvSpPr>
          <p:nvPr/>
        </p:nvSpPr>
        <p:spPr bwMode="auto">
          <a:xfrm flipH="1">
            <a:off x="8610600" y="4167188"/>
            <a:ext cx="771525" cy="785812"/>
          </a:xfrm>
          <a:prstGeom prst="line">
            <a:avLst/>
          </a:prstGeom>
          <a:noFill/>
          <a:ln w="3175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690" name="Line 186"/>
          <p:cNvSpPr>
            <a:spLocks noChangeShapeType="1"/>
          </p:cNvSpPr>
          <p:nvPr/>
        </p:nvSpPr>
        <p:spPr bwMode="auto">
          <a:xfrm flipH="1">
            <a:off x="4568825" y="3998913"/>
            <a:ext cx="484188" cy="431800"/>
          </a:xfrm>
          <a:prstGeom prst="line">
            <a:avLst/>
          </a:prstGeom>
          <a:noFill/>
          <a:ln w="3175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691" name="Line 187"/>
          <p:cNvSpPr>
            <a:spLocks noChangeShapeType="1"/>
          </p:cNvSpPr>
          <p:nvPr/>
        </p:nvSpPr>
        <p:spPr bwMode="auto">
          <a:xfrm flipV="1">
            <a:off x="2330450" y="3194050"/>
            <a:ext cx="330200" cy="506413"/>
          </a:xfrm>
          <a:prstGeom prst="line">
            <a:avLst/>
          </a:prstGeom>
          <a:noFill/>
          <a:ln w="3175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692" name="Line 188"/>
          <p:cNvSpPr>
            <a:spLocks noChangeShapeType="1"/>
          </p:cNvSpPr>
          <p:nvPr/>
        </p:nvSpPr>
        <p:spPr bwMode="auto">
          <a:xfrm flipH="1">
            <a:off x="2209800" y="1681163"/>
            <a:ext cx="368300" cy="376237"/>
          </a:xfrm>
          <a:prstGeom prst="line">
            <a:avLst/>
          </a:prstGeom>
          <a:noFill/>
          <a:ln w="3175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693" name="Line 189"/>
          <p:cNvSpPr>
            <a:spLocks noChangeShapeType="1"/>
          </p:cNvSpPr>
          <p:nvPr/>
        </p:nvSpPr>
        <p:spPr bwMode="auto">
          <a:xfrm flipH="1">
            <a:off x="1003300" y="1562100"/>
            <a:ext cx="342900" cy="304800"/>
          </a:xfrm>
          <a:prstGeom prst="line">
            <a:avLst/>
          </a:prstGeom>
          <a:noFill/>
          <a:ln w="3175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694" name="Line 190"/>
          <p:cNvSpPr>
            <a:spLocks noChangeShapeType="1"/>
          </p:cNvSpPr>
          <p:nvPr/>
        </p:nvSpPr>
        <p:spPr bwMode="auto">
          <a:xfrm flipV="1">
            <a:off x="2208213" y="4972050"/>
            <a:ext cx="1565275" cy="858838"/>
          </a:xfrm>
          <a:prstGeom prst="line">
            <a:avLst/>
          </a:prstGeom>
          <a:noFill/>
          <a:ln w="3175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695" name="Line 191"/>
          <p:cNvSpPr>
            <a:spLocks noChangeShapeType="1"/>
          </p:cNvSpPr>
          <p:nvPr/>
        </p:nvSpPr>
        <p:spPr bwMode="auto">
          <a:xfrm flipV="1">
            <a:off x="2197100" y="3138488"/>
            <a:ext cx="1617663" cy="2684462"/>
          </a:xfrm>
          <a:prstGeom prst="line">
            <a:avLst/>
          </a:prstGeom>
          <a:noFill/>
          <a:ln w="3175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696" name="Line 192"/>
          <p:cNvSpPr>
            <a:spLocks noChangeShapeType="1"/>
          </p:cNvSpPr>
          <p:nvPr/>
        </p:nvSpPr>
        <p:spPr bwMode="auto">
          <a:xfrm flipH="1">
            <a:off x="6172200" y="6400800"/>
            <a:ext cx="2438400" cy="0"/>
          </a:xfrm>
          <a:prstGeom prst="line">
            <a:avLst/>
          </a:prstGeom>
          <a:noFill/>
          <a:ln w="3175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697" name="Line 193"/>
          <p:cNvSpPr>
            <a:spLocks noChangeShapeType="1"/>
          </p:cNvSpPr>
          <p:nvPr/>
        </p:nvSpPr>
        <p:spPr bwMode="auto">
          <a:xfrm flipH="1" flipV="1">
            <a:off x="5248275" y="5789613"/>
            <a:ext cx="3362325" cy="1587"/>
          </a:xfrm>
          <a:prstGeom prst="line">
            <a:avLst/>
          </a:prstGeom>
          <a:noFill/>
          <a:ln w="3175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698" name="Line 194"/>
          <p:cNvSpPr>
            <a:spLocks noChangeShapeType="1"/>
          </p:cNvSpPr>
          <p:nvPr/>
        </p:nvSpPr>
        <p:spPr bwMode="auto">
          <a:xfrm flipH="1" flipV="1">
            <a:off x="7351713" y="5607050"/>
            <a:ext cx="1182687" cy="184150"/>
          </a:xfrm>
          <a:prstGeom prst="line">
            <a:avLst/>
          </a:prstGeom>
          <a:noFill/>
          <a:ln w="3175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533699" name="Rectangle 195"/>
          <p:cNvSpPr>
            <a:spLocks noChangeArrowheads="1"/>
          </p:cNvSpPr>
          <p:nvPr/>
        </p:nvSpPr>
        <p:spPr bwMode="auto">
          <a:xfrm>
            <a:off x="2936875" y="1770063"/>
            <a:ext cx="2863850" cy="290512"/>
          </a:xfrm>
          <a:prstGeom prst="rect">
            <a:avLst/>
          </a:prstGeom>
          <a:solidFill>
            <a:srgbClr val="800080"/>
          </a:solidFill>
          <a:ln w="9525">
            <a:solidFill>
              <a:schemeClr val="tx1"/>
            </a:solidFill>
            <a:prstDash val="sysDot"/>
            <a:miter lim="800000"/>
            <a:headEnd/>
            <a:tailEnd/>
          </a:ln>
          <a:effectLst>
            <a:outerShdw blurRad="63500" dist="107763" dir="2700000" algn="ctr" rotWithShape="0">
              <a:schemeClr val="bg2">
                <a:alpha val="74998"/>
              </a:schemeClr>
            </a:outerShdw>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th-TH" altLang="ja-JP" sz="1400">
                <a:effectLst>
                  <a:outerShdw blurRad="38100" dist="38100" dir="2700000" algn="tl">
                    <a:srgbClr val="000000"/>
                  </a:outerShdw>
                </a:effectLst>
                <a:latin typeface="Times New Roman" panose="02020603050405020304" pitchFamily="18" charset="0"/>
                <a:ea typeface="イワタ中丸ゴシック体(GT)" charset="-128"/>
                <a:cs typeface="Angsana New" pitchFamily="18" charset="-34"/>
              </a:rPr>
              <a:t>Analysis control chart</a:t>
            </a:r>
            <a:r>
              <a:rPr lang="en-US" altLang="ja-JP" sz="1400">
                <a:effectLst>
                  <a:outerShdw blurRad="38100" dist="38100" dir="2700000" algn="tl">
                    <a:srgbClr val="000000"/>
                  </a:outerShdw>
                </a:effectLst>
                <a:latin typeface="Times New Roman" panose="02020603050405020304" pitchFamily="18" charset="0"/>
                <a:ea typeface="イワタ中丸ゴシック体(GT)" charset="-128"/>
                <a:cs typeface="Angsana New" pitchFamily="18" charset="-34"/>
              </a:rPr>
              <a:t> : broken line</a:t>
            </a:r>
          </a:p>
        </p:txBody>
      </p:sp>
      <p:sp>
        <p:nvSpPr>
          <p:cNvPr id="533700" name="Rectangle 196"/>
          <p:cNvSpPr>
            <a:spLocks noChangeArrowheads="1"/>
          </p:cNvSpPr>
          <p:nvPr/>
        </p:nvSpPr>
        <p:spPr bwMode="auto">
          <a:xfrm>
            <a:off x="6608763" y="1701800"/>
            <a:ext cx="3024187" cy="358775"/>
          </a:xfrm>
          <a:prstGeom prst="rect">
            <a:avLst/>
          </a:prstGeom>
          <a:solidFill>
            <a:srgbClr val="800080"/>
          </a:solidFill>
          <a:ln w="9525">
            <a:solidFill>
              <a:schemeClr val="tx1"/>
            </a:solidFill>
            <a:prstDash val="sysDot"/>
            <a:miter lim="800000"/>
            <a:headEnd/>
            <a:tailEnd/>
          </a:ln>
          <a:effectLst>
            <a:outerShdw blurRad="63500" dist="107763" dir="2700000" algn="ctr" rotWithShape="0">
              <a:schemeClr val="bg2">
                <a:alpha val="74998"/>
              </a:schemeClr>
            </a:outerShdw>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th-TH" altLang="ja-JP" sz="1200">
                <a:effectLst>
                  <a:outerShdw blurRad="38100" dist="38100" dir="2700000" algn="tl">
                    <a:srgbClr val="000000"/>
                  </a:outerShdw>
                </a:effectLst>
                <a:latin typeface="Times New Roman" panose="02020603050405020304" pitchFamily="18" charset="0"/>
                <a:cs typeface="Angsana New" pitchFamily="18" charset="-34"/>
              </a:rPr>
              <a:t>Control purposes control chart : Dashed line</a:t>
            </a:r>
            <a:endParaRPr lang="en-US" altLang="ja-JP" sz="1200">
              <a:effectLst>
                <a:outerShdw blurRad="38100" dist="38100" dir="2700000" algn="tl">
                  <a:srgbClr val="000000"/>
                </a:outerShdw>
              </a:effectLst>
              <a:latin typeface="Times New Roman" panose="02020603050405020304" pitchFamily="18" charset="0"/>
              <a:cs typeface="Angsana New" pitchFamily="18" charset="-34"/>
            </a:endParaRPr>
          </a:p>
        </p:txBody>
      </p:sp>
      <p:sp>
        <p:nvSpPr>
          <p:cNvPr id="533701" name="Rectangle 197"/>
          <p:cNvSpPr>
            <a:spLocks noChangeArrowheads="1"/>
          </p:cNvSpPr>
          <p:nvPr/>
        </p:nvSpPr>
        <p:spPr bwMode="auto">
          <a:xfrm>
            <a:off x="8220075" y="2635250"/>
            <a:ext cx="1422400" cy="298450"/>
          </a:xfrm>
          <a:prstGeom prst="rect">
            <a:avLst/>
          </a:prstGeom>
          <a:solidFill>
            <a:srgbClr val="800080"/>
          </a:solidFill>
          <a:ln w="9525">
            <a:solidFill>
              <a:schemeClr val="tx1"/>
            </a:solidFill>
            <a:prstDash val="sysDot"/>
            <a:miter lim="800000"/>
            <a:headEnd/>
            <a:tailEnd/>
          </a:ln>
          <a:effectLst>
            <a:outerShdw blurRad="63500" dist="107763" dir="2700000" algn="ctr" rotWithShape="0">
              <a:schemeClr val="bg2">
                <a:alpha val="74998"/>
              </a:schemeClr>
            </a:outerShdw>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th-TH" altLang="ja-JP" sz="1200">
                <a:effectLst>
                  <a:outerShdw blurRad="38100" dist="38100" dir="2700000" algn="tl">
                    <a:srgbClr val="000000"/>
                  </a:outerShdw>
                </a:effectLst>
                <a:latin typeface="Times New Roman" panose="02020603050405020304" pitchFamily="18" charset="0"/>
                <a:cs typeface="Angsana New" pitchFamily="18" charset="-34"/>
              </a:rPr>
              <a:t>center line : solid line</a:t>
            </a:r>
            <a:endParaRPr lang="en-US" altLang="ja-JP" sz="1200">
              <a:effectLst>
                <a:outerShdw blurRad="38100" dist="38100" dir="2700000" algn="tl">
                  <a:srgbClr val="000000"/>
                </a:outerShdw>
              </a:effectLst>
              <a:latin typeface="Times New Roman" panose="02020603050405020304" pitchFamily="18" charset="0"/>
              <a:cs typeface="Angsana New" pitchFamily="18" charset="-34"/>
            </a:endParaRPr>
          </a:p>
        </p:txBody>
      </p:sp>
      <p:sp>
        <p:nvSpPr>
          <p:cNvPr id="533702" name="Rectangle 198"/>
          <p:cNvSpPr>
            <a:spLocks noChangeArrowheads="1"/>
          </p:cNvSpPr>
          <p:nvPr/>
        </p:nvSpPr>
        <p:spPr bwMode="auto">
          <a:xfrm>
            <a:off x="8378825" y="5638800"/>
            <a:ext cx="1285875" cy="307975"/>
          </a:xfrm>
          <a:prstGeom prst="rect">
            <a:avLst/>
          </a:prstGeom>
          <a:solidFill>
            <a:srgbClr val="800080"/>
          </a:solidFill>
          <a:ln w="9525">
            <a:solidFill>
              <a:schemeClr val="tx1"/>
            </a:solidFill>
            <a:prstDash val="sysDot"/>
            <a:miter lim="800000"/>
            <a:headEnd/>
            <a:tailEnd/>
          </a:ln>
          <a:effectLst>
            <a:outerShdw blurRad="63500" dist="107763" dir="2700000" algn="ctr" rotWithShape="0">
              <a:schemeClr val="bg2">
                <a:alpha val="74998"/>
              </a:schemeClr>
            </a:outerShdw>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th-TH" altLang="ja-JP" sz="1400">
                <a:effectLst>
                  <a:outerShdw blurRad="38100" dist="38100" dir="2700000" algn="tl">
                    <a:srgbClr val="000000"/>
                  </a:outerShdw>
                </a:effectLst>
                <a:latin typeface="Times New Roman" panose="02020603050405020304" pitchFamily="18" charset="0"/>
                <a:cs typeface="Angsana New" pitchFamily="18" charset="-34"/>
              </a:rPr>
              <a:t>enter Group no.</a:t>
            </a:r>
            <a:endParaRPr lang="en-US" altLang="ja-JP" sz="1400">
              <a:effectLst>
                <a:outerShdw blurRad="38100" dist="38100" dir="2700000" algn="tl">
                  <a:srgbClr val="000000"/>
                </a:outerShdw>
              </a:effectLst>
              <a:latin typeface="Times New Roman" panose="02020603050405020304" pitchFamily="18" charset="0"/>
              <a:cs typeface="Angsana New" pitchFamily="18" charset="-34"/>
            </a:endParaRPr>
          </a:p>
        </p:txBody>
      </p:sp>
      <p:sp>
        <p:nvSpPr>
          <p:cNvPr id="533703" name="Rectangle 199"/>
          <p:cNvSpPr>
            <a:spLocks noChangeArrowheads="1"/>
          </p:cNvSpPr>
          <p:nvPr/>
        </p:nvSpPr>
        <p:spPr bwMode="auto">
          <a:xfrm>
            <a:off x="7400925" y="6216650"/>
            <a:ext cx="2276475" cy="317500"/>
          </a:xfrm>
          <a:prstGeom prst="rect">
            <a:avLst/>
          </a:prstGeom>
          <a:solidFill>
            <a:srgbClr val="800080"/>
          </a:solidFill>
          <a:ln w="9525">
            <a:solidFill>
              <a:schemeClr val="tx1"/>
            </a:solidFill>
            <a:prstDash val="sysDot"/>
            <a:miter lim="800000"/>
            <a:headEnd/>
            <a:tailEnd/>
          </a:ln>
          <a:effectLst>
            <a:outerShdw blurRad="63500" dist="107763" dir="2700000" algn="ctr" rotWithShape="0">
              <a:schemeClr val="bg2">
                <a:alpha val="74998"/>
              </a:schemeClr>
            </a:outerShdw>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th-TH" altLang="ja-JP" sz="1200">
                <a:effectLst>
                  <a:outerShdw blurRad="38100" dist="38100" dir="2700000" algn="tl">
                    <a:srgbClr val="000000"/>
                  </a:outerShdw>
                </a:effectLst>
                <a:latin typeface="Times New Roman" panose="02020603050405020304" pitchFamily="18" charset="0"/>
                <a:cs typeface="Angsana New" pitchFamily="18" charset="-34"/>
              </a:rPr>
              <a:t>enter </a:t>
            </a:r>
            <a:r>
              <a:rPr lang="th-TH" altLang="ja-JP" sz="1600">
                <a:effectLst>
                  <a:outerShdw blurRad="38100" dist="38100" dir="2700000" algn="tl">
                    <a:srgbClr val="000000"/>
                  </a:outerShdw>
                </a:effectLst>
                <a:latin typeface="Times New Roman" panose="02020603050405020304" pitchFamily="18" charset="0"/>
                <a:cs typeface="Angsana New" pitchFamily="18" charset="-34"/>
              </a:rPr>
              <a:t>title</a:t>
            </a:r>
            <a:r>
              <a:rPr lang="th-TH" altLang="ja-JP" sz="1200">
                <a:effectLst>
                  <a:outerShdw blurRad="38100" dist="38100" dir="2700000" algn="tl">
                    <a:srgbClr val="000000"/>
                  </a:outerShdw>
                </a:effectLst>
                <a:latin typeface="Times New Roman" panose="02020603050405020304" pitchFamily="18" charset="0"/>
                <a:cs typeface="Angsana New" pitchFamily="18" charset="-34"/>
              </a:rPr>
              <a:t> below  graph</a:t>
            </a:r>
            <a:endParaRPr lang="en-US" altLang="ja-JP" sz="1200">
              <a:effectLst>
                <a:outerShdw blurRad="38100" dist="38100" dir="2700000" algn="tl">
                  <a:srgbClr val="000000"/>
                </a:outerShdw>
              </a:effectLst>
              <a:latin typeface="Times New Roman" panose="02020603050405020304" pitchFamily="18" charset="0"/>
              <a:cs typeface="Angsana New" pitchFamily="18" charset="-34"/>
            </a:endParaRPr>
          </a:p>
        </p:txBody>
      </p:sp>
      <p:sp>
        <p:nvSpPr>
          <p:cNvPr id="533704" name="Rectangle 200"/>
          <p:cNvSpPr>
            <a:spLocks noChangeArrowheads="1"/>
          </p:cNvSpPr>
          <p:nvPr/>
        </p:nvSpPr>
        <p:spPr bwMode="auto">
          <a:xfrm>
            <a:off x="3873500" y="3700463"/>
            <a:ext cx="2179638" cy="288925"/>
          </a:xfrm>
          <a:prstGeom prst="rect">
            <a:avLst/>
          </a:prstGeom>
          <a:solidFill>
            <a:srgbClr val="800080"/>
          </a:solidFill>
          <a:ln w="9525">
            <a:solidFill>
              <a:schemeClr val="tx1"/>
            </a:solidFill>
            <a:prstDash val="sysDot"/>
            <a:miter lim="800000"/>
            <a:headEnd/>
            <a:tailEnd/>
          </a:ln>
          <a:effectLst>
            <a:outerShdw blurRad="63500" dist="107763" dir="2700000" algn="ctr" rotWithShape="0">
              <a:schemeClr val="bg2">
                <a:alpha val="74998"/>
              </a:schemeClr>
            </a:outerShdw>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600">
                <a:effectLst>
                  <a:outerShdw blurRad="38100" dist="38100" dir="2700000" algn="tl">
                    <a:srgbClr val="000000"/>
                  </a:outerShdw>
                </a:effectLst>
                <a:latin typeface="Times New Roman" panose="02020603050405020304" pitchFamily="18" charset="0"/>
                <a:ea typeface="イワタ中丸ゴシック体(GT)" charset="-128"/>
              </a:rPr>
              <a:t>Show R with x mark</a:t>
            </a:r>
          </a:p>
        </p:txBody>
      </p:sp>
      <p:grpSp>
        <p:nvGrpSpPr>
          <p:cNvPr id="53441" name="Group 201"/>
          <p:cNvGrpSpPr>
            <a:grpSpLocks/>
          </p:cNvGrpSpPr>
          <p:nvPr/>
        </p:nvGrpSpPr>
        <p:grpSpPr bwMode="auto">
          <a:xfrm>
            <a:off x="1281113" y="3581400"/>
            <a:ext cx="1879600" cy="344488"/>
            <a:chOff x="1040" y="2296"/>
            <a:chExt cx="935" cy="217"/>
          </a:xfrm>
        </p:grpSpPr>
        <p:sp>
          <p:nvSpPr>
            <p:cNvPr id="533706" name="Rectangle 202"/>
            <p:cNvSpPr>
              <a:spLocks noChangeArrowheads="1"/>
            </p:cNvSpPr>
            <p:nvPr/>
          </p:nvSpPr>
          <p:spPr bwMode="auto">
            <a:xfrm>
              <a:off x="1040" y="2331"/>
              <a:ext cx="935" cy="182"/>
            </a:xfrm>
            <a:prstGeom prst="rect">
              <a:avLst/>
            </a:prstGeom>
            <a:solidFill>
              <a:srgbClr val="800080"/>
            </a:solidFill>
            <a:ln w="9525">
              <a:solidFill>
                <a:schemeClr val="tx1"/>
              </a:solidFill>
              <a:prstDash val="sysDot"/>
              <a:miter lim="800000"/>
              <a:headEnd/>
              <a:tailEnd/>
            </a:ln>
            <a:effectLst>
              <a:outerShdw blurRad="63500" dist="107763" dir="2700000" algn="ctr" rotWithShape="0">
                <a:schemeClr val="bg2">
                  <a:alpha val="74998"/>
                </a:schemeClr>
              </a:outerShdw>
            </a:effectLst>
          </p:spPr>
          <p:txBody>
            <a:bodyPr wrap="none" lIns="0" rIns="0"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400">
                  <a:effectLst>
                    <a:outerShdw blurRad="38100" dist="38100" dir="2700000" algn="tl">
                      <a:srgbClr val="000000"/>
                    </a:outerShdw>
                  </a:effectLst>
                  <a:latin typeface="Times New Roman" panose="02020603050405020304" pitchFamily="18" charset="0"/>
                </a:rPr>
                <a:t>Show x with</a:t>
              </a:r>
              <a:r>
                <a:rPr lang="th-TH" altLang="ja-JP" sz="1400">
                  <a:effectLst>
                    <a:outerShdw blurRad="38100" dist="38100" dir="2700000" algn="tl">
                      <a:srgbClr val="000000"/>
                    </a:outerShdw>
                  </a:effectLst>
                  <a:latin typeface="Times New Roman" panose="02020603050405020304" pitchFamily="18" charset="0"/>
                </a:rPr>
                <a:t> </a:t>
              </a:r>
              <a:r>
                <a:rPr lang="en-US" altLang="ja-JP" sz="1400">
                  <a:effectLst>
                    <a:outerShdw blurRad="38100" dist="38100" dir="2700000" algn="tl">
                      <a:srgbClr val="000000"/>
                    </a:outerShdw>
                  </a:effectLst>
                  <a:latin typeface="Times New Roman" panose="02020603050405020304" pitchFamily="18" charset="0"/>
                </a:rPr>
                <a:t>● mark</a:t>
              </a:r>
            </a:p>
          </p:txBody>
        </p:sp>
        <p:sp>
          <p:nvSpPr>
            <p:cNvPr id="533707" name="Text Box 203"/>
            <p:cNvSpPr txBox="1">
              <a:spLocks noChangeArrowheads="1"/>
            </p:cNvSpPr>
            <p:nvPr/>
          </p:nvSpPr>
          <p:spPr bwMode="auto">
            <a:xfrm>
              <a:off x="1325" y="2296"/>
              <a:ext cx="313" cy="192"/>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endParaRPr lang="th-TH" altLang="ms-MY" sz="1400">
                <a:effectLst>
                  <a:outerShdw blurRad="38100" dist="38100" dir="2700000" algn="tl">
                    <a:srgbClr val="000000"/>
                  </a:outerShdw>
                </a:effectLst>
                <a:latin typeface="Times New Roman" panose="02020603050405020304" pitchFamily="18" charset="0"/>
              </a:endParaRPr>
            </a:p>
          </p:txBody>
        </p:sp>
      </p:grpSp>
      <p:sp>
        <p:nvSpPr>
          <p:cNvPr id="533708" name="Rectangle 204"/>
          <p:cNvSpPr>
            <a:spLocks noChangeArrowheads="1"/>
          </p:cNvSpPr>
          <p:nvPr/>
        </p:nvSpPr>
        <p:spPr bwMode="auto">
          <a:xfrm>
            <a:off x="1917700" y="1346200"/>
            <a:ext cx="2243138" cy="317500"/>
          </a:xfrm>
          <a:prstGeom prst="rect">
            <a:avLst/>
          </a:prstGeom>
          <a:solidFill>
            <a:srgbClr val="800080"/>
          </a:solidFill>
          <a:ln w="9525">
            <a:solidFill>
              <a:schemeClr val="tx1"/>
            </a:solidFill>
            <a:prstDash val="sysDot"/>
            <a:miter lim="800000"/>
            <a:headEnd/>
            <a:tailEnd/>
          </a:ln>
          <a:effectLst>
            <a:outerShdw blurRad="63500" dist="107763" dir="2700000" algn="ctr" rotWithShape="0">
              <a:schemeClr val="bg2">
                <a:alpha val="74998"/>
              </a:schemeClr>
            </a:outerShdw>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th-TH" altLang="ja-JP" sz="1400">
                <a:effectLst>
                  <a:outerShdw blurRad="38100" dist="38100" dir="2700000" algn="tl">
                    <a:srgbClr val="000000"/>
                  </a:outerShdw>
                </a:effectLst>
                <a:latin typeface="Times New Roman" panose="02020603050405020304" pitchFamily="18" charset="0"/>
                <a:cs typeface="Angsana New" pitchFamily="18" charset="-34"/>
              </a:rPr>
              <a:t>show the size of group</a:t>
            </a:r>
            <a:endParaRPr lang="en-US" altLang="ja-JP" sz="1400">
              <a:effectLst>
                <a:outerShdw blurRad="38100" dist="38100" dir="2700000" algn="tl">
                  <a:srgbClr val="000000"/>
                </a:outerShdw>
              </a:effectLst>
              <a:latin typeface="Times New Roman" panose="02020603050405020304" pitchFamily="18" charset="0"/>
              <a:cs typeface="Angsana New" pitchFamily="18" charset="-34"/>
            </a:endParaRPr>
          </a:p>
        </p:txBody>
      </p:sp>
      <p:sp>
        <p:nvSpPr>
          <p:cNvPr id="533709" name="Rectangle 205"/>
          <p:cNvSpPr>
            <a:spLocks noChangeArrowheads="1"/>
          </p:cNvSpPr>
          <p:nvPr/>
        </p:nvSpPr>
        <p:spPr bwMode="auto">
          <a:xfrm>
            <a:off x="361950" y="1354138"/>
            <a:ext cx="1225550" cy="287337"/>
          </a:xfrm>
          <a:prstGeom prst="rect">
            <a:avLst/>
          </a:prstGeom>
          <a:solidFill>
            <a:srgbClr val="800080"/>
          </a:solidFill>
          <a:ln w="9525">
            <a:solidFill>
              <a:schemeClr val="tx1"/>
            </a:solidFill>
            <a:prstDash val="sysDot"/>
            <a:miter lim="800000"/>
            <a:headEnd/>
            <a:tailEnd/>
          </a:ln>
          <a:effectLst>
            <a:outerShdw blurRad="63500" dist="107763" dir="2700000" algn="ctr" rotWithShape="0">
              <a:schemeClr val="bg2">
                <a:alpha val="74998"/>
              </a:schemeClr>
            </a:outerShdw>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th-TH" altLang="ja-JP" sz="1400">
                <a:effectLst>
                  <a:outerShdw blurRad="38100" dist="38100" dir="2700000" algn="tl">
                    <a:srgbClr val="000000"/>
                  </a:outerShdw>
                </a:effectLst>
                <a:latin typeface="Times New Roman" panose="02020603050405020304" pitchFamily="18" charset="0"/>
                <a:cs typeface="Angsana New" pitchFamily="18" charset="-34"/>
              </a:rPr>
              <a:t>Unit</a:t>
            </a:r>
            <a:endParaRPr lang="en-US" altLang="ja-JP" sz="1400">
              <a:effectLst>
                <a:outerShdw blurRad="38100" dist="38100" dir="2700000" algn="tl">
                  <a:srgbClr val="000000"/>
                </a:outerShdw>
              </a:effectLst>
              <a:latin typeface="Times New Roman" panose="02020603050405020304" pitchFamily="18" charset="0"/>
              <a:cs typeface="Angsana New" pitchFamily="18" charset="-34"/>
            </a:endParaRPr>
          </a:p>
        </p:txBody>
      </p:sp>
      <p:sp>
        <p:nvSpPr>
          <p:cNvPr id="533710" name="Rectangle 206"/>
          <p:cNvSpPr>
            <a:spLocks noChangeArrowheads="1"/>
          </p:cNvSpPr>
          <p:nvPr/>
        </p:nvSpPr>
        <p:spPr bwMode="auto">
          <a:xfrm>
            <a:off x="334963" y="5797550"/>
            <a:ext cx="2725737" cy="727075"/>
          </a:xfrm>
          <a:prstGeom prst="rect">
            <a:avLst/>
          </a:prstGeom>
          <a:solidFill>
            <a:srgbClr val="800080"/>
          </a:solidFill>
          <a:ln w="9525">
            <a:solidFill>
              <a:schemeClr val="tx1"/>
            </a:solidFill>
            <a:prstDash val="sysDot"/>
            <a:miter lim="800000"/>
            <a:headEnd/>
            <a:tailEnd/>
          </a:ln>
          <a:effectLst>
            <a:outerShdw blurRad="63500" dist="107763" dir="2700000" algn="ctr" rotWithShape="0">
              <a:schemeClr val="bg2">
                <a:alpha val="74998"/>
              </a:schemeClr>
            </a:outerShdw>
          </a:effectLst>
        </p:spPr>
        <p:txBody>
          <a:bodyPr wrap="none" lIns="54000" tIns="0" rIns="54000" bIns="0"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lnSpc>
                <a:spcPct val="75000"/>
              </a:lnSpc>
            </a:pPr>
            <a:r>
              <a:rPr lang="th-TH" altLang="ja-JP" sz="1400">
                <a:latin typeface="Times New Roman" panose="02020603050405020304" pitchFamily="18" charset="0"/>
                <a:cs typeface="Angsana New" pitchFamily="18" charset="-34"/>
              </a:rPr>
              <a:t>Scale the width of UCL,LCL ,</a:t>
            </a:r>
          </a:p>
          <a:p>
            <a:pPr eaLnBrk="1" hangingPunct="1">
              <a:lnSpc>
                <a:spcPct val="75000"/>
              </a:lnSpc>
            </a:pPr>
            <a:r>
              <a:rPr lang="th-TH" altLang="ja-JP" sz="1400">
                <a:latin typeface="Times New Roman" panose="02020603050405020304" pitchFamily="18" charset="0"/>
                <a:cs typeface="Angsana New" pitchFamily="18" charset="-34"/>
              </a:rPr>
              <a:t>about 6 times the width of the group.</a:t>
            </a:r>
            <a:endParaRPr lang="en-US" altLang="ja-JP" sz="1400">
              <a:latin typeface="Times New Roman" panose="02020603050405020304" pitchFamily="18" charset="0"/>
              <a:cs typeface="Angsana New" pitchFamily="18" charset="-34"/>
            </a:endParaRPr>
          </a:p>
        </p:txBody>
      </p:sp>
      <p:sp>
        <p:nvSpPr>
          <p:cNvPr id="533711" name="Rectangle 207"/>
          <p:cNvSpPr>
            <a:spLocks noChangeArrowheads="1"/>
          </p:cNvSpPr>
          <p:nvPr/>
        </p:nvSpPr>
        <p:spPr bwMode="auto">
          <a:xfrm>
            <a:off x="8234363" y="3903663"/>
            <a:ext cx="1412875" cy="287337"/>
          </a:xfrm>
          <a:prstGeom prst="rect">
            <a:avLst/>
          </a:prstGeom>
          <a:solidFill>
            <a:srgbClr val="800080"/>
          </a:solidFill>
          <a:ln w="9525">
            <a:solidFill>
              <a:schemeClr val="tx1"/>
            </a:solidFill>
            <a:prstDash val="sysDot"/>
            <a:miter lim="800000"/>
            <a:headEnd/>
            <a:tailEnd/>
          </a:ln>
          <a:effectLst>
            <a:outerShdw blurRad="63500" dist="107763" dir="2700000" algn="ctr" rotWithShape="0">
              <a:schemeClr val="bg2">
                <a:alpha val="74998"/>
              </a:schemeClr>
            </a:outerShdw>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th-TH" altLang="ja-JP" sz="1200">
                <a:effectLst>
                  <a:outerShdw blurRad="38100" dist="38100" dir="2700000" algn="tl">
                    <a:srgbClr val="000000"/>
                  </a:outerShdw>
                </a:effectLst>
                <a:latin typeface="Times New Roman" panose="02020603050405020304" pitchFamily="18" charset="0"/>
                <a:cs typeface="Angsana New" pitchFamily="18" charset="-34"/>
              </a:rPr>
              <a:t>enter each value</a:t>
            </a:r>
            <a:endParaRPr lang="en-US" altLang="ja-JP" sz="1200">
              <a:effectLst>
                <a:outerShdw blurRad="38100" dist="38100" dir="2700000" algn="tl">
                  <a:srgbClr val="000000"/>
                </a:outerShdw>
              </a:effectLst>
              <a:latin typeface="Times New Roman" panose="02020603050405020304" pitchFamily="18" charset="0"/>
              <a:cs typeface="Angsana New" pitchFamily="18" charset="-34"/>
            </a:endParaRPr>
          </a:p>
        </p:txBody>
      </p:sp>
      <p:sp>
        <p:nvSpPr>
          <p:cNvPr id="533717" name="AutoShape 213"/>
          <p:cNvSpPr>
            <a:spLocks noChangeArrowheads="1"/>
          </p:cNvSpPr>
          <p:nvPr/>
        </p:nvSpPr>
        <p:spPr bwMode="auto">
          <a:xfrm>
            <a:off x="1423988" y="152400"/>
            <a:ext cx="6477000" cy="533400"/>
          </a:xfrm>
          <a:prstGeom prst="roundRect">
            <a:avLst>
              <a:gd name="adj" fmla="val 16667"/>
            </a:avLst>
          </a:prstGeom>
          <a:solidFill>
            <a:srgbClr val="008000"/>
          </a:solidFill>
          <a:ln w="9525">
            <a:solidFill>
              <a:schemeClr val="tx1"/>
            </a:solidFill>
            <a:round/>
            <a:headEnd/>
            <a:tailEnd/>
          </a:ln>
          <a:effectLst>
            <a:outerShdw blurRad="63500" dist="107763" dir="2700000" algn="ctr" rotWithShape="0">
              <a:schemeClr val="bg2">
                <a:alpha val="74998"/>
              </a:schemeClr>
            </a:outerShdw>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en-US" altLang="ja-JP">
                <a:effectLst>
                  <a:outerShdw blurRad="38100" dist="38100" dir="2700000" algn="tl">
                    <a:srgbClr val="000000"/>
                  </a:outerShdw>
                </a:effectLst>
                <a:latin typeface="Times New Roman" panose="02020603050405020304" pitchFamily="18" charset="0"/>
                <a:ea typeface="イワタ中丸ゴシック体(GT)" charset="-128"/>
              </a:rPr>
              <a:t>Creating method of 7 QC tools -7 </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4274" name="Group 2"/>
          <p:cNvGrpSpPr>
            <a:grpSpLocks/>
          </p:cNvGrpSpPr>
          <p:nvPr/>
        </p:nvGrpSpPr>
        <p:grpSpPr bwMode="auto">
          <a:xfrm>
            <a:off x="200025" y="1268413"/>
            <a:ext cx="9448800" cy="5334000"/>
            <a:chOff x="126" y="799"/>
            <a:chExt cx="5952" cy="3360"/>
          </a:xfrm>
        </p:grpSpPr>
        <p:sp>
          <p:nvSpPr>
            <p:cNvPr id="648195" name="AutoShape 3"/>
            <p:cNvSpPr>
              <a:spLocks noChangeArrowheads="1"/>
            </p:cNvSpPr>
            <p:nvPr/>
          </p:nvSpPr>
          <p:spPr bwMode="auto">
            <a:xfrm>
              <a:off x="126" y="799"/>
              <a:ext cx="5952" cy="3360"/>
            </a:xfrm>
            <a:prstGeom prst="roundRect">
              <a:avLst>
                <a:gd name="adj" fmla="val 2778"/>
              </a:avLst>
            </a:prstGeom>
            <a:solidFill>
              <a:srgbClr val="000080">
                <a:alpha val="50000"/>
              </a:srgbClr>
            </a:solidFill>
            <a:ln w="9525">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sp>
          <p:nvSpPr>
            <p:cNvPr id="648196" name="Rectangle 4"/>
            <p:cNvSpPr>
              <a:spLocks noChangeArrowheads="1"/>
            </p:cNvSpPr>
            <p:nvPr/>
          </p:nvSpPr>
          <p:spPr bwMode="auto">
            <a:xfrm>
              <a:off x="2374" y="2229"/>
              <a:ext cx="1130" cy="373"/>
            </a:xfrm>
            <a:prstGeom prst="rect">
              <a:avLst/>
            </a:prstGeom>
            <a:solidFill>
              <a:srgbClr val="FFFF99"/>
            </a:solidFill>
            <a:ln w="38100" cmpd="dbl">
              <a:solidFill>
                <a:schemeClr val="bg2"/>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648197" name="Text Box 5"/>
            <p:cNvSpPr txBox="1">
              <a:spLocks noChangeArrowheads="1"/>
            </p:cNvSpPr>
            <p:nvPr/>
          </p:nvSpPr>
          <p:spPr bwMode="auto">
            <a:xfrm>
              <a:off x="2382" y="2226"/>
              <a:ext cx="1130" cy="404"/>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spcBef>
                  <a:spcPct val="50000"/>
                </a:spcBef>
              </a:pPr>
              <a:r>
                <a:rPr lang="en-US" altLang="ja-JP" sz="1800">
                  <a:solidFill>
                    <a:schemeClr val="hlink"/>
                  </a:solidFill>
                  <a:effectLst>
                    <a:outerShdw blurRad="38100" dist="38100" dir="2700000" algn="tl">
                      <a:srgbClr val="000000"/>
                    </a:outerShdw>
                  </a:effectLst>
                  <a:latin typeface="Times New Roman" panose="02020603050405020304" pitchFamily="18" charset="0"/>
                  <a:ea typeface="イワタ中丸ゴシック体(GT)" charset="-128"/>
                </a:rPr>
                <a:t>Why no lively conversation</a:t>
              </a:r>
            </a:p>
          </p:txBody>
        </p:sp>
        <p:sp>
          <p:nvSpPr>
            <p:cNvPr id="648198" name="Oval 6"/>
            <p:cNvSpPr>
              <a:spLocks noChangeArrowheads="1"/>
            </p:cNvSpPr>
            <p:nvPr/>
          </p:nvSpPr>
          <p:spPr bwMode="auto">
            <a:xfrm>
              <a:off x="550" y="1081"/>
              <a:ext cx="869" cy="449"/>
            </a:xfrm>
            <a:prstGeom prst="ellipse">
              <a:avLst/>
            </a:prstGeom>
            <a:solidFill>
              <a:srgbClr val="993366"/>
            </a:solidFill>
            <a:ln w="28575">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sp>
          <p:nvSpPr>
            <p:cNvPr id="648199" name="Oval 7"/>
            <p:cNvSpPr>
              <a:spLocks noChangeArrowheads="1"/>
            </p:cNvSpPr>
            <p:nvPr/>
          </p:nvSpPr>
          <p:spPr bwMode="auto">
            <a:xfrm>
              <a:off x="1798" y="1060"/>
              <a:ext cx="929" cy="381"/>
            </a:xfrm>
            <a:prstGeom prst="ellips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sp>
          <p:nvSpPr>
            <p:cNvPr id="648200" name="Oval 8"/>
            <p:cNvSpPr>
              <a:spLocks noChangeArrowheads="1"/>
            </p:cNvSpPr>
            <p:nvPr/>
          </p:nvSpPr>
          <p:spPr bwMode="auto">
            <a:xfrm>
              <a:off x="1964" y="1633"/>
              <a:ext cx="753" cy="427"/>
            </a:xfrm>
            <a:prstGeom prst="ellips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sp>
          <p:nvSpPr>
            <p:cNvPr id="648201" name="Oval 9"/>
            <p:cNvSpPr>
              <a:spLocks noChangeArrowheads="1"/>
            </p:cNvSpPr>
            <p:nvPr/>
          </p:nvSpPr>
          <p:spPr bwMode="auto">
            <a:xfrm>
              <a:off x="3948" y="1053"/>
              <a:ext cx="757" cy="341"/>
            </a:xfrm>
            <a:prstGeom prst="ellips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sp>
          <p:nvSpPr>
            <p:cNvPr id="648202" name="Oval 10"/>
            <p:cNvSpPr>
              <a:spLocks noChangeArrowheads="1"/>
            </p:cNvSpPr>
            <p:nvPr/>
          </p:nvSpPr>
          <p:spPr bwMode="auto">
            <a:xfrm>
              <a:off x="759" y="1843"/>
              <a:ext cx="1059" cy="448"/>
            </a:xfrm>
            <a:prstGeom prst="ellips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sp>
          <p:nvSpPr>
            <p:cNvPr id="648203" name="Oval 11"/>
            <p:cNvSpPr>
              <a:spLocks noChangeArrowheads="1"/>
            </p:cNvSpPr>
            <p:nvPr/>
          </p:nvSpPr>
          <p:spPr bwMode="auto">
            <a:xfrm>
              <a:off x="3747" y="2160"/>
              <a:ext cx="807" cy="371"/>
            </a:xfrm>
            <a:prstGeom prst="ellips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sp>
          <p:nvSpPr>
            <p:cNvPr id="648204" name="Oval 12"/>
            <p:cNvSpPr>
              <a:spLocks noChangeArrowheads="1"/>
            </p:cNvSpPr>
            <p:nvPr/>
          </p:nvSpPr>
          <p:spPr bwMode="auto">
            <a:xfrm>
              <a:off x="2933" y="1486"/>
              <a:ext cx="880" cy="434"/>
            </a:xfrm>
            <a:prstGeom prst="ellips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sp>
          <p:nvSpPr>
            <p:cNvPr id="648205" name="Oval 13"/>
            <p:cNvSpPr>
              <a:spLocks noChangeArrowheads="1"/>
            </p:cNvSpPr>
            <p:nvPr/>
          </p:nvSpPr>
          <p:spPr bwMode="auto">
            <a:xfrm>
              <a:off x="759" y="2539"/>
              <a:ext cx="1070" cy="449"/>
            </a:xfrm>
            <a:prstGeom prst="ellips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sp>
          <p:nvSpPr>
            <p:cNvPr id="648206" name="Oval 14"/>
            <p:cNvSpPr>
              <a:spLocks noChangeArrowheads="1"/>
            </p:cNvSpPr>
            <p:nvPr/>
          </p:nvSpPr>
          <p:spPr bwMode="auto">
            <a:xfrm>
              <a:off x="4806" y="2300"/>
              <a:ext cx="807" cy="371"/>
            </a:xfrm>
            <a:prstGeom prst="ellips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sp>
          <p:nvSpPr>
            <p:cNvPr id="648207" name="Oval 15"/>
            <p:cNvSpPr>
              <a:spLocks noChangeArrowheads="1"/>
            </p:cNvSpPr>
            <p:nvPr/>
          </p:nvSpPr>
          <p:spPr bwMode="auto">
            <a:xfrm>
              <a:off x="2112" y="2865"/>
              <a:ext cx="807" cy="371"/>
            </a:xfrm>
            <a:prstGeom prst="ellips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sp>
          <p:nvSpPr>
            <p:cNvPr id="648208" name="Oval 16"/>
            <p:cNvSpPr>
              <a:spLocks noChangeArrowheads="1"/>
            </p:cNvSpPr>
            <p:nvPr/>
          </p:nvSpPr>
          <p:spPr bwMode="auto">
            <a:xfrm>
              <a:off x="4180" y="2710"/>
              <a:ext cx="990" cy="371"/>
            </a:xfrm>
            <a:prstGeom prst="ellipse">
              <a:avLst/>
            </a:prstGeom>
            <a:solidFill>
              <a:srgbClr val="993366"/>
            </a:solidFill>
            <a:ln w="28575">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sp>
          <p:nvSpPr>
            <p:cNvPr id="648209" name="Oval 17"/>
            <p:cNvSpPr>
              <a:spLocks noChangeArrowheads="1"/>
            </p:cNvSpPr>
            <p:nvPr/>
          </p:nvSpPr>
          <p:spPr bwMode="auto">
            <a:xfrm>
              <a:off x="3221" y="2934"/>
              <a:ext cx="807" cy="373"/>
            </a:xfrm>
            <a:prstGeom prst="ellipse">
              <a:avLst/>
            </a:prstGeom>
            <a:solidFill>
              <a:srgbClr val="993366"/>
            </a:solidFill>
            <a:ln w="28575">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sp>
          <p:nvSpPr>
            <p:cNvPr id="648210" name="Oval 18"/>
            <p:cNvSpPr>
              <a:spLocks noChangeArrowheads="1"/>
            </p:cNvSpPr>
            <p:nvPr/>
          </p:nvSpPr>
          <p:spPr bwMode="auto">
            <a:xfrm>
              <a:off x="2838" y="937"/>
              <a:ext cx="706" cy="357"/>
            </a:xfrm>
            <a:prstGeom prst="ellips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sp>
          <p:nvSpPr>
            <p:cNvPr id="648211" name="Oval 19"/>
            <p:cNvSpPr>
              <a:spLocks noChangeArrowheads="1"/>
            </p:cNvSpPr>
            <p:nvPr/>
          </p:nvSpPr>
          <p:spPr bwMode="auto">
            <a:xfrm>
              <a:off x="4069" y="1478"/>
              <a:ext cx="939" cy="410"/>
            </a:xfrm>
            <a:prstGeom prst="ellips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sp>
          <p:nvSpPr>
            <p:cNvPr id="648212" name="Oval 20"/>
            <p:cNvSpPr>
              <a:spLocks noChangeArrowheads="1"/>
            </p:cNvSpPr>
            <p:nvPr/>
          </p:nvSpPr>
          <p:spPr bwMode="auto">
            <a:xfrm>
              <a:off x="4978" y="1827"/>
              <a:ext cx="807" cy="373"/>
            </a:xfrm>
            <a:prstGeom prst="ellips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sp>
          <p:nvSpPr>
            <p:cNvPr id="648213" name="Text Box 21"/>
            <p:cNvSpPr txBox="1">
              <a:spLocks noChangeArrowheads="1"/>
            </p:cNvSpPr>
            <p:nvPr/>
          </p:nvSpPr>
          <p:spPr bwMode="auto">
            <a:xfrm>
              <a:off x="490" y="1081"/>
              <a:ext cx="1050" cy="460"/>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en-US" altLang="ja-JP" sz="1400">
                  <a:effectLst>
                    <a:outerShdw blurRad="38100" dist="38100" dir="2700000" algn="tl">
                      <a:srgbClr val="000000"/>
                    </a:outerShdw>
                  </a:effectLst>
                  <a:latin typeface="Times New Roman" panose="02020603050405020304" pitchFamily="18" charset="0"/>
                  <a:ea typeface="イワタ中丸ゴシック体(GT)" charset="-128"/>
                </a:rPr>
                <a:t>No frequency for talking with customer</a:t>
              </a:r>
            </a:p>
          </p:txBody>
        </p:sp>
        <p:sp>
          <p:nvSpPr>
            <p:cNvPr id="648214" name="Text Box 22"/>
            <p:cNvSpPr txBox="1">
              <a:spLocks noChangeArrowheads="1"/>
            </p:cNvSpPr>
            <p:nvPr/>
          </p:nvSpPr>
          <p:spPr bwMode="auto">
            <a:xfrm>
              <a:off x="1748" y="1076"/>
              <a:ext cx="1050" cy="288"/>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en-US" altLang="ja-JP" sz="1200">
                  <a:effectLst>
                    <a:outerShdw blurRad="38100" dist="38100" dir="2700000" algn="tl">
                      <a:srgbClr val="000000"/>
                    </a:outerShdw>
                  </a:effectLst>
                  <a:latin typeface="Times New Roman" panose="02020603050405020304" pitchFamily="18" charset="0"/>
                </a:rPr>
                <a:t>Do not understand customer’s habit</a:t>
              </a:r>
              <a:r>
                <a:rPr lang="th-TH" altLang="ja-JP" sz="1200">
                  <a:effectLst>
                    <a:outerShdw blurRad="38100" dist="38100" dir="2700000" algn="tl">
                      <a:srgbClr val="000000"/>
                    </a:outerShdw>
                  </a:effectLst>
                  <a:latin typeface="Times New Roman" panose="02020603050405020304" pitchFamily="18" charset="0"/>
                </a:rPr>
                <a:t> </a:t>
              </a:r>
              <a:endParaRPr lang="en-US" altLang="ja-JP" sz="1200">
                <a:effectLst>
                  <a:outerShdw blurRad="38100" dist="38100" dir="2700000" algn="tl">
                    <a:srgbClr val="000000"/>
                  </a:outerShdw>
                </a:effectLst>
                <a:latin typeface="Times New Roman" panose="02020603050405020304" pitchFamily="18" charset="0"/>
              </a:endParaRPr>
            </a:p>
          </p:txBody>
        </p:sp>
        <p:sp>
          <p:nvSpPr>
            <p:cNvPr id="648215" name="Text Box 23"/>
            <p:cNvSpPr txBox="1">
              <a:spLocks noChangeArrowheads="1"/>
            </p:cNvSpPr>
            <p:nvPr/>
          </p:nvSpPr>
          <p:spPr bwMode="auto">
            <a:xfrm>
              <a:off x="2679" y="975"/>
              <a:ext cx="1049" cy="212"/>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en-US" altLang="ja-JP" sz="1600" b="0">
                  <a:effectLst>
                    <a:outerShdw blurRad="38100" dist="38100" dir="2700000" algn="tl">
                      <a:srgbClr val="000000"/>
                    </a:outerShdw>
                  </a:effectLst>
                  <a:latin typeface="Times New Roman" panose="02020603050405020304" pitchFamily="18" charset="0"/>
                  <a:ea typeface="イワタ中丸ゴシック体(GT)" charset="-128"/>
                </a:rPr>
                <a:t>Do not be trusted</a:t>
              </a:r>
            </a:p>
          </p:txBody>
        </p:sp>
        <p:sp>
          <p:nvSpPr>
            <p:cNvPr id="648216" name="Text Box 24"/>
            <p:cNvSpPr txBox="1">
              <a:spLocks noChangeArrowheads="1"/>
            </p:cNvSpPr>
            <p:nvPr/>
          </p:nvSpPr>
          <p:spPr bwMode="auto">
            <a:xfrm>
              <a:off x="3809" y="1059"/>
              <a:ext cx="1050" cy="366"/>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en-US" altLang="ja-JP" sz="1600">
                  <a:effectLst>
                    <a:outerShdw blurRad="38100" dist="38100" dir="2700000" algn="tl">
                      <a:srgbClr val="000000"/>
                    </a:outerShdw>
                  </a:effectLst>
                  <a:latin typeface="Times New Roman" panose="02020603050405020304" pitchFamily="18" charset="0"/>
                </a:rPr>
                <a:t>Customer</a:t>
              </a:r>
              <a:r>
                <a:rPr lang="th-TH" altLang="ja-JP" sz="1600">
                  <a:effectLst>
                    <a:outerShdw blurRad="38100" dist="38100" dir="2700000" algn="tl">
                      <a:srgbClr val="000000"/>
                    </a:outerShdw>
                  </a:effectLst>
                  <a:latin typeface="Times New Roman" panose="02020603050405020304" pitchFamily="18" charset="0"/>
                </a:rPr>
                <a:t> is busy</a:t>
              </a:r>
              <a:endParaRPr lang="en-US" altLang="ja-JP" sz="1600">
                <a:effectLst>
                  <a:outerShdw blurRad="38100" dist="38100" dir="2700000" algn="tl">
                    <a:srgbClr val="000000"/>
                  </a:outerShdw>
                </a:effectLst>
                <a:latin typeface="Times New Roman" panose="02020603050405020304" pitchFamily="18" charset="0"/>
              </a:endParaRPr>
            </a:p>
          </p:txBody>
        </p:sp>
        <p:sp>
          <p:nvSpPr>
            <p:cNvPr id="648217" name="Text Box 25"/>
            <p:cNvSpPr txBox="1">
              <a:spLocks noChangeArrowheads="1"/>
            </p:cNvSpPr>
            <p:nvPr/>
          </p:nvSpPr>
          <p:spPr bwMode="auto">
            <a:xfrm>
              <a:off x="4027" y="1516"/>
              <a:ext cx="1050" cy="326"/>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en-US" altLang="ja-JP" sz="1400">
                  <a:effectLst>
                    <a:outerShdw blurRad="38100" dist="38100" dir="2700000" algn="tl">
                      <a:srgbClr val="000000"/>
                    </a:outerShdw>
                  </a:effectLst>
                  <a:latin typeface="Times New Roman" panose="02020603050405020304" pitchFamily="18" charset="0"/>
                  <a:ea typeface="イワタ中丸ゴシック体(GT)" charset="-128"/>
                </a:rPr>
                <a:t>Habit not suiting customer</a:t>
              </a:r>
            </a:p>
          </p:txBody>
        </p:sp>
        <p:sp>
          <p:nvSpPr>
            <p:cNvPr id="648218" name="Text Box 26"/>
            <p:cNvSpPr txBox="1">
              <a:spLocks noChangeArrowheads="1"/>
            </p:cNvSpPr>
            <p:nvPr/>
          </p:nvSpPr>
          <p:spPr bwMode="auto">
            <a:xfrm>
              <a:off x="2858" y="1539"/>
              <a:ext cx="1049" cy="326"/>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en-US" altLang="ja-JP" sz="1400">
                  <a:effectLst>
                    <a:outerShdw blurRad="38100" dist="38100" dir="2700000" algn="tl">
                      <a:srgbClr val="000000"/>
                    </a:outerShdw>
                  </a:effectLst>
                  <a:latin typeface="Times New Roman" panose="02020603050405020304" pitchFamily="18" charset="0"/>
                  <a:ea typeface="イワタ中丸ゴシック体(GT)" charset="-128"/>
                </a:rPr>
                <a:t>Customer does not take notice</a:t>
              </a:r>
            </a:p>
          </p:txBody>
        </p:sp>
        <p:sp>
          <p:nvSpPr>
            <p:cNvPr id="648219" name="Text Box 27"/>
            <p:cNvSpPr txBox="1">
              <a:spLocks noChangeArrowheads="1"/>
            </p:cNvSpPr>
            <p:nvPr/>
          </p:nvSpPr>
          <p:spPr bwMode="auto">
            <a:xfrm>
              <a:off x="1829" y="1681"/>
              <a:ext cx="1049" cy="403"/>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en-US" altLang="ja-JP" sz="1200">
                  <a:effectLst>
                    <a:outerShdw blurRad="38100" dist="38100" dir="2700000" algn="tl">
                      <a:srgbClr val="000000"/>
                    </a:outerShdw>
                  </a:effectLst>
                  <a:latin typeface="Times New Roman" panose="02020603050405020304" pitchFamily="18" charset="0"/>
                  <a:ea typeface="イワタ中丸ゴシック体(GT)" charset="-128"/>
                </a:rPr>
                <a:t>There is an age difference a lot with customer</a:t>
              </a:r>
            </a:p>
          </p:txBody>
        </p:sp>
        <p:sp>
          <p:nvSpPr>
            <p:cNvPr id="648220" name="Text Box 28"/>
            <p:cNvSpPr txBox="1">
              <a:spLocks noChangeArrowheads="1"/>
            </p:cNvSpPr>
            <p:nvPr/>
          </p:nvSpPr>
          <p:spPr bwMode="auto">
            <a:xfrm>
              <a:off x="759" y="1833"/>
              <a:ext cx="1050" cy="326"/>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en-US" altLang="ja-JP" sz="1400">
                  <a:effectLst>
                    <a:outerShdw blurRad="38100" dist="38100" dir="2700000" algn="tl">
                      <a:srgbClr val="000000"/>
                    </a:outerShdw>
                  </a:effectLst>
                  <a:latin typeface="Times New Roman" panose="02020603050405020304" pitchFamily="18" charset="0"/>
                  <a:ea typeface="イワタ中丸ゴシック体(GT)" charset="-128"/>
                </a:rPr>
                <a:t>Do not know customer’s hobby</a:t>
              </a:r>
            </a:p>
          </p:txBody>
        </p:sp>
        <p:sp>
          <p:nvSpPr>
            <p:cNvPr id="648221" name="Text Box 29"/>
            <p:cNvSpPr txBox="1">
              <a:spLocks noChangeArrowheads="1"/>
            </p:cNvSpPr>
            <p:nvPr/>
          </p:nvSpPr>
          <p:spPr bwMode="auto">
            <a:xfrm>
              <a:off x="4868" y="1825"/>
              <a:ext cx="1051" cy="326"/>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en-US" altLang="ja-JP" sz="1400">
                  <a:effectLst>
                    <a:outerShdw blurRad="38100" dist="38100" dir="2700000" algn="tl">
                      <a:srgbClr val="000000"/>
                    </a:outerShdw>
                  </a:effectLst>
                  <a:latin typeface="Times New Roman" panose="02020603050405020304" pitchFamily="18" charset="0"/>
                  <a:ea typeface="イワタ中丸ゴシック体(GT)" charset="-128"/>
                </a:rPr>
                <a:t>Customer is too sticky</a:t>
              </a:r>
            </a:p>
          </p:txBody>
        </p:sp>
        <p:sp>
          <p:nvSpPr>
            <p:cNvPr id="648222" name="Text Box 30"/>
            <p:cNvSpPr txBox="1">
              <a:spLocks noChangeArrowheads="1"/>
            </p:cNvSpPr>
            <p:nvPr/>
          </p:nvSpPr>
          <p:spPr bwMode="auto">
            <a:xfrm>
              <a:off x="764" y="2538"/>
              <a:ext cx="1049" cy="326"/>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en-US" altLang="ja-JP" sz="1400">
                  <a:effectLst>
                    <a:outerShdw blurRad="38100" dist="38100" dir="2700000" algn="tl">
                      <a:srgbClr val="000000"/>
                    </a:outerShdw>
                  </a:effectLst>
                  <a:latin typeface="Times New Roman" panose="02020603050405020304" pitchFamily="18" charset="0"/>
                </a:rPr>
                <a:t>Do not understand what customer say</a:t>
              </a:r>
              <a:r>
                <a:rPr lang="th-TH" altLang="ja-JP" sz="1400">
                  <a:effectLst>
                    <a:outerShdw blurRad="38100" dist="38100" dir="2700000" algn="tl">
                      <a:srgbClr val="000000"/>
                    </a:outerShdw>
                  </a:effectLst>
                  <a:latin typeface="Times New Roman" panose="02020603050405020304" pitchFamily="18" charset="0"/>
                </a:rPr>
                <a:t> </a:t>
              </a:r>
              <a:endParaRPr lang="en-US" altLang="ja-JP" sz="1400">
                <a:effectLst>
                  <a:outerShdw blurRad="38100" dist="38100" dir="2700000" algn="tl">
                    <a:srgbClr val="000000"/>
                  </a:outerShdw>
                </a:effectLst>
                <a:latin typeface="Times New Roman" panose="02020603050405020304" pitchFamily="18" charset="0"/>
              </a:endParaRPr>
            </a:p>
          </p:txBody>
        </p:sp>
        <p:sp>
          <p:nvSpPr>
            <p:cNvPr id="648223" name="Text Box 31"/>
            <p:cNvSpPr txBox="1">
              <a:spLocks noChangeArrowheads="1"/>
            </p:cNvSpPr>
            <p:nvPr/>
          </p:nvSpPr>
          <p:spPr bwMode="auto">
            <a:xfrm>
              <a:off x="4160" y="2732"/>
              <a:ext cx="1049" cy="326"/>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en-US" altLang="ja-JP" sz="1400">
                  <a:effectLst>
                    <a:outerShdw blurRad="38100" dist="38100" dir="2700000" algn="tl">
                      <a:srgbClr val="000000"/>
                    </a:outerShdw>
                  </a:effectLst>
                  <a:latin typeface="Times New Roman" panose="02020603050405020304" pitchFamily="18" charset="0"/>
                  <a:ea typeface="イワタ中丸ゴシック体(GT)" charset="-128"/>
                </a:rPr>
                <a:t>Talk only work with customer</a:t>
              </a:r>
            </a:p>
          </p:txBody>
        </p:sp>
        <p:sp>
          <p:nvSpPr>
            <p:cNvPr id="648224" name="Text Box 32"/>
            <p:cNvSpPr txBox="1">
              <a:spLocks noChangeArrowheads="1"/>
            </p:cNvSpPr>
            <p:nvPr/>
          </p:nvSpPr>
          <p:spPr bwMode="auto">
            <a:xfrm>
              <a:off x="3120" y="2941"/>
              <a:ext cx="1051" cy="366"/>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en-US" altLang="ja-JP" sz="1600">
                  <a:effectLst>
                    <a:outerShdw blurRad="38100" dist="38100" dir="2700000" algn="tl">
                      <a:srgbClr val="000000"/>
                    </a:outerShdw>
                  </a:effectLst>
                  <a:latin typeface="Times New Roman" panose="02020603050405020304" pitchFamily="18" charset="0"/>
                  <a:ea typeface="イワタ中丸ゴシック体(GT)" charset="-128"/>
                </a:rPr>
                <a:t>No common topic</a:t>
              </a:r>
            </a:p>
          </p:txBody>
        </p:sp>
        <p:sp>
          <p:nvSpPr>
            <p:cNvPr id="648225" name="Text Box 33"/>
            <p:cNvSpPr txBox="1">
              <a:spLocks noChangeArrowheads="1"/>
            </p:cNvSpPr>
            <p:nvPr/>
          </p:nvSpPr>
          <p:spPr bwMode="auto">
            <a:xfrm>
              <a:off x="2002" y="2879"/>
              <a:ext cx="1050" cy="326"/>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en-US" altLang="ja-JP" sz="1400">
                  <a:effectLst>
                    <a:outerShdw blurRad="38100" dist="38100" dir="2700000" algn="tl">
                      <a:srgbClr val="000000"/>
                    </a:outerShdw>
                  </a:effectLst>
                  <a:latin typeface="Times New Roman" panose="02020603050405020304" pitchFamily="18" charset="0"/>
                  <a:ea typeface="イワタ中丸ゴシック体(GT)" charset="-128"/>
                </a:rPr>
                <a:t>Pretending to understand</a:t>
              </a:r>
            </a:p>
          </p:txBody>
        </p:sp>
        <p:sp>
          <p:nvSpPr>
            <p:cNvPr id="648226" name="Text Box 34"/>
            <p:cNvSpPr txBox="1">
              <a:spLocks noChangeArrowheads="1"/>
            </p:cNvSpPr>
            <p:nvPr/>
          </p:nvSpPr>
          <p:spPr bwMode="auto">
            <a:xfrm>
              <a:off x="4703" y="2306"/>
              <a:ext cx="1050" cy="366"/>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en-US" altLang="ja-JP" sz="1600">
                  <a:effectLst>
                    <a:outerShdw blurRad="38100" dist="38100" dir="2700000" algn="tl">
                      <a:srgbClr val="000000"/>
                    </a:outerShdw>
                  </a:effectLst>
                  <a:latin typeface="Times New Roman" panose="02020603050405020304" pitchFamily="18" charset="0"/>
                  <a:ea typeface="イワタ中丸ゴシック体(GT)" charset="-128"/>
                </a:rPr>
                <a:t>Customer is quiet</a:t>
              </a:r>
            </a:p>
          </p:txBody>
        </p:sp>
        <p:sp>
          <p:nvSpPr>
            <p:cNvPr id="648227" name="Text Box 35"/>
            <p:cNvSpPr txBox="1">
              <a:spLocks noChangeArrowheads="1"/>
            </p:cNvSpPr>
            <p:nvPr/>
          </p:nvSpPr>
          <p:spPr bwMode="auto">
            <a:xfrm>
              <a:off x="3635" y="2152"/>
              <a:ext cx="1050" cy="326"/>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en-US" altLang="ja-JP" sz="1400">
                  <a:effectLst>
                    <a:outerShdw blurRad="38100" dist="38100" dir="2700000" algn="tl">
                      <a:srgbClr val="000000"/>
                    </a:outerShdw>
                  </a:effectLst>
                  <a:latin typeface="Times New Roman" panose="02020603050405020304" pitchFamily="18" charset="0"/>
                  <a:ea typeface="イワタ中丸ゴシック体(GT)" charset="-128"/>
                </a:rPr>
                <a:t>Reserved with customer</a:t>
              </a:r>
            </a:p>
          </p:txBody>
        </p:sp>
        <p:sp>
          <p:nvSpPr>
            <p:cNvPr id="648228" name="Line 36"/>
            <p:cNvSpPr>
              <a:spLocks noChangeShapeType="1"/>
            </p:cNvSpPr>
            <p:nvPr/>
          </p:nvSpPr>
          <p:spPr bwMode="auto">
            <a:xfrm flipH="1">
              <a:off x="3111" y="1927"/>
              <a:ext cx="212" cy="302"/>
            </a:xfrm>
            <a:prstGeom prst="line">
              <a:avLst/>
            </a:prstGeom>
            <a:noFill/>
            <a:ln w="9525">
              <a:solidFill>
                <a:schemeClr val="tx1"/>
              </a:solidFill>
              <a:round/>
              <a:headEnd/>
              <a:tailEnd type="triangle" w="med" len="me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648229" name="Line 37"/>
            <p:cNvSpPr>
              <a:spLocks noChangeShapeType="1"/>
            </p:cNvSpPr>
            <p:nvPr/>
          </p:nvSpPr>
          <p:spPr bwMode="auto">
            <a:xfrm flipV="1">
              <a:off x="1419" y="1236"/>
              <a:ext cx="376" cy="52"/>
            </a:xfrm>
            <a:prstGeom prst="line">
              <a:avLst/>
            </a:prstGeom>
            <a:noFill/>
            <a:ln w="9525">
              <a:solidFill>
                <a:schemeClr val="tx1"/>
              </a:solidFill>
              <a:round/>
              <a:headEnd/>
              <a:tailEnd type="triangle" w="med" len="me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648230" name="Line 38"/>
            <p:cNvSpPr>
              <a:spLocks noChangeShapeType="1"/>
            </p:cNvSpPr>
            <p:nvPr/>
          </p:nvSpPr>
          <p:spPr bwMode="auto">
            <a:xfrm>
              <a:off x="1049" y="1530"/>
              <a:ext cx="235" cy="315"/>
            </a:xfrm>
            <a:prstGeom prst="line">
              <a:avLst/>
            </a:prstGeom>
            <a:noFill/>
            <a:ln w="9525">
              <a:solidFill>
                <a:schemeClr val="tx1"/>
              </a:solidFill>
              <a:round/>
              <a:headEnd/>
              <a:tailEnd type="triangle" w="med" len="me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648231" name="Line 39"/>
            <p:cNvSpPr>
              <a:spLocks noChangeShapeType="1"/>
            </p:cNvSpPr>
            <p:nvPr/>
          </p:nvSpPr>
          <p:spPr bwMode="auto">
            <a:xfrm flipH="1">
              <a:off x="1546" y="1441"/>
              <a:ext cx="545" cy="425"/>
            </a:xfrm>
            <a:prstGeom prst="line">
              <a:avLst/>
            </a:prstGeom>
            <a:noFill/>
            <a:ln w="9525">
              <a:solidFill>
                <a:schemeClr val="tx1"/>
              </a:solidFill>
              <a:round/>
              <a:headEnd/>
              <a:tailEnd type="triangle" w="med" len="me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648232" name="Line 40"/>
            <p:cNvSpPr>
              <a:spLocks noChangeShapeType="1"/>
            </p:cNvSpPr>
            <p:nvPr/>
          </p:nvSpPr>
          <p:spPr bwMode="auto">
            <a:xfrm flipH="1">
              <a:off x="1768" y="1886"/>
              <a:ext cx="196" cy="94"/>
            </a:xfrm>
            <a:prstGeom prst="line">
              <a:avLst/>
            </a:prstGeom>
            <a:noFill/>
            <a:ln w="9525">
              <a:solidFill>
                <a:schemeClr val="tx1"/>
              </a:solidFill>
              <a:round/>
              <a:headEnd/>
              <a:tailEnd type="triangle" w="med" len="me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648233" name="Line 41"/>
            <p:cNvSpPr>
              <a:spLocks noChangeShapeType="1"/>
            </p:cNvSpPr>
            <p:nvPr/>
          </p:nvSpPr>
          <p:spPr bwMode="auto">
            <a:xfrm flipV="1">
              <a:off x="2710" y="1758"/>
              <a:ext cx="236" cy="52"/>
            </a:xfrm>
            <a:prstGeom prst="line">
              <a:avLst/>
            </a:prstGeom>
            <a:noFill/>
            <a:ln w="9525">
              <a:solidFill>
                <a:schemeClr val="tx1"/>
              </a:solidFill>
              <a:round/>
              <a:headEnd/>
              <a:tailEnd type="triangle" w="med" len="me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648234" name="Line 42"/>
            <p:cNvSpPr>
              <a:spLocks noChangeShapeType="1"/>
            </p:cNvSpPr>
            <p:nvPr/>
          </p:nvSpPr>
          <p:spPr bwMode="auto">
            <a:xfrm>
              <a:off x="3241" y="1301"/>
              <a:ext cx="155" cy="194"/>
            </a:xfrm>
            <a:prstGeom prst="line">
              <a:avLst/>
            </a:prstGeom>
            <a:noFill/>
            <a:ln w="9525">
              <a:solidFill>
                <a:schemeClr val="tx1"/>
              </a:solidFill>
              <a:round/>
              <a:headEnd/>
              <a:tailEnd type="triangle" w="med" len="me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648235" name="Line 43"/>
            <p:cNvSpPr>
              <a:spLocks noChangeShapeType="1"/>
            </p:cNvSpPr>
            <p:nvPr/>
          </p:nvSpPr>
          <p:spPr bwMode="auto">
            <a:xfrm flipH="1">
              <a:off x="3672" y="1314"/>
              <a:ext cx="344" cy="227"/>
            </a:xfrm>
            <a:prstGeom prst="line">
              <a:avLst/>
            </a:prstGeom>
            <a:noFill/>
            <a:ln w="9525">
              <a:solidFill>
                <a:schemeClr val="tx1"/>
              </a:solidFill>
              <a:round/>
              <a:headEnd/>
              <a:tailEnd type="triangle" w="med" len="me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648236" name="Line 44"/>
            <p:cNvSpPr>
              <a:spLocks noChangeShapeType="1"/>
            </p:cNvSpPr>
            <p:nvPr/>
          </p:nvSpPr>
          <p:spPr bwMode="auto">
            <a:xfrm flipH="1">
              <a:off x="3813" y="1679"/>
              <a:ext cx="249" cy="0"/>
            </a:xfrm>
            <a:prstGeom prst="line">
              <a:avLst/>
            </a:prstGeom>
            <a:noFill/>
            <a:ln w="9525">
              <a:solidFill>
                <a:schemeClr val="tx1"/>
              </a:solidFill>
              <a:round/>
              <a:headEnd/>
              <a:tailEnd type="triangle" w="med" len="me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648237" name="Line 45"/>
            <p:cNvSpPr>
              <a:spLocks noChangeShapeType="1"/>
            </p:cNvSpPr>
            <p:nvPr/>
          </p:nvSpPr>
          <p:spPr bwMode="auto">
            <a:xfrm flipH="1">
              <a:off x="3504" y="1804"/>
              <a:ext cx="653" cy="424"/>
            </a:xfrm>
            <a:prstGeom prst="line">
              <a:avLst/>
            </a:prstGeom>
            <a:noFill/>
            <a:ln w="9525">
              <a:solidFill>
                <a:schemeClr val="tx1"/>
              </a:solidFill>
              <a:round/>
              <a:headEnd/>
              <a:tailEnd type="triangle" w="med" len="me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648238" name="Line 46"/>
            <p:cNvSpPr>
              <a:spLocks noChangeShapeType="1"/>
            </p:cNvSpPr>
            <p:nvPr/>
          </p:nvSpPr>
          <p:spPr bwMode="auto">
            <a:xfrm flipH="1">
              <a:off x="4197" y="1898"/>
              <a:ext cx="310" cy="268"/>
            </a:xfrm>
            <a:prstGeom prst="line">
              <a:avLst/>
            </a:prstGeom>
            <a:noFill/>
            <a:ln w="9525">
              <a:solidFill>
                <a:schemeClr val="tx1"/>
              </a:solidFill>
              <a:round/>
              <a:headEnd/>
              <a:tailEnd type="triangle" w="med" len="me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648239" name="Line 47"/>
            <p:cNvSpPr>
              <a:spLocks noChangeShapeType="1"/>
            </p:cNvSpPr>
            <p:nvPr/>
          </p:nvSpPr>
          <p:spPr bwMode="auto">
            <a:xfrm flipH="1">
              <a:off x="4513" y="2041"/>
              <a:ext cx="465" cy="207"/>
            </a:xfrm>
            <a:prstGeom prst="line">
              <a:avLst/>
            </a:prstGeom>
            <a:noFill/>
            <a:ln w="9525">
              <a:solidFill>
                <a:schemeClr val="tx1"/>
              </a:solidFill>
              <a:round/>
              <a:headEnd/>
              <a:tailEnd type="triangle" w="med" len="me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648240" name="Line 48"/>
            <p:cNvSpPr>
              <a:spLocks noChangeShapeType="1"/>
            </p:cNvSpPr>
            <p:nvPr/>
          </p:nvSpPr>
          <p:spPr bwMode="auto">
            <a:xfrm flipH="1" flipV="1">
              <a:off x="4561" y="2392"/>
              <a:ext cx="255" cy="89"/>
            </a:xfrm>
            <a:prstGeom prst="line">
              <a:avLst/>
            </a:prstGeom>
            <a:noFill/>
            <a:ln w="9525">
              <a:solidFill>
                <a:schemeClr val="tx1"/>
              </a:solidFill>
              <a:round/>
              <a:headEnd/>
              <a:tailEnd type="triangle" w="med" len="me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648241" name="Line 49"/>
            <p:cNvSpPr>
              <a:spLocks noChangeShapeType="1"/>
            </p:cNvSpPr>
            <p:nvPr/>
          </p:nvSpPr>
          <p:spPr bwMode="auto">
            <a:xfrm flipH="1" flipV="1">
              <a:off x="4356" y="2518"/>
              <a:ext cx="160" cy="194"/>
            </a:xfrm>
            <a:prstGeom prst="line">
              <a:avLst/>
            </a:prstGeom>
            <a:noFill/>
            <a:ln w="9525">
              <a:solidFill>
                <a:schemeClr val="tx1"/>
              </a:solidFill>
              <a:round/>
              <a:headEnd/>
              <a:tailEnd type="triangle" w="med" len="me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648242" name="Line 50"/>
            <p:cNvSpPr>
              <a:spLocks noChangeShapeType="1"/>
            </p:cNvSpPr>
            <p:nvPr/>
          </p:nvSpPr>
          <p:spPr bwMode="auto">
            <a:xfrm flipH="1" flipV="1">
              <a:off x="3215" y="2599"/>
              <a:ext cx="302" cy="352"/>
            </a:xfrm>
            <a:prstGeom prst="line">
              <a:avLst/>
            </a:prstGeom>
            <a:noFill/>
            <a:ln w="9525">
              <a:solidFill>
                <a:schemeClr val="tx1"/>
              </a:solidFill>
              <a:round/>
              <a:headEnd/>
              <a:tailEnd type="triangle" w="med" len="me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648243" name="Line 51"/>
            <p:cNvSpPr>
              <a:spLocks noChangeShapeType="1"/>
            </p:cNvSpPr>
            <p:nvPr/>
          </p:nvSpPr>
          <p:spPr bwMode="auto">
            <a:xfrm flipH="1">
              <a:off x="3517" y="2362"/>
              <a:ext cx="223" cy="52"/>
            </a:xfrm>
            <a:prstGeom prst="line">
              <a:avLst/>
            </a:prstGeom>
            <a:noFill/>
            <a:ln w="9525">
              <a:solidFill>
                <a:schemeClr val="tx1"/>
              </a:solidFill>
              <a:round/>
              <a:headEnd/>
              <a:tailEnd type="triangle" w="med" len="me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648244" name="Line 52"/>
            <p:cNvSpPr>
              <a:spLocks noChangeShapeType="1"/>
            </p:cNvSpPr>
            <p:nvPr/>
          </p:nvSpPr>
          <p:spPr bwMode="auto">
            <a:xfrm flipV="1">
              <a:off x="2515" y="2610"/>
              <a:ext cx="242" cy="248"/>
            </a:xfrm>
            <a:prstGeom prst="line">
              <a:avLst/>
            </a:prstGeom>
            <a:noFill/>
            <a:ln w="9525">
              <a:solidFill>
                <a:schemeClr val="tx1"/>
              </a:solidFill>
              <a:round/>
              <a:headEnd/>
              <a:tailEnd type="triangle" w="med" len="me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648245" name="Line 53"/>
            <p:cNvSpPr>
              <a:spLocks noChangeShapeType="1"/>
            </p:cNvSpPr>
            <p:nvPr/>
          </p:nvSpPr>
          <p:spPr bwMode="auto">
            <a:xfrm flipV="1">
              <a:off x="1708" y="2423"/>
              <a:ext cx="652" cy="202"/>
            </a:xfrm>
            <a:prstGeom prst="line">
              <a:avLst/>
            </a:prstGeom>
            <a:noFill/>
            <a:ln w="9525">
              <a:solidFill>
                <a:schemeClr val="tx1"/>
              </a:solidFill>
              <a:round/>
              <a:headEnd/>
              <a:tailEnd type="triangle" w="med" len="me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648246" name="Line 54"/>
            <p:cNvSpPr>
              <a:spLocks noChangeShapeType="1"/>
            </p:cNvSpPr>
            <p:nvPr/>
          </p:nvSpPr>
          <p:spPr bwMode="auto">
            <a:xfrm flipH="1" flipV="1">
              <a:off x="1795" y="2861"/>
              <a:ext cx="317" cy="161"/>
            </a:xfrm>
            <a:prstGeom prst="line">
              <a:avLst/>
            </a:prstGeom>
            <a:noFill/>
            <a:ln w="9525">
              <a:solidFill>
                <a:schemeClr val="tx1"/>
              </a:solidFill>
              <a:round/>
              <a:headEnd/>
              <a:tailEnd type="triangle" w="med" len="me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648247" name="Freeform 55"/>
            <p:cNvSpPr>
              <a:spLocks/>
            </p:cNvSpPr>
            <p:nvPr/>
          </p:nvSpPr>
          <p:spPr bwMode="auto">
            <a:xfrm>
              <a:off x="515" y="2254"/>
              <a:ext cx="2847" cy="1361"/>
            </a:xfrm>
            <a:custGeom>
              <a:avLst/>
              <a:gdLst/>
              <a:ahLst/>
              <a:cxnLst>
                <a:cxn ang="0">
                  <a:pos x="281" y="0"/>
                </a:cxn>
                <a:cxn ang="0">
                  <a:pos x="53" y="360"/>
                </a:cxn>
                <a:cxn ang="0">
                  <a:pos x="29" y="636"/>
                </a:cxn>
                <a:cxn ang="0">
                  <a:pos x="229" y="952"/>
                </a:cxn>
                <a:cxn ang="0">
                  <a:pos x="569" y="1064"/>
                </a:cxn>
                <a:cxn ang="0">
                  <a:pos x="933" y="1112"/>
                </a:cxn>
                <a:cxn ang="0">
                  <a:pos x="1221" y="1084"/>
                </a:cxn>
                <a:cxn ang="0">
                  <a:pos x="1497" y="1020"/>
                </a:cxn>
                <a:cxn ang="0">
                  <a:pos x="1713" y="828"/>
                </a:cxn>
              </a:cxnLst>
              <a:rect l="0" t="0" r="r" b="b"/>
              <a:pathLst>
                <a:path w="1713" h="1115">
                  <a:moveTo>
                    <a:pt x="281" y="0"/>
                  </a:moveTo>
                  <a:cubicBezTo>
                    <a:pt x="188" y="127"/>
                    <a:pt x="95" y="254"/>
                    <a:pt x="53" y="360"/>
                  </a:cubicBezTo>
                  <a:cubicBezTo>
                    <a:pt x="11" y="466"/>
                    <a:pt x="0" y="537"/>
                    <a:pt x="29" y="636"/>
                  </a:cubicBezTo>
                  <a:cubicBezTo>
                    <a:pt x="58" y="735"/>
                    <a:pt x="139" y="881"/>
                    <a:pt x="229" y="952"/>
                  </a:cubicBezTo>
                  <a:cubicBezTo>
                    <a:pt x="319" y="1023"/>
                    <a:pt x="452" y="1037"/>
                    <a:pt x="569" y="1064"/>
                  </a:cubicBezTo>
                  <a:cubicBezTo>
                    <a:pt x="686" y="1091"/>
                    <a:pt x="824" y="1109"/>
                    <a:pt x="933" y="1112"/>
                  </a:cubicBezTo>
                  <a:cubicBezTo>
                    <a:pt x="1042" y="1115"/>
                    <a:pt x="1127" y="1099"/>
                    <a:pt x="1221" y="1084"/>
                  </a:cubicBezTo>
                  <a:cubicBezTo>
                    <a:pt x="1315" y="1069"/>
                    <a:pt x="1415" y="1063"/>
                    <a:pt x="1497" y="1020"/>
                  </a:cubicBezTo>
                  <a:cubicBezTo>
                    <a:pt x="1579" y="977"/>
                    <a:pt x="1677" y="860"/>
                    <a:pt x="1713" y="828"/>
                  </a:cubicBezTo>
                </a:path>
              </a:pathLst>
            </a:custGeom>
            <a:noFill/>
            <a:ln w="9525">
              <a:solidFill>
                <a:schemeClr val="tx1"/>
              </a:solidFill>
              <a:round/>
              <a:headEnd type="none" w="med" len="med"/>
              <a:tailEnd type="triangle" w="med" len="med"/>
            </a:ln>
            <a:effectLst/>
          </p:spPr>
          <p:txBody>
            <a:bodyPr wrap="none" anchor="ctr"/>
            <a:lstStyle/>
            <a:p>
              <a:pPr>
                <a:defRPr/>
              </a:pPr>
              <a:endParaRPr lang="en-US">
                <a:effectLst>
                  <a:outerShdw blurRad="38100" dist="38100" dir="2700000" algn="tl">
                    <a:srgbClr val="000000"/>
                  </a:outerShdw>
                </a:effectLst>
              </a:endParaRPr>
            </a:p>
          </p:txBody>
        </p:sp>
        <p:sp>
          <p:nvSpPr>
            <p:cNvPr id="648248" name="Freeform 56"/>
            <p:cNvSpPr>
              <a:spLocks/>
            </p:cNvSpPr>
            <p:nvPr/>
          </p:nvSpPr>
          <p:spPr bwMode="auto">
            <a:xfrm>
              <a:off x="1304" y="2981"/>
              <a:ext cx="1911" cy="468"/>
            </a:xfrm>
            <a:custGeom>
              <a:avLst/>
              <a:gdLst/>
              <a:ahLst/>
              <a:cxnLst>
                <a:cxn ang="0">
                  <a:pos x="0" y="0"/>
                </a:cxn>
                <a:cxn ang="0">
                  <a:pos x="360" y="308"/>
                </a:cxn>
                <a:cxn ang="0">
                  <a:pos x="752" y="324"/>
                </a:cxn>
                <a:cxn ang="0">
                  <a:pos x="988" y="240"/>
                </a:cxn>
                <a:cxn ang="0">
                  <a:pos x="1136" y="132"/>
                </a:cxn>
              </a:cxnLst>
              <a:rect l="0" t="0" r="r" b="b"/>
              <a:pathLst>
                <a:path w="1136" h="362">
                  <a:moveTo>
                    <a:pt x="0" y="0"/>
                  </a:moveTo>
                  <a:cubicBezTo>
                    <a:pt x="117" y="127"/>
                    <a:pt x="235" y="254"/>
                    <a:pt x="360" y="308"/>
                  </a:cubicBezTo>
                  <a:cubicBezTo>
                    <a:pt x="485" y="362"/>
                    <a:pt x="647" y="335"/>
                    <a:pt x="752" y="324"/>
                  </a:cubicBezTo>
                  <a:cubicBezTo>
                    <a:pt x="857" y="313"/>
                    <a:pt x="924" y="272"/>
                    <a:pt x="988" y="240"/>
                  </a:cubicBezTo>
                  <a:cubicBezTo>
                    <a:pt x="1052" y="208"/>
                    <a:pt x="1111" y="150"/>
                    <a:pt x="1136" y="132"/>
                  </a:cubicBezTo>
                </a:path>
              </a:pathLst>
            </a:custGeom>
            <a:noFill/>
            <a:ln w="9525">
              <a:solidFill>
                <a:schemeClr val="tx1"/>
              </a:solidFill>
              <a:round/>
              <a:headEnd type="triangle" w="med" len="med"/>
              <a:tailEnd type="none" w="med" len="med"/>
            </a:ln>
            <a:effectLst/>
          </p:spPr>
          <p:txBody>
            <a:bodyPr wrap="none" anchor="ctr"/>
            <a:lstStyle/>
            <a:p>
              <a:pPr>
                <a:defRPr/>
              </a:pPr>
              <a:endParaRPr lang="en-US">
                <a:effectLst>
                  <a:outerShdw blurRad="38100" dist="38100" dir="2700000" algn="tl">
                    <a:srgbClr val="000000"/>
                  </a:outerShdw>
                </a:effectLst>
              </a:endParaRPr>
            </a:p>
          </p:txBody>
        </p:sp>
        <p:sp>
          <p:nvSpPr>
            <p:cNvPr id="648249" name="Text Box 57"/>
            <p:cNvSpPr txBox="1">
              <a:spLocks noChangeArrowheads="1"/>
            </p:cNvSpPr>
            <p:nvPr/>
          </p:nvSpPr>
          <p:spPr bwMode="auto">
            <a:xfrm>
              <a:off x="1439" y="3934"/>
              <a:ext cx="3382" cy="173"/>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en-US" altLang="ja-JP" sz="1200">
                  <a:effectLst>
                    <a:outerShdw blurRad="38100" dist="38100" dir="2700000" algn="tl">
                      <a:srgbClr val="000000"/>
                    </a:outerShdw>
                  </a:effectLst>
                  <a:latin typeface="Times New Roman" panose="02020603050405020304" pitchFamily="18" charset="0"/>
                  <a:ea typeface="イワタ中丸ゴシック体(GT)" charset="-128"/>
                </a:rPr>
                <a:t>Chart 1.2 Relation diagram of “no lively conversation with the customer</a:t>
              </a:r>
            </a:p>
          </p:txBody>
        </p:sp>
        <p:grpSp>
          <p:nvGrpSpPr>
            <p:cNvPr id="54333" name="Group 58"/>
            <p:cNvGrpSpPr>
              <a:grpSpLocks/>
            </p:cNvGrpSpPr>
            <p:nvPr/>
          </p:nvGrpSpPr>
          <p:grpSpPr bwMode="auto">
            <a:xfrm>
              <a:off x="4512" y="3199"/>
              <a:ext cx="1511" cy="775"/>
              <a:chOff x="4512" y="3199"/>
              <a:chExt cx="1511" cy="775"/>
            </a:xfrm>
          </p:grpSpPr>
          <p:sp>
            <p:nvSpPr>
              <p:cNvPr id="648251" name="AutoShape 59"/>
              <p:cNvSpPr>
                <a:spLocks noChangeArrowheads="1"/>
              </p:cNvSpPr>
              <p:nvPr/>
            </p:nvSpPr>
            <p:spPr bwMode="auto">
              <a:xfrm>
                <a:off x="4512" y="3307"/>
                <a:ext cx="1462" cy="667"/>
              </a:xfrm>
              <a:prstGeom prst="roundRect">
                <a:avLst>
                  <a:gd name="adj" fmla="val 16667"/>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sp>
            <p:nvSpPr>
              <p:cNvPr id="648252" name="Text Box 60"/>
              <p:cNvSpPr txBox="1">
                <a:spLocks noChangeArrowheads="1"/>
              </p:cNvSpPr>
              <p:nvPr/>
            </p:nvSpPr>
            <p:spPr bwMode="auto">
              <a:xfrm>
                <a:off x="4512" y="3321"/>
                <a:ext cx="1511" cy="594"/>
              </a:xfrm>
              <a:prstGeom prst="rect">
                <a:avLst/>
              </a:prstGeom>
              <a:noFill/>
              <a:ln w="9525">
                <a:noFill/>
                <a:miter lim="800000"/>
                <a:headEnd/>
                <a:tailEnd/>
              </a:ln>
              <a:effectLst/>
            </p:spPr>
            <p:txBody>
              <a:bodyPr>
                <a:spAutoFit/>
              </a:bodyPr>
              <a:lstStyle/>
              <a:p>
                <a:pPr>
                  <a:defRPr/>
                </a:pPr>
                <a:r>
                  <a:rPr lang="en-US" altLang="ja-JP" sz="1400">
                    <a:effectLst>
                      <a:outerShdw blurRad="38100" dist="38100" dir="2700000" algn="tl">
                        <a:srgbClr val="000000"/>
                      </a:outerShdw>
                    </a:effectLst>
                    <a:latin typeface="Times New Roman" pitchFamily="18" charset="0"/>
                    <a:ea typeface="イワタ中丸ゴシック体(GT)" charset="-128"/>
                  </a:rPr>
                  <a:t>1. Talk only work, reserve</a:t>
                </a:r>
              </a:p>
              <a:p>
                <a:pPr>
                  <a:defRPr/>
                </a:pPr>
                <a:r>
                  <a:rPr lang="en-US" altLang="ja-JP" sz="1400">
                    <a:effectLst>
                      <a:outerShdw blurRad="38100" dist="38100" dir="2700000" algn="tl">
                        <a:srgbClr val="000000"/>
                      </a:outerShdw>
                    </a:effectLst>
                    <a:latin typeface="Times New Roman" pitchFamily="18" charset="0"/>
                    <a:ea typeface="イワタ中丸ゴシック体(GT)" charset="-128"/>
                  </a:rPr>
                  <a:t>2. no frequency for talking with customer, no common topic.</a:t>
                </a:r>
              </a:p>
            </p:txBody>
          </p:sp>
          <p:sp>
            <p:nvSpPr>
              <p:cNvPr id="648253" name="Rectangle 61"/>
              <p:cNvSpPr>
                <a:spLocks noChangeArrowheads="1"/>
              </p:cNvSpPr>
              <p:nvPr/>
            </p:nvSpPr>
            <p:spPr bwMode="auto">
              <a:xfrm>
                <a:off x="4608" y="3199"/>
                <a:ext cx="839" cy="144"/>
              </a:xfrm>
              <a:prstGeom prst="rect">
                <a:avLst/>
              </a:prstGeom>
              <a:solidFill>
                <a:srgbClr val="FF33CC"/>
              </a:solidFill>
              <a:ln w="9525">
                <a:solidFill>
                  <a:schemeClr val="tx1"/>
                </a:solidFill>
                <a:miter lim="800000"/>
                <a:headEnd/>
                <a:tailEnd/>
              </a:ln>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en-US" altLang="ja-JP" sz="1400">
                    <a:effectLst>
                      <a:outerShdw blurRad="38100" dist="38100" dir="2700000" algn="tl">
                        <a:srgbClr val="000000"/>
                      </a:outerShdw>
                    </a:effectLst>
                    <a:latin typeface="Times New Roman" panose="02020603050405020304" pitchFamily="18" charset="0"/>
                    <a:ea typeface="イワタ中丸ゴシック体(GT)" charset="-128"/>
                  </a:rPr>
                  <a:t>Understood items</a:t>
                </a:r>
              </a:p>
            </p:txBody>
          </p:sp>
        </p:grpSp>
        <p:sp>
          <p:nvSpPr>
            <p:cNvPr id="648254" name="Text Box 62"/>
            <p:cNvSpPr txBox="1">
              <a:spLocks noChangeArrowheads="1"/>
            </p:cNvSpPr>
            <p:nvPr/>
          </p:nvSpPr>
          <p:spPr bwMode="auto">
            <a:xfrm>
              <a:off x="174" y="3592"/>
              <a:ext cx="1947" cy="326"/>
            </a:xfrm>
            <a:prstGeom prst="rect">
              <a:avLst/>
            </a:prstGeom>
            <a:noFill/>
            <a:ln w="9525">
              <a:noFill/>
              <a:miter lim="800000"/>
              <a:headEnd/>
              <a:tailEnd/>
            </a:ln>
            <a:effectLst/>
          </p:spPr>
          <p:txBody>
            <a:bodyPr>
              <a:spAutoFit/>
            </a:bodyPr>
            <a:lstStyle/>
            <a:p>
              <a:pPr>
                <a:defRPr/>
              </a:pPr>
              <a:r>
                <a:rPr lang="en-US" altLang="ja-JP" sz="1400">
                  <a:effectLst>
                    <a:outerShdw blurRad="38100" dist="38100" dir="2700000" algn="tl">
                      <a:srgbClr val="000000"/>
                    </a:outerShdw>
                  </a:effectLst>
                  <a:latin typeface="Times New Roman" pitchFamily="18" charset="0"/>
                  <a:ea typeface="イワタ中丸ゴシック体(GT)" charset="-128"/>
                </a:rPr>
                <a:t>Creation date : ..year..month..day</a:t>
              </a:r>
            </a:p>
            <a:p>
              <a:pPr>
                <a:defRPr/>
              </a:pPr>
              <a:r>
                <a:rPr lang="en-US" altLang="ja-JP" sz="1400">
                  <a:effectLst>
                    <a:outerShdw blurRad="38100" dist="38100" dir="2700000" algn="tl">
                      <a:srgbClr val="000000"/>
                    </a:outerShdw>
                  </a:effectLst>
                  <a:latin typeface="Times New Roman" pitchFamily="18" charset="0"/>
                  <a:ea typeface="イワタ中丸ゴシック体(GT)" charset="-128"/>
                </a:rPr>
                <a:t>Creator : Ishida (xx circle) </a:t>
              </a:r>
            </a:p>
          </p:txBody>
        </p:sp>
        <p:sp>
          <p:nvSpPr>
            <p:cNvPr id="648255" name="Line 63"/>
            <p:cNvSpPr>
              <a:spLocks noChangeShapeType="1"/>
            </p:cNvSpPr>
            <p:nvPr/>
          </p:nvSpPr>
          <p:spPr bwMode="auto">
            <a:xfrm flipV="1">
              <a:off x="3582" y="3487"/>
              <a:ext cx="912" cy="240"/>
            </a:xfrm>
            <a:prstGeom prst="line">
              <a:avLst/>
            </a:prstGeom>
            <a:noFill/>
            <a:ln w="31750">
              <a:solidFill>
                <a:schemeClr val="tx1"/>
              </a:solidFill>
              <a:round/>
              <a:headEnd/>
              <a:tailEnd type="arrow"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648256" name="Line 64"/>
            <p:cNvSpPr>
              <a:spLocks noChangeShapeType="1"/>
            </p:cNvSpPr>
            <p:nvPr/>
          </p:nvSpPr>
          <p:spPr bwMode="auto">
            <a:xfrm flipH="1">
              <a:off x="3544" y="895"/>
              <a:ext cx="1430" cy="134"/>
            </a:xfrm>
            <a:prstGeom prst="line">
              <a:avLst/>
            </a:prstGeom>
            <a:noFill/>
            <a:ln w="31750">
              <a:solidFill>
                <a:schemeClr val="tx1"/>
              </a:solidFill>
              <a:round/>
              <a:headEnd/>
              <a:tailEnd type="arrow"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648257" name="Line 65"/>
            <p:cNvSpPr>
              <a:spLocks noChangeShapeType="1"/>
            </p:cNvSpPr>
            <p:nvPr/>
          </p:nvSpPr>
          <p:spPr bwMode="auto">
            <a:xfrm flipH="1">
              <a:off x="4494" y="895"/>
              <a:ext cx="480" cy="144"/>
            </a:xfrm>
            <a:prstGeom prst="line">
              <a:avLst/>
            </a:prstGeom>
            <a:noFill/>
            <a:ln w="31750">
              <a:solidFill>
                <a:schemeClr val="tx1"/>
              </a:solidFill>
              <a:round/>
              <a:headEnd/>
              <a:tailEnd type="arrow"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648258" name="Line 66"/>
            <p:cNvSpPr>
              <a:spLocks noChangeShapeType="1"/>
            </p:cNvSpPr>
            <p:nvPr/>
          </p:nvSpPr>
          <p:spPr bwMode="auto">
            <a:xfrm>
              <a:off x="440" y="1022"/>
              <a:ext cx="162" cy="138"/>
            </a:xfrm>
            <a:prstGeom prst="line">
              <a:avLst/>
            </a:prstGeom>
            <a:noFill/>
            <a:ln w="31750">
              <a:solidFill>
                <a:schemeClr val="tx1"/>
              </a:solidFill>
              <a:round/>
              <a:headEnd/>
              <a:tailEnd type="arrow"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648259" name="Line 67"/>
            <p:cNvSpPr>
              <a:spLocks noChangeShapeType="1"/>
            </p:cNvSpPr>
            <p:nvPr/>
          </p:nvSpPr>
          <p:spPr bwMode="auto">
            <a:xfrm flipH="1">
              <a:off x="3822" y="1375"/>
              <a:ext cx="1344" cy="96"/>
            </a:xfrm>
            <a:prstGeom prst="line">
              <a:avLst/>
            </a:prstGeom>
            <a:noFill/>
            <a:ln w="31750">
              <a:solidFill>
                <a:schemeClr val="tx1"/>
              </a:solidFill>
              <a:round/>
              <a:headEnd/>
              <a:tailEnd type="arrow"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648260" name="Rectangle 68"/>
            <p:cNvSpPr>
              <a:spLocks noChangeArrowheads="1"/>
            </p:cNvSpPr>
            <p:nvPr/>
          </p:nvSpPr>
          <p:spPr bwMode="auto">
            <a:xfrm>
              <a:off x="2384" y="3656"/>
              <a:ext cx="1246" cy="192"/>
            </a:xfrm>
            <a:prstGeom prst="rect">
              <a:avLst/>
            </a:prstGeom>
            <a:solidFill>
              <a:srgbClr val="800080"/>
            </a:solidFill>
            <a:ln w="9525">
              <a:solidFill>
                <a:schemeClr val="tx1"/>
              </a:solidFill>
              <a:prstDash val="sysDot"/>
              <a:miter lim="800000"/>
              <a:headEnd/>
              <a:tailEnd/>
            </a:ln>
            <a:effectLst>
              <a:outerShdw blurRad="63500" dist="107763" dir="2700000" algn="ctr" rotWithShape="0">
                <a:schemeClr val="bg2">
                  <a:alpha val="74998"/>
                </a:schemeClr>
              </a:outerShdw>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th-TH" altLang="ja-JP" sz="1600">
                  <a:effectLst>
                    <a:outerShdw blurRad="38100" dist="38100" dir="2700000" algn="tl">
                      <a:srgbClr val="000000"/>
                    </a:outerShdw>
                  </a:effectLst>
                  <a:latin typeface="Times New Roman" panose="02020603050405020304" pitchFamily="18" charset="0"/>
                  <a:cs typeface="Angsana New" pitchFamily="18" charset="-34"/>
                </a:rPr>
                <a:t>Enter the conclusion</a:t>
              </a:r>
              <a:endParaRPr lang="en-US" altLang="ja-JP" sz="1600">
                <a:effectLst>
                  <a:outerShdw blurRad="38100" dist="38100" dir="2700000" algn="tl">
                    <a:srgbClr val="000000"/>
                  </a:outerShdw>
                </a:effectLst>
                <a:latin typeface="Times New Roman" panose="02020603050405020304" pitchFamily="18" charset="0"/>
                <a:cs typeface="Angsana New" pitchFamily="18" charset="-34"/>
              </a:endParaRPr>
            </a:p>
          </p:txBody>
        </p:sp>
        <p:sp>
          <p:nvSpPr>
            <p:cNvPr id="648261" name="Rectangle 69"/>
            <p:cNvSpPr>
              <a:spLocks noChangeArrowheads="1"/>
            </p:cNvSpPr>
            <p:nvPr/>
          </p:nvSpPr>
          <p:spPr bwMode="auto">
            <a:xfrm>
              <a:off x="4961" y="844"/>
              <a:ext cx="1021" cy="209"/>
            </a:xfrm>
            <a:prstGeom prst="rect">
              <a:avLst/>
            </a:prstGeom>
            <a:solidFill>
              <a:srgbClr val="800080"/>
            </a:solidFill>
            <a:ln w="9525">
              <a:solidFill>
                <a:schemeClr val="tx1"/>
              </a:solidFill>
              <a:prstDash val="sysDot"/>
              <a:miter lim="800000"/>
              <a:headEnd/>
              <a:tailEnd/>
            </a:ln>
            <a:effectLst>
              <a:outerShdw blurRad="63500" dist="107763" dir="2700000" algn="ctr" rotWithShape="0">
                <a:schemeClr val="bg2">
                  <a:alpha val="74998"/>
                </a:schemeClr>
              </a:outerShdw>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th-TH" altLang="ja-JP" sz="1000">
                  <a:effectLst>
                    <a:outerShdw blurRad="38100" dist="38100" dir="2700000" algn="tl">
                      <a:srgbClr val="000000"/>
                    </a:outerShdw>
                  </a:effectLst>
                  <a:latin typeface="Times New Roman" panose="02020603050405020304" pitchFamily="18" charset="0"/>
                  <a:cs typeface="Angsana New" pitchFamily="18" charset="-34"/>
                </a:rPr>
                <a:t>measure in short sentence </a:t>
              </a:r>
              <a:endParaRPr lang="en-US" altLang="ja-JP" sz="1000">
                <a:effectLst>
                  <a:outerShdw blurRad="38100" dist="38100" dir="2700000" algn="tl">
                    <a:srgbClr val="000000"/>
                  </a:outerShdw>
                </a:effectLst>
                <a:latin typeface="Times New Roman" panose="02020603050405020304" pitchFamily="18" charset="0"/>
                <a:cs typeface="Angsana New" pitchFamily="18" charset="-34"/>
              </a:endParaRPr>
            </a:p>
          </p:txBody>
        </p:sp>
        <p:sp>
          <p:nvSpPr>
            <p:cNvPr id="648262" name="Rectangle 70"/>
            <p:cNvSpPr>
              <a:spLocks noChangeArrowheads="1"/>
            </p:cNvSpPr>
            <p:nvPr/>
          </p:nvSpPr>
          <p:spPr bwMode="auto">
            <a:xfrm>
              <a:off x="274" y="837"/>
              <a:ext cx="1407" cy="184"/>
            </a:xfrm>
            <a:prstGeom prst="rect">
              <a:avLst/>
            </a:prstGeom>
            <a:solidFill>
              <a:srgbClr val="800080"/>
            </a:solidFill>
            <a:ln w="9525">
              <a:solidFill>
                <a:schemeClr val="tx1"/>
              </a:solidFill>
              <a:prstDash val="sysDot"/>
              <a:miter lim="800000"/>
              <a:headEnd/>
              <a:tailEnd/>
            </a:ln>
            <a:effectLst>
              <a:outerShdw blurRad="63500" dist="107763" dir="2700000" algn="ctr" rotWithShape="0">
                <a:schemeClr val="bg2">
                  <a:alpha val="74998"/>
                </a:schemeClr>
              </a:outerShdw>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en-US" altLang="ja-JP" sz="1000">
                  <a:effectLst>
                    <a:outerShdw blurRad="38100" dist="38100" dir="2700000" algn="tl">
                      <a:srgbClr val="000000"/>
                    </a:outerShdw>
                  </a:effectLst>
                  <a:latin typeface="Times New Roman" panose="02020603050405020304" pitchFamily="18" charset="0"/>
                  <a:ea typeface="イワタ中丸ゴシック体(GT)" charset="-128"/>
                </a:rPr>
                <a:t>Enclose important factor with thick line</a:t>
              </a:r>
            </a:p>
          </p:txBody>
        </p:sp>
        <p:sp>
          <p:nvSpPr>
            <p:cNvPr id="648263" name="Rectangle 71"/>
            <p:cNvSpPr>
              <a:spLocks noChangeArrowheads="1"/>
            </p:cNvSpPr>
            <p:nvPr/>
          </p:nvSpPr>
          <p:spPr bwMode="auto">
            <a:xfrm>
              <a:off x="5114" y="1323"/>
              <a:ext cx="868" cy="209"/>
            </a:xfrm>
            <a:prstGeom prst="rect">
              <a:avLst/>
            </a:prstGeom>
            <a:solidFill>
              <a:srgbClr val="800080"/>
            </a:solidFill>
            <a:ln w="9525">
              <a:solidFill>
                <a:schemeClr val="tx1"/>
              </a:solidFill>
              <a:prstDash val="sysDot"/>
              <a:miter lim="800000"/>
              <a:headEnd/>
              <a:tailEnd/>
            </a:ln>
            <a:effectLst>
              <a:outerShdw blurRad="63500" dist="107763" dir="2700000" algn="ctr" rotWithShape="0">
                <a:schemeClr val="bg2">
                  <a:alpha val="74998"/>
                </a:schemeClr>
              </a:outerShdw>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th-TH" altLang="ja-JP" sz="1000">
                  <a:effectLst>
                    <a:outerShdw blurRad="38100" dist="38100" dir="2700000" algn="tl">
                      <a:srgbClr val="000000"/>
                    </a:outerShdw>
                  </a:effectLst>
                  <a:latin typeface="Times New Roman" panose="02020603050405020304" pitchFamily="18" charset="0"/>
                  <a:ea typeface="イワタ中丸ゴシック体(GT)" charset="-128"/>
                  <a:cs typeface="Angsana New" pitchFamily="18" charset="-34"/>
                </a:rPr>
                <a:t>Clarify the arrow line</a:t>
              </a:r>
              <a:r>
                <a:rPr lang="en-US" altLang="ja-JP" sz="1000">
                  <a:effectLst>
                    <a:outerShdw blurRad="38100" dist="38100" dir="2700000" algn="tl">
                      <a:srgbClr val="000000"/>
                    </a:outerShdw>
                  </a:effectLst>
                  <a:latin typeface="Times New Roman" panose="02020603050405020304" pitchFamily="18" charset="0"/>
                  <a:ea typeface="イワタ中丸ゴシック体(GT)" charset="-128"/>
                  <a:cs typeface="Angsana New" pitchFamily="18" charset="-34"/>
                </a:rPr>
                <a:t> </a:t>
              </a:r>
            </a:p>
          </p:txBody>
        </p:sp>
      </p:grpSp>
      <p:sp>
        <p:nvSpPr>
          <p:cNvPr id="648264" name="Text Box 72"/>
          <p:cNvSpPr txBox="1">
            <a:spLocks noChangeArrowheads="1"/>
          </p:cNvSpPr>
          <p:nvPr/>
        </p:nvSpPr>
        <p:spPr bwMode="auto">
          <a:xfrm>
            <a:off x="152400" y="774700"/>
            <a:ext cx="2667000" cy="409575"/>
          </a:xfrm>
          <a:prstGeom prst="rect">
            <a:avLst/>
          </a:prstGeom>
          <a:solidFill>
            <a:srgbClr val="008000"/>
          </a:solidFill>
          <a:ln w="12700">
            <a:solidFill>
              <a:schemeClr val="tx1"/>
            </a:solidFill>
            <a:miter lim="800000"/>
            <a:headEnd/>
            <a:tailEnd/>
          </a:ln>
          <a:effectLst>
            <a:outerShdw blurRad="63500" dist="107763" dir="2700000" algn="ctr" rotWithShape="0">
              <a:schemeClr val="bg2">
                <a:alpha val="74998"/>
              </a:schemeClr>
            </a:outerShdw>
          </a:effectLst>
        </p:spPr>
        <p:txBody>
          <a:bodyPr>
            <a:spAutoFit/>
          </a:bodyPr>
          <a:lstStyle/>
          <a:p>
            <a:pPr algn="ctr">
              <a:spcBef>
                <a:spcPct val="50000"/>
              </a:spcBef>
              <a:defRPr/>
            </a:pPr>
            <a:r>
              <a:rPr lang="en-US" altLang="ja-JP" sz="2000">
                <a:effectLst>
                  <a:outerShdw blurRad="38100" dist="38100" dir="2700000" algn="tl">
                    <a:srgbClr val="000000"/>
                  </a:outerShdw>
                </a:effectLst>
                <a:latin typeface="Times New Roman" pitchFamily="18" charset="0"/>
                <a:ea typeface="イワタ中丸ゴシック体(GT)" charset="-128"/>
              </a:rPr>
              <a:t>(1)</a:t>
            </a:r>
            <a:r>
              <a:rPr lang="th-TH" altLang="ja-JP" sz="2000">
                <a:effectLst>
                  <a:outerShdw blurRad="38100" dist="38100" dir="2700000" algn="tl">
                    <a:srgbClr val="000000"/>
                  </a:outerShdw>
                </a:effectLst>
                <a:latin typeface="Times New Roman" pitchFamily="18" charset="0"/>
                <a:ea typeface="イワタ中丸ゴシック体(GT)" charset="-128"/>
                <a:cs typeface="Angsana New" pitchFamily="18" charset="-34"/>
              </a:rPr>
              <a:t> </a:t>
            </a:r>
            <a:r>
              <a:rPr lang="en-US" altLang="ja-JP" sz="2000">
                <a:effectLst>
                  <a:outerShdw blurRad="38100" dist="38100" dir="2700000" algn="tl">
                    <a:srgbClr val="000000"/>
                  </a:outerShdw>
                </a:effectLst>
                <a:latin typeface="Times New Roman" pitchFamily="18" charset="0"/>
                <a:ea typeface="イワタ中丸ゴシック体(GT)" charset="-128"/>
                <a:cs typeface="Angsana New" pitchFamily="18" charset="-34"/>
              </a:rPr>
              <a:t>Relation Diagram</a:t>
            </a:r>
          </a:p>
        </p:txBody>
      </p:sp>
      <p:sp>
        <p:nvSpPr>
          <p:cNvPr id="648266" name="AutoShape 74"/>
          <p:cNvSpPr>
            <a:spLocks noChangeArrowheads="1"/>
          </p:cNvSpPr>
          <p:nvPr/>
        </p:nvSpPr>
        <p:spPr bwMode="auto">
          <a:xfrm>
            <a:off x="1423988" y="152400"/>
            <a:ext cx="6477000" cy="533400"/>
          </a:xfrm>
          <a:prstGeom prst="roundRect">
            <a:avLst>
              <a:gd name="adj" fmla="val 16667"/>
            </a:avLst>
          </a:prstGeom>
          <a:solidFill>
            <a:srgbClr val="008000"/>
          </a:solidFill>
          <a:ln w="9525">
            <a:solidFill>
              <a:schemeClr val="tx1"/>
            </a:solidFill>
            <a:round/>
            <a:headEnd/>
            <a:tailEnd/>
          </a:ln>
          <a:effectLst>
            <a:outerShdw blurRad="63500" dist="107763" dir="2700000" algn="ctr" rotWithShape="0">
              <a:schemeClr val="bg2">
                <a:alpha val="74998"/>
              </a:schemeClr>
            </a:outerShdw>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en-US" altLang="ja-JP">
                <a:effectLst>
                  <a:outerShdw blurRad="38100" dist="38100" dir="2700000" algn="tl">
                    <a:srgbClr val="000000"/>
                  </a:outerShdw>
                </a:effectLst>
                <a:latin typeface="Times New Roman" panose="02020603050405020304" pitchFamily="18" charset="0"/>
              </a:rPr>
              <a:t>How to create QC tools</a:t>
            </a:r>
            <a:r>
              <a:rPr lang="ja-JP" altLang="en-US">
                <a:effectLst>
                  <a:outerShdw blurRad="38100" dist="38100" dir="2700000" algn="tl">
                    <a:srgbClr val="000000"/>
                  </a:outerShdw>
                </a:effectLst>
                <a:latin typeface="Times New Roman" panose="02020603050405020304" pitchFamily="18" charset="0"/>
              </a:rPr>
              <a:t>（</a:t>
            </a:r>
            <a:r>
              <a:rPr lang="en-US" altLang="ja-JP">
                <a:effectLst>
                  <a:outerShdw blurRad="38100" dist="38100" dir="2700000" algn="tl">
                    <a:srgbClr val="000000"/>
                  </a:outerShdw>
                </a:effectLst>
                <a:latin typeface="Times New Roman" panose="02020603050405020304" pitchFamily="18" charset="0"/>
              </a:rPr>
              <a:t>N</a:t>
            </a:r>
            <a:r>
              <a:rPr lang="ja-JP" altLang="en-US">
                <a:effectLst>
                  <a:outerShdw blurRad="38100" dist="38100" dir="2700000" algn="tl">
                    <a:srgbClr val="000000"/>
                  </a:outerShdw>
                </a:effectLst>
                <a:latin typeface="Times New Roman" panose="02020603050405020304" pitchFamily="18" charset="0"/>
              </a:rPr>
              <a:t>７</a:t>
            </a:r>
            <a:r>
              <a:rPr lang="en-US" altLang="ja-JP">
                <a:effectLst>
                  <a:outerShdw blurRad="38100" dist="38100" dir="2700000" algn="tl">
                    <a:srgbClr val="000000"/>
                  </a:outerShdw>
                </a:effectLst>
                <a:latin typeface="Times New Roman" panose="02020603050405020304" pitchFamily="18" charset="0"/>
              </a:rPr>
              <a:t>) (1)</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2530" name="Text Box 2"/>
          <p:cNvSpPr txBox="1">
            <a:spLocks noChangeArrowheads="1"/>
          </p:cNvSpPr>
          <p:nvPr/>
        </p:nvSpPr>
        <p:spPr bwMode="auto">
          <a:xfrm>
            <a:off x="152400" y="800100"/>
            <a:ext cx="3863975" cy="531813"/>
          </a:xfrm>
          <a:prstGeom prst="rect">
            <a:avLst/>
          </a:prstGeom>
          <a:solidFill>
            <a:srgbClr val="008000"/>
          </a:solidFill>
          <a:ln w="12700">
            <a:solidFill>
              <a:schemeClr val="tx1"/>
            </a:solidFill>
            <a:miter lim="800000"/>
            <a:headEnd/>
            <a:tailEnd/>
          </a:ln>
          <a:effectLst>
            <a:outerShdw blurRad="63500" dist="107763" dir="2700000" algn="ctr" rotWithShape="0">
              <a:schemeClr val="bg2">
                <a:alpha val="74998"/>
              </a:schemeClr>
            </a:outerShdw>
          </a:effectLst>
        </p:spPr>
        <p:txBody>
          <a:bodyPr>
            <a:spAutoFit/>
          </a:bodyPr>
          <a:lstStyle/>
          <a:p>
            <a:pPr algn="ctr">
              <a:spcBef>
                <a:spcPct val="50000"/>
              </a:spcBef>
              <a:defRPr/>
            </a:pPr>
            <a:r>
              <a:rPr lang="en-US" altLang="ja-JP">
                <a:effectLst>
                  <a:outerShdw blurRad="38100" dist="38100" dir="2700000" algn="tl">
                    <a:srgbClr val="000000"/>
                  </a:outerShdw>
                </a:effectLst>
                <a:latin typeface="Times New Roman" pitchFamily="18" charset="0"/>
                <a:cs typeface="Angsana New" pitchFamily="18" charset="-34"/>
              </a:rPr>
              <a:t>(2) Tree Diagram</a:t>
            </a:r>
            <a:endParaRPr lang="en-US" altLang="ja-JP" sz="2400" b="0">
              <a:latin typeface="Times New Roman" pitchFamily="18" charset="0"/>
              <a:cs typeface="Angsana New" pitchFamily="18" charset="-34"/>
            </a:endParaRPr>
          </a:p>
        </p:txBody>
      </p:sp>
      <p:sp>
        <p:nvSpPr>
          <p:cNvPr id="662531" name="AutoShape 3"/>
          <p:cNvSpPr>
            <a:spLocks noChangeArrowheads="1"/>
          </p:cNvSpPr>
          <p:nvPr/>
        </p:nvSpPr>
        <p:spPr bwMode="auto">
          <a:xfrm>
            <a:off x="304800" y="1379538"/>
            <a:ext cx="9448800" cy="5249862"/>
          </a:xfrm>
          <a:prstGeom prst="roundRect">
            <a:avLst>
              <a:gd name="adj" fmla="val 1907"/>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sp>
        <p:nvSpPr>
          <p:cNvPr id="662532" name="Rectangle 4"/>
          <p:cNvSpPr>
            <a:spLocks noChangeArrowheads="1"/>
          </p:cNvSpPr>
          <p:nvPr/>
        </p:nvSpPr>
        <p:spPr bwMode="auto">
          <a:xfrm>
            <a:off x="381000" y="3606800"/>
            <a:ext cx="1600200" cy="544513"/>
          </a:xfrm>
          <a:prstGeom prst="rect">
            <a:avLst/>
          </a:prstGeom>
          <a:solidFill>
            <a:srgbClr val="008000"/>
          </a:solidFill>
          <a:ln w="38100" cmpd="dbl">
            <a:solidFill>
              <a:schemeClr val="tx1"/>
            </a:solidFill>
            <a:miter lim="800000"/>
            <a:headEnd/>
            <a:tailEnd/>
          </a:ln>
          <a:effectLst/>
        </p:spPr>
        <p:txBody>
          <a:bodyPr wrap="none" anchor="ctr"/>
          <a:lstStyle/>
          <a:p>
            <a:pPr>
              <a:defRPr/>
            </a:pPr>
            <a:r>
              <a:rPr lang="en-US" altLang="ja-JP" sz="1200">
                <a:solidFill>
                  <a:schemeClr val="folHlink"/>
                </a:solidFill>
                <a:effectLst>
                  <a:outerShdw blurRad="38100" dist="38100" dir="2700000" algn="tl">
                    <a:srgbClr val="000000"/>
                  </a:outerShdw>
                </a:effectLst>
                <a:latin typeface="Times New Roman" pitchFamily="18" charset="0"/>
                <a:cs typeface="Angsana New" pitchFamily="18" charset="-34"/>
              </a:rPr>
              <a:t>Find  common factors</a:t>
            </a:r>
          </a:p>
          <a:p>
            <a:pPr>
              <a:defRPr/>
            </a:pPr>
            <a:r>
              <a:rPr lang="en-US" altLang="ja-JP" sz="1200">
                <a:solidFill>
                  <a:schemeClr val="folHlink"/>
                </a:solidFill>
                <a:effectLst>
                  <a:outerShdw blurRad="38100" dist="38100" dir="2700000" algn="tl">
                    <a:srgbClr val="000000"/>
                  </a:outerShdw>
                </a:effectLst>
                <a:latin typeface="Times New Roman" pitchFamily="18" charset="0"/>
                <a:cs typeface="Angsana New" pitchFamily="18" charset="-34"/>
              </a:rPr>
              <a:t>that concern to work</a:t>
            </a:r>
          </a:p>
          <a:p>
            <a:pPr>
              <a:defRPr/>
            </a:pPr>
            <a:endParaRPr lang="en-US" altLang="ja-JP" sz="1400">
              <a:solidFill>
                <a:schemeClr val="folHlink"/>
              </a:solidFill>
              <a:effectLst>
                <a:outerShdw blurRad="38100" dist="38100" dir="2700000" algn="tl">
                  <a:srgbClr val="000000"/>
                </a:outerShdw>
              </a:effectLst>
              <a:latin typeface="Times New Roman" pitchFamily="18" charset="0"/>
              <a:cs typeface="Angsana New" pitchFamily="18" charset="-34"/>
            </a:endParaRPr>
          </a:p>
        </p:txBody>
      </p:sp>
      <p:sp>
        <p:nvSpPr>
          <p:cNvPr id="662534" name="Rectangle 6"/>
          <p:cNvSpPr>
            <a:spLocks noChangeArrowheads="1"/>
          </p:cNvSpPr>
          <p:nvPr/>
        </p:nvSpPr>
        <p:spPr bwMode="auto">
          <a:xfrm>
            <a:off x="2389188" y="5311775"/>
            <a:ext cx="1228725" cy="512763"/>
          </a:xfrm>
          <a:prstGeom prst="rect">
            <a:avLst/>
          </a:prstGeom>
          <a:noFill/>
          <a:ln w="9525">
            <a:solidFill>
              <a:schemeClr val="tx1"/>
            </a:solidFill>
            <a:miter lim="800000"/>
            <a:headEnd/>
            <a:tailEnd/>
          </a:ln>
          <a:effectLst/>
        </p:spPr>
        <p:txBody>
          <a:bodyPr wrap="none" anchor="ctr"/>
          <a:lstStyle/>
          <a:p>
            <a:pPr>
              <a:defRPr/>
            </a:pPr>
            <a:r>
              <a:rPr lang="en-US" altLang="ja-JP" sz="1000">
                <a:effectLst>
                  <a:outerShdw blurRad="38100" dist="38100" dir="2700000" algn="tl">
                    <a:srgbClr val="000000"/>
                  </a:outerShdw>
                </a:effectLst>
                <a:latin typeface="Times New Roman" pitchFamily="18" charset="0"/>
                <a:ea typeface="イワタ中丸ゴシック体(GT)" charset="-128"/>
                <a:cs typeface="Angsana New" pitchFamily="18" charset="-34"/>
              </a:rPr>
              <a:t>Sharing the problem</a:t>
            </a:r>
          </a:p>
          <a:p>
            <a:pPr>
              <a:defRPr/>
            </a:pPr>
            <a:r>
              <a:rPr lang="en-US" altLang="ja-JP" sz="1000">
                <a:effectLst>
                  <a:outerShdw blurRad="38100" dist="38100" dir="2700000" algn="tl">
                    <a:srgbClr val="000000"/>
                  </a:outerShdw>
                </a:effectLst>
                <a:latin typeface="Times New Roman" pitchFamily="18" charset="0"/>
                <a:ea typeface="イワタ中丸ゴシック体(GT)" charset="-128"/>
                <a:cs typeface="Angsana New" pitchFamily="18" charset="-34"/>
              </a:rPr>
              <a:t>consciousness</a:t>
            </a:r>
          </a:p>
        </p:txBody>
      </p:sp>
      <p:sp>
        <p:nvSpPr>
          <p:cNvPr id="662535" name="Rectangle 7"/>
          <p:cNvSpPr>
            <a:spLocks noChangeArrowheads="1"/>
          </p:cNvSpPr>
          <p:nvPr/>
        </p:nvSpPr>
        <p:spPr bwMode="auto">
          <a:xfrm>
            <a:off x="4108450" y="2366963"/>
            <a:ext cx="1227138" cy="681037"/>
          </a:xfrm>
          <a:prstGeom prst="rect">
            <a:avLst/>
          </a:prstGeom>
          <a:noFill/>
          <a:ln w="9525">
            <a:solidFill>
              <a:schemeClr val="tx1"/>
            </a:solidFill>
            <a:miter lim="800000"/>
            <a:headEnd/>
            <a:tailEnd/>
          </a:ln>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400">
                <a:effectLst>
                  <a:outerShdw blurRad="38100" dist="38100" dir="2700000" algn="tl">
                    <a:srgbClr val="000000"/>
                  </a:outerShdw>
                </a:effectLst>
                <a:latin typeface="Times New Roman" panose="02020603050405020304" pitchFamily="18" charset="0"/>
                <a:ea typeface="イワタ中丸ゴシック体(GT)" charset="-128"/>
                <a:cs typeface="Angsana New" pitchFamily="18" charset="-34"/>
              </a:rPr>
              <a:t>Recognize the </a:t>
            </a:r>
          </a:p>
          <a:p>
            <a:pPr eaLnBrk="1" hangingPunct="1"/>
            <a:r>
              <a:rPr lang="en-US" altLang="ja-JP" sz="1400">
                <a:effectLst>
                  <a:outerShdw blurRad="38100" dist="38100" dir="2700000" algn="tl">
                    <a:srgbClr val="000000"/>
                  </a:outerShdw>
                </a:effectLst>
                <a:latin typeface="Times New Roman" panose="02020603050405020304" pitchFamily="18" charset="0"/>
                <a:ea typeface="イワタ中丸ゴシック体(GT)" charset="-128"/>
                <a:cs typeface="Angsana New" pitchFamily="18" charset="-34"/>
              </a:rPr>
              <a:t>existence value</a:t>
            </a:r>
          </a:p>
        </p:txBody>
      </p:sp>
      <p:sp>
        <p:nvSpPr>
          <p:cNvPr id="662536" name="Rectangle 8"/>
          <p:cNvSpPr>
            <a:spLocks noChangeArrowheads="1"/>
          </p:cNvSpPr>
          <p:nvPr/>
        </p:nvSpPr>
        <p:spPr bwMode="auto">
          <a:xfrm>
            <a:off x="4108450" y="4495800"/>
            <a:ext cx="1227138" cy="685800"/>
          </a:xfrm>
          <a:prstGeom prst="rect">
            <a:avLst/>
          </a:prstGeom>
          <a:solidFill>
            <a:srgbClr val="008000"/>
          </a:solidFill>
          <a:ln w="28575">
            <a:solidFill>
              <a:schemeClr val="tx1"/>
            </a:solidFill>
            <a:miter lim="800000"/>
            <a:headEnd/>
            <a:tailEnd/>
          </a:ln>
          <a:effectLst/>
        </p:spPr>
        <p:txBody>
          <a:bodyPr wrap="none" lIns="0" rIns="0" anchor="ctr"/>
          <a:lstStyle/>
          <a:p>
            <a:pPr>
              <a:defRPr/>
            </a:pPr>
            <a:r>
              <a:rPr lang="en-US" altLang="ja-JP" sz="1200">
                <a:solidFill>
                  <a:schemeClr val="folHlink"/>
                </a:solidFill>
                <a:effectLst>
                  <a:outerShdw blurRad="38100" dist="38100" dir="2700000" algn="tl">
                    <a:srgbClr val="000000"/>
                  </a:outerShdw>
                </a:effectLst>
                <a:latin typeface="Times New Roman" pitchFamily="18" charset="0"/>
                <a:ea typeface="イワタ中丸ゴシック体(GT)" charset="-128"/>
                <a:cs typeface="Angsana New" pitchFamily="18" charset="-34"/>
              </a:rPr>
              <a:t>Know the function </a:t>
            </a:r>
          </a:p>
          <a:p>
            <a:pPr>
              <a:defRPr/>
            </a:pPr>
            <a:r>
              <a:rPr lang="en-US" altLang="ja-JP" sz="1200">
                <a:solidFill>
                  <a:schemeClr val="folHlink"/>
                </a:solidFill>
                <a:effectLst>
                  <a:outerShdw blurRad="38100" dist="38100" dir="2700000" algn="tl">
                    <a:srgbClr val="000000"/>
                  </a:outerShdw>
                </a:effectLst>
                <a:latin typeface="Times New Roman" pitchFamily="18" charset="0"/>
                <a:ea typeface="イワタ中丸ゴシック体(GT)" charset="-128"/>
                <a:cs typeface="Angsana New" pitchFamily="18" charset="-34"/>
              </a:rPr>
              <a:t>of  work of each</a:t>
            </a:r>
          </a:p>
          <a:p>
            <a:pPr>
              <a:defRPr/>
            </a:pPr>
            <a:r>
              <a:rPr lang="en-US" altLang="ja-JP" sz="1200">
                <a:solidFill>
                  <a:schemeClr val="folHlink"/>
                </a:solidFill>
                <a:effectLst>
                  <a:outerShdw blurRad="38100" dist="38100" dir="2700000" algn="tl">
                    <a:srgbClr val="000000"/>
                  </a:outerShdw>
                </a:effectLst>
                <a:latin typeface="Times New Roman" pitchFamily="18" charset="0"/>
                <a:ea typeface="イワタ中丸ゴシック体(GT)" charset="-128"/>
                <a:cs typeface="Angsana New" pitchFamily="18" charset="-34"/>
              </a:rPr>
              <a:t> member</a:t>
            </a:r>
          </a:p>
        </p:txBody>
      </p:sp>
      <p:sp>
        <p:nvSpPr>
          <p:cNvPr id="662537" name="Rectangle 9"/>
          <p:cNvSpPr>
            <a:spLocks noChangeArrowheads="1"/>
          </p:cNvSpPr>
          <p:nvPr/>
        </p:nvSpPr>
        <p:spPr bwMode="auto">
          <a:xfrm>
            <a:off x="5827713" y="5078413"/>
            <a:ext cx="1285875" cy="514350"/>
          </a:xfrm>
          <a:prstGeom prst="rect">
            <a:avLst/>
          </a:prstGeom>
          <a:noFill/>
          <a:ln w="9525">
            <a:solidFill>
              <a:schemeClr val="tx1"/>
            </a:solidFill>
            <a:miter lim="800000"/>
            <a:headEnd/>
            <a:tailEnd/>
          </a:ln>
          <a:effectLst/>
        </p:spPr>
        <p:txBody>
          <a:bodyPr wrap="none" anchor="ctr"/>
          <a:lstStyle/>
          <a:p>
            <a:pPr>
              <a:defRPr/>
            </a:pPr>
            <a:r>
              <a:rPr lang="en-US" altLang="ja-JP" sz="1400">
                <a:effectLst>
                  <a:outerShdw blurRad="38100" dist="38100" dir="2700000" algn="tl">
                    <a:srgbClr val="000000"/>
                  </a:outerShdw>
                </a:effectLst>
                <a:latin typeface="Times New Roman" pitchFamily="18" charset="0"/>
                <a:ea typeface="イワタ中丸ゴシック体(GT)" charset="-128"/>
                <a:cs typeface="Angsana New" pitchFamily="18" charset="-34"/>
              </a:rPr>
              <a:t>Know output</a:t>
            </a:r>
          </a:p>
          <a:p>
            <a:pPr>
              <a:defRPr/>
            </a:pPr>
            <a:r>
              <a:rPr lang="en-US" altLang="ja-JP" sz="1400">
                <a:effectLst>
                  <a:outerShdw blurRad="38100" dist="38100" dir="2700000" algn="tl">
                    <a:srgbClr val="000000"/>
                  </a:outerShdw>
                </a:effectLst>
                <a:latin typeface="Times New Roman" pitchFamily="18" charset="0"/>
                <a:ea typeface="イワタ中丸ゴシック体(GT)" charset="-128"/>
                <a:cs typeface="Angsana New" pitchFamily="18" charset="-34"/>
              </a:rPr>
              <a:t> of work</a:t>
            </a:r>
          </a:p>
        </p:txBody>
      </p:sp>
      <p:sp>
        <p:nvSpPr>
          <p:cNvPr id="662538" name="Rectangle 10"/>
          <p:cNvSpPr>
            <a:spLocks noChangeArrowheads="1"/>
          </p:cNvSpPr>
          <p:nvPr/>
        </p:nvSpPr>
        <p:spPr bwMode="auto">
          <a:xfrm>
            <a:off x="5827713" y="4316413"/>
            <a:ext cx="1285875" cy="514350"/>
          </a:xfrm>
          <a:prstGeom prst="rect">
            <a:avLst/>
          </a:prstGeom>
          <a:solidFill>
            <a:srgbClr val="008000"/>
          </a:solidFill>
          <a:ln w="28575">
            <a:solidFill>
              <a:schemeClr val="tx1"/>
            </a:solidFill>
            <a:miter lim="800000"/>
            <a:headEnd/>
            <a:tailEnd/>
          </a:ln>
          <a:effectLst/>
        </p:spPr>
        <p:txBody>
          <a:bodyPr wrap="none" anchor="ctr"/>
          <a:lstStyle/>
          <a:p>
            <a:pPr>
              <a:defRPr/>
            </a:pPr>
            <a:r>
              <a:rPr lang="en-US" altLang="ja-JP" sz="1400">
                <a:solidFill>
                  <a:schemeClr val="folHlink"/>
                </a:solidFill>
                <a:effectLst>
                  <a:outerShdw blurRad="38100" dist="38100" dir="2700000" algn="tl">
                    <a:srgbClr val="000000"/>
                  </a:outerShdw>
                </a:effectLst>
                <a:latin typeface="Times New Roman" pitchFamily="18" charset="0"/>
                <a:ea typeface="イワタ中丸ゴシック体(GT)" charset="-128"/>
                <a:cs typeface="Angsana New" pitchFamily="18" charset="-34"/>
              </a:rPr>
              <a:t>Arrange the </a:t>
            </a:r>
          </a:p>
          <a:p>
            <a:pPr>
              <a:defRPr/>
            </a:pPr>
            <a:r>
              <a:rPr lang="en-US" altLang="ja-JP" sz="1400">
                <a:solidFill>
                  <a:schemeClr val="folHlink"/>
                </a:solidFill>
                <a:effectLst>
                  <a:outerShdw blurRad="38100" dist="38100" dir="2700000" algn="tl">
                    <a:srgbClr val="000000"/>
                  </a:outerShdw>
                </a:effectLst>
                <a:latin typeface="Times New Roman" pitchFamily="18" charset="0"/>
                <a:ea typeface="イワタ中丸ゴシック体(GT)" charset="-128"/>
                <a:cs typeface="Angsana New" pitchFamily="18" charset="-34"/>
              </a:rPr>
              <a:t>work details</a:t>
            </a:r>
          </a:p>
        </p:txBody>
      </p:sp>
      <p:sp>
        <p:nvSpPr>
          <p:cNvPr id="662539" name="Rectangle 11"/>
          <p:cNvSpPr>
            <a:spLocks noChangeArrowheads="1"/>
          </p:cNvSpPr>
          <p:nvPr/>
        </p:nvSpPr>
        <p:spPr bwMode="auto">
          <a:xfrm>
            <a:off x="5827713" y="3748088"/>
            <a:ext cx="1271587" cy="515937"/>
          </a:xfrm>
          <a:prstGeom prst="rect">
            <a:avLst/>
          </a:prstGeom>
          <a:noFill/>
          <a:ln w="9525">
            <a:solidFill>
              <a:schemeClr val="tx1"/>
            </a:solidFill>
            <a:miter lim="800000"/>
            <a:headEnd/>
            <a:tailEnd/>
          </a:ln>
          <a:effectLst/>
        </p:spPr>
        <p:txBody>
          <a:bodyPr wrap="none" lIns="0" tIns="0" rIns="0" bIns="0" anchor="ctr"/>
          <a:lstStyle/>
          <a:p>
            <a:pPr>
              <a:defRPr/>
            </a:pPr>
            <a:r>
              <a:rPr lang="en-US" altLang="ja-JP" sz="1200">
                <a:effectLst>
                  <a:outerShdw blurRad="38100" dist="38100" dir="2700000" algn="tl">
                    <a:srgbClr val="000000"/>
                  </a:outerShdw>
                </a:effectLst>
                <a:latin typeface="Times New Roman" pitchFamily="18" charset="0"/>
                <a:ea typeface="イワタ中丸ゴシック体(GT)" charset="-128"/>
                <a:cs typeface="Angsana New" pitchFamily="18" charset="-34"/>
              </a:rPr>
              <a:t>Clarify the demand</a:t>
            </a:r>
          </a:p>
          <a:p>
            <a:pPr>
              <a:defRPr/>
            </a:pPr>
            <a:r>
              <a:rPr lang="en-US" altLang="ja-JP" sz="1200">
                <a:effectLst>
                  <a:outerShdw blurRad="38100" dist="38100" dir="2700000" algn="tl">
                    <a:srgbClr val="000000"/>
                  </a:outerShdw>
                </a:effectLst>
                <a:latin typeface="Times New Roman" pitchFamily="18" charset="0"/>
                <a:ea typeface="イワタ中丸ゴシック体(GT)" charset="-128"/>
                <a:cs typeface="Angsana New" pitchFamily="18" charset="-34"/>
              </a:rPr>
              <a:t>after process</a:t>
            </a:r>
          </a:p>
        </p:txBody>
      </p:sp>
      <p:sp>
        <p:nvSpPr>
          <p:cNvPr id="662540" name="Rectangle 12"/>
          <p:cNvSpPr>
            <a:spLocks noChangeArrowheads="1"/>
          </p:cNvSpPr>
          <p:nvPr/>
        </p:nvSpPr>
        <p:spPr bwMode="auto">
          <a:xfrm>
            <a:off x="5827713" y="2986088"/>
            <a:ext cx="1285875" cy="514350"/>
          </a:xfrm>
          <a:prstGeom prst="rect">
            <a:avLst/>
          </a:prstGeom>
          <a:noFill/>
          <a:ln w="9525">
            <a:solidFill>
              <a:schemeClr val="tx1"/>
            </a:solidFill>
            <a:miter lim="800000"/>
            <a:headEnd/>
            <a:tailEnd/>
          </a:ln>
          <a:effectLst/>
        </p:spPr>
        <p:txBody>
          <a:bodyPr wrap="none" anchor="ctr"/>
          <a:lstStyle/>
          <a:p>
            <a:pPr>
              <a:defRPr/>
            </a:pPr>
            <a:r>
              <a:rPr lang="en-US" altLang="ja-JP" sz="1200">
                <a:effectLst>
                  <a:outerShdw blurRad="38100" dist="38100" dir="2700000" algn="tl">
                    <a:srgbClr val="000000"/>
                  </a:outerShdw>
                </a:effectLst>
                <a:latin typeface="Times New Roman" pitchFamily="18" charset="0"/>
                <a:ea typeface="イワタ中丸ゴシック体(GT)" charset="-128"/>
                <a:cs typeface="Angsana New" pitchFamily="18" charset="-34"/>
              </a:rPr>
              <a:t>Clarify preceding</a:t>
            </a:r>
          </a:p>
          <a:p>
            <a:pPr>
              <a:defRPr/>
            </a:pPr>
            <a:r>
              <a:rPr lang="en-US" altLang="ja-JP" sz="1200">
                <a:effectLst>
                  <a:outerShdw blurRad="38100" dist="38100" dir="2700000" algn="tl">
                    <a:srgbClr val="000000"/>
                  </a:outerShdw>
                </a:effectLst>
                <a:latin typeface="Times New Roman" pitchFamily="18" charset="0"/>
                <a:ea typeface="イワタ中丸ゴシック体(GT)" charset="-128"/>
                <a:cs typeface="Angsana New" pitchFamily="18" charset="-34"/>
              </a:rPr>
              <a:t>process</a:t>
            </a:r>
          </a:p>
        </p:txBody>
      </p:sp>
      <p:sp>
        <p:nvSpPr>
          <p:cNvPr id="662541" name="Rectangle 13"/>
          <p:cNvSpPr>
            <a:spLocks noChangeArrowheads="1"/>
          </p:cNvSpPr>
          <p:nvPr/>
        </p:nvSpPr>
        <p:spPr bwMode="auto">
          <a:xfrm>
            <a:off x="5827713" y="1901825"/>
            <a:ext cx="1285875" cy="612775"/>
          </a:xfrm>
          <a:prstGeom prst="rect">
            <a:avLst/>
          </a:prstGeom>
          <a:noFill/>
          <a:ln w="9525">
            <a:solidFill>
              <a:schemeClr val="tx1"/>
            </a:solidFill>
            <a:miter lim="800000"/>
            <a:headEnd/>
            <a:tailEnd/>
          </a:ln>
          <a:effectLst/>
        </p:spPr>
        <p:txBody>
          <a:bodyPr wrap="none" lIns="36000" rIns="0" anchor="ctr"/>
          <a:lstStyle/>
          <a:p>
            <a:pPr>
              <a:defRPr/>
            </a:pPr>
            <a:r>
              <a:rPr lang="en-US" altLang="ja-JP" sz="1200">
                <a:effectLst>
                  <a:outerShdw blurRad="38100" dist="38100" dir="2700000" algn="tl">
                    <a:srgbClr val="000000"/>
                  </a:outerShdw>
                </a:effectLst>
                <a:latin typeface="Times New Roman" pitchFamily="18" charset="0"/>
                <a:ea typeface="イワタ中丸ゴシック体(GT)" charset="-128"/>
                <a:cs typeface="Angsana New" pitchFamily="18" charset="-34"/>
              </a:rPr>
              <a:t>Understand the </a:t>
            </a:r>
          </a:p>
          <a:p>
            <a:pPr>
              <a:defRPr/>
            </a:pPr>
            <a:r>
              <a:rPr lang="en-US" altLang="ja-JP" sz="1200">
                <a:effectLst>
                  <a:outerShdw blurRad="38100" dist="38100" dir="2700000" algn="tl">
                    <a:srgbClr val="000000"/>
                  </a:outerShdw>
                </a:effectLst>
                <a:latin typeface="Times New Roman" pitchFamily="18" charset="0"/>
                <a:ea typeface="イワタ中丸ゴシック体(GT)" charset="-128"/>
                <a:cs typeface="Angsana New" pitchFamily="18" charset="-34"/>
              </a:rPr>
              <a:t>Relation of other</a:t>
            </a:r>
          </a:p>
          <a:p>
            <a:pPr>
              <a:defRPr/>
            </a:pPr>
            <a:r>
              <a:rPr lang="en-US" altLang="ja-JP" sz="1200">
                <a:effectLst>
                  <a:outerShdw blurRad="38100" dist="38100" dir="2700000" algn="tl">
                    <a:srgbClr val="000000"/>
                  </a:outerShdw>
                </a:effectLst>
                <a:latin typeface="Times New Roman" pitchFamily="18" charset="0"/>
                <a:ea typeface="イワタ中丸ゴシック体(GT)" charset="-128"/>
                <a:cs typeface="Angsana New" pitchFamily="18" charset="-34"/>
              </a:rPr>
              <a:t> workplace</a:t>
            </a:r>
          </a:p>
        </p:txBody>
      </p:sp>
      <p:sp>
        <p:nvSpPr>
          <p:cNvPr id="662542" name="Rectangle 14"/>
          <p:cNvSpPr>
            <a:spLocks noChangeArrowheads="1"/>
          </p:cNvSpPr>
          <p:nvPr/>
        </p:nvSpPr>
        <p:spPr bwMode="auto">
          <a:xfrm>
            <a:off x="7543800" y="1592263"/>
            <a:ext cx="2133600" cy="512762"/>
          </a:xfrm>
          <a:prstGeom prst="rect">
            <a:avLst/>
          </a:prstGeom>
          <a:noFill/>
          <a:ln w="9525">
            <a:solidFill>
              <a:schemeClr val="tx1"/>
            </a:solidFill>
            <a:miter lim="800000"/>
            <a:headEnd/>
            <a:tailEnd/>
          </a:ln>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200">
                <a:effectLst>
                  <a:outerShdw blurRad="38100" dist="38100" dir="2700000" algn="tl">
                    <a:srgbClr val="000000"/>
                  </a:outerShdw>
                </a:effectLst>
                <a:latin typeface="Times New Roman" panose="02020603050405020304" pitchFamily="18" charset="0"/>
                <a:ea typeface="イワタ中丸ゴシック体(GT)" charset="-128"/>
              </a:rPr>
              <a:t>Know claims from next process</a:t>
            </a:r>
          </a:p>
        </p:txBody>
      </p:sp>
      <p:sp>
        <p:nvSpPr>
          <p:cNvPr id="662543" name="Rectangle 15"/>
          <p:cNvSpPr>
            <a:spLocks noChangeArrowheads="1"/>
          </p:cNvSpPr>
          <p:nvPr/>
        </p:nvSpPr>
        <p:spPr bwMode="auto">
          <a:xfrm>
            <a:off x="7543800" y="2135188"/>
            <a:ext cx="2133600" cy="512762"/>
          </a:xfrm>
          <a:prstGeom prst="rect">
            <a:avLst/>
          </a:prstGeom>
          <a:noFill/>
          <a:ln w="9525">
            <a:solidFill>
              <a:schemeClr val="tx1"/>
            </a:solidFill>
            <a:miter lim="800000"/>
            <a:headEnd/>
            <a:tailEnd/>
          </a:ln>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endParaRPr lang="en-US" altLang="ja-JP" sz="1400">
              <a:effectLst>
                <a:outerShdw blurRad="38100" dist="38100" dir="2700000" algn="tl">
                  <a:srgbClr val="000000"/>
                </a:outerShdw>
              </a:effectLst>
              <a:latin typeface="Times New Roman" panose="02020603050405020304" pitchFamily="18" charset="0"/>
            </a:endParaRPr>
          </a:p>
          <a:p>
            <a:pPr eaLnBrk="1" hangingPunct="1"/>
            <a:r>
              <a:rPr lang="en-US" altLang="ja-JP" sz="1400">
                <a:effectLst>
                  <a:outerShdw blurRad="38100" dist="38100" dir="2700000" algn="tl">
                    <a:srgbClr val="000000"/>
                  </a:outerShdw>
                </a:effectLst>
                <a:latin typeface="Times New Roman" panose="02020603050405020304" pitchFamily="18" charset="0"/>
              </a:rPr>
              <a:t>Know the satisfaction </a:t>
            </a:r>
          </a:p>
          <a:p>
            <a:pPr eaLnBrk="1" hangingPunct="1"/>
            <a:r>
              <a:rPr lang="en-US" altLang="ja-JP" sz="1400">
                <a:effectLst>
                  <a:outerShdw blurRad="38100" dist="38100" dir="2700000" algn="tl">
                    <a:srgbClr val="000000"/>
                  </a:outerShdw>
                </a:effectLst>
                <a:latin typeface="Times New Roman" panose="02020603050405020304" pitchFamily="18" charset="0"/>
              </a:rPr>
              <a:t>degree by questionnaire</a:t>
            </a:r>
          </a:p>
          <a:p>
            <a:pPr eaLnBrk="1" hangingPunct="1"/>
            <a:endParaRPr lang="en-US" altLang="ja-JP" sz="1400">
              <a:effectLst>
                <a:outerShdw blurRad="38100" dist="38100" dir="2700000" algn="tl">
                  <a:srgbClr val="000000"/>
                </a:outerShdw>
              </a:effectLst>
              <a:latin typeface="Times New Roman" panose="02020603050405020304" pitchFamily="18" charset="0"/>
            </a:endParaRPr>
          </a:p>
        </p:txBody>
      </p:sp>
      <p:sp>
        <p:nvSpPr>
          <p:cNvPr id="662544" name="Rectangle 16"/>
          <p:cNvSpPr>
            <a:spLocks noChangeArrowheads="1"/>
          </p:cNvSpPr>
          <p:nvPr/>
        </p:nvSpPr>
        <p:spPr bwMode="auto">
          <a:xfrm>
            <a:off x="7543800" y="2676525"/>
            <a:ext cx="2133600" cy="512763"/>
          </a:xfrm>
          <a:prstGeom prst="rect">
            <a:avLst/>
          </a:prstGeom>
          <a:noFill/>
          <a:ln w="9525">
            <a:solidFill>
              <a:schemeClr val="tx1"/>
            </a:solidFill>
            <a:miter lim="800000"/>
            <a:headEnd/>
            <a:tailEnd/>
          </a:ln>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400">
                <a:effectLst>
                  <a:outerShdw blurRad="38100" dist="38100" dir="2700000" algn="tl">
                    <a:srgbClr val="000000"/>
                  </a:outerShdw>
                </a:effectLst>
                <a:latin typeface="Times New Roman" panose="02020603050405020304" pitchFamily="18" charset="0"/>
                <a:ea typeface="イワタ中丸ゴシック体(GT)" charset="-128"/>
              </a:rPr>
              <a:t>Reconfirm the relation of </a:t>
            </a:r>
          </a:p>
          <a:p>
            <a:pPr eaLnBrk="1" hangingPunct="1"/>
            <a:r>
              <a:rPr lang="en-US" altLang="ja-JP" sz="1400">
                <a:effectLst>
                  <a:outerShdw blurRad="38100" dist="38100" dir="2700000" algn="tl">
                    <a:srgbClr val="000000"/>
                  </a:outerShdw>
                </a:effectLst>
                <a:latin typeface="Times New Roman" panose="02020603050405020304" pitchFamily="18" charset="0"/>
                <a:ea typeface="イワタ中丸ゴシック体(GT)" charset="-128"/>
              </a:rPr>
              <a:t>Preceding process</a:t>
            </a:r>
          </a:p>
        </p:txBody>
      </p:sp>
      <p:sp>
        <p:nvSpPr>
          <p:cNvPr id="662545" name="Rectangle 17"/>
          <p:cNvSpPr>
            <a:spLocks noChangeArrowheads="1"/>
          </p:cNvSpPr>
          <p:nvPr/>
        </p:nvSpPr>
        <p:spPr bwMode="auto">
          <a:xfrm>
            <a:off x="7543800" y="3219450"/>
            <a:ext cx="2133600" cy="514350"/>
          </a:xfrm>
          <a:prstGeom prst="rect">
            <a:avLst/>
          </a:prstGeom>
          <a:noFill/>
          <a:ln w="9525">
            <a:solidFill>
              <a:schemeClr val="tx1"/>
            </a:solidFill>
            <a:miter lim="800000"/>
            <a:headEnd/>
            <a:tailEnd/>
          </a:ln>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600">
                <a:effectLst>
                  <a:outerShdw blurRad="38100" dist="38100" dir="2700000" algn="tl">
                    <a:srgbClr val="000000"/>
                  </a:outerShdw>
                </a:effectLst>
                <a:latin typeface="Times New Roman" panose="02020603050405020304" pitchFamily="18" charset="0"/>
                <a:ea typeface="イワタ中丸ゴシック体(GT)" charset="-128"/>
              </a:rPr>
              <a:t>Confirm the aims of </a:t>
            </a:r>
          </a:p>
          <a:p>
            <a:pPr eaLnBrk="1" hangingPunct="1"/>
            <a:r>
              <a:rPr lang="en-US" altLang="ja-JP" sz="1600">
                <a:effectLst>
                  <a:outerShdw blurRad="38100" dist="38100" dir="2700000" algn="tl">
                    <a:srgbClr val="000000"/>
                  </a:outerShdw>
                </a:effectLst>
                <a:latin typeface="Times New Roman" panose="02020603050405020304" pitchFamily="18" charset="0"/>
                <a:ea typeface="イワタ中丸ゴシック体(GT)" charset="-128"/>
              </a:rPr>
              <a:t>Superior’s policy</a:t>
            </a:r>
          </a:p>
        </p:txBody>
      </p:sp>
      <p:sp>
        <p:nvSpPr>
          <p:cNvPr id="662546" name="Rectangle 18"/>
          <p:cNvSpPr>
            <a:spLocks noChangeArrowheads="1"/>
          </p:cNvSpPr>
          <p:nvPr/>
        </p:nvSpPr>
        <p:spPr bwMode="auto">
          <a:xfrm>
            <a:off x="7543800" y="3810000"/>
            <a:ext cx="2133600" cy="466725"/>
          </a:xfrm>
          <a:prstGeom prst="rect">
            <a:avLst/>
          </a:prstGeom>
          <a:noFill/>
          <a:ln w="9525">
            <a:solidFill>
              <a:schemeClr val="tx1"/>
            </a:solidFill>
            <a:miter lim="800000"/>
            <a:headEnd/>
            <a:tailEnd/>
          </a:ln>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600">
                <a:effectLst>
                  <a:outerShdw blurRad="38100" dist="38100" dir="2700000" algn="tl">
                    <a:srgbClr val="000000"/>
                  </a:outerShdw>
                </a:effectLst>
                <a:latin typeface="Times New Roman" panose="02020603050405020304" pitchFamily="18" charset="0"/>
                <a:ea typeface="イワタ中丸ゴシック体(GT)" charset="-128"/>
              </a:rPr>
              <a:t>Feed back and make </a:t>
            </a:r>
          </a:p>
          <a:p>
            <a:pPr eaLnBrk="1" hangingPunct="1"/>
            <a:r>
              <a:rPr lang="en-US" altLang="ja-JP" sz="1600">
                <a:effectLst>
                  <a:outerShdw blurRad="38100" dist="38100" dir="2700000" algn="tl">
                    <a:srgbClr val="000000"/>
                  </a:outerShdw>
                </a:effectLst>
                <a:latin typeface="Times New Roman" panose="02020603050405020304" pitchFamily="18" charset="0"/>
                <a:ea typeface="イワタ中丸ゴシック体(GT)" charset="-128"/>
              </a:rPr>
              <a:t>system</a:t>
            </a:r>
          </a:p>
        </p:txBody>
      </p:sp>
      <p:sp>
        <p:nvSpPr>
          <p:cNvPr id="662547" name="Rectangle 19"/>
          <p:cNvSpPr>
            <a:spLocks noChangeArrowheads="1"/>
          </p:cNvSpPr>
          <p:nvPr/>
        </p:nvSpPr>
        <p:spPr bwMode="auto">
          <a:xfrm>
            <a:off x="7543800" y="4343400"/>
            <a:ext cx="2133600" cy="474663"/>
          </a:xfrm>
          <a:prstGeom prst="rect">
            <a:avLst/>
          </a:prstGeom>
          <a:solidFill>
            <a:srgbClr val="008000"/>
          </a:solidFill>
          <a:ln w="28575">
            <a:solidFill>
              <a:schemeClr val="tx1"/>
            </a:solidFill>
            <a:miter lim="800000"/>
            <a:headEnd/>
            <a:tailEnd/>
          </a:ln>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200">
                <a:solidFill>
                  <a:schemeClr val="folHlink"/>
                </a:solidFill>
                <a:effectLst>
                  <a:outerShdw blurRad="38100" dist="38100" dir="2700000" algn="tl">
                    <a:srgbClr val="000000"/>
                  </a:outerShdw>
                </a:effectLst>
                <a:latin typeface="Times New Roman" panose="02020603050405020304" pitchFamily="18" charset="0"/>
                <a:ea typeface="イワタ中丸ゴシック体(GT)" charset="-128"/>
                <a:cs typeface="Angsana New" pitchFamily="18" charset="-34"/>
              </a:rPr>
              <a:t>Make a flow of work for</a:t>
            </a:r>
          </a:p>
          <a:p>
            <a:pPr eaLnBrk="1" hangingPunct="1"/>
            <a:r>
              <a:rPr lang="en-US" altLang="ja-JP" sz="1200">
                <a:solidFill>
                  <a:schemeClr val="folHlink"/>
                </a:solidFill>
                <a:effectLst>
                  <a:outerShdw blurRad="38100" dist="38100" dir="2700000" algn="tl">
                    <a:srgbClr val="000000"/>
                  </a:outerShdw>
                </a:effectLst>
                <a:latin typeface="Times New Roman" panose="02020603050405020304" pitchFamily="18" charset="0"/>
                <a:ea typeface="イワタ中丸ゴシック体(GT)" charset="-128"/>
                <a:cs typeface="Angsana New" pitchFamily="18" charset="-34"/>
              </a:rPr>
              <a:t>Confirming their own duties</a:t>
            </a:r>
          </a:p>
        </p:txBody>
      </p:sp>
      <p:sp>
        <p:nvSpPr>
          <p:cNvPr id="662548" name="Rectangle 20"/>
          <p:cNvSpPr>
            <a:spLocks noChangeArrowheads="1"/>
          </p:cNvSpPr>
          <p:nvPr/>
        </p:nvSpPr>
        <p:spPr bwMode="auto">
          <a:xfrm>
            <a:off x="7543800" y="4848225"/>
            <a:ext cx="2133600" cy="512763"/>
          </a:xfrm>
          <a:prstGeom prst="rect">
            <a:avLst/>
          </a:prstGeom>
          <a:noFill/>
          <a:ln w="9525">
            <a:solidFill>
              <a:schemeClr val="tx1"/>
            </a:solidFill>
            <a:miter lim="800000"/>
            <a:headEnd/>
            <a:tailEnd/>
          </a:ln>
          <a:effectLst/>
        </p:spPr>
        <p:txBody>
          <a:bodyPr wrap="none" anchor="ctr"/>
          <a:lstStyle/>
          <a:p>
            <a:pPr>
              <a:defRPr/>
            </a:pPr>
            <a:r>
              <a:rPr lang="en-US" altLang="ja-JP" sz="1400">
                <a:effectLst>
                  <a:outerShdw blurRad="38100" dist="38100" dir="2700000" algn="tl">
                    <a:srgbClr val="000000"/>
                  </a:outerShdw>
                </a:effectLst>
                <a:latin typeface="Times New Roman" pitchFamily="18" charset="0"/>
                <a:ea typeface="イワタ中丸ゴシック体(GT)" charset="-128"/>
                <a:cs typeface="Angsana New" pitchFamily="18" charset="-34"/>
              </a:rPr>
              <a:t>Understand the difference</a:t>
            </a:r>
          </a:p>
          <a:p>
            <a:pPr>
              <a:defRPr/>
            </a:pPr>
            <a:r>
              <a:rPr lang="en-US" altLang="ja-JP" sz="1400">
                <a:effectLst>
                  <a:outerShdw blurRad="38100" dist="38100" dir="2700000" algn="tl">
                    <a:srgbClr val="000000"/>
                  </a:outerShdw>
                </a:effectLst>
                <a:latin typeface="Times New Roman" pitchFamily="18" charset="0"/>
                <a:ea typeface="イワタ中丸ゴシック体(GT)" charset="-128"/>
                <a:cs typeface="Angsana New" pitchFamily="18" charset="-34"/>
              </a:rPr>
              <a:t>Between input and output </a:t>
            </a:r>
          </a:p>
        </p:txBody>
      </p:sp>
      <p:sp>
        <p:nvSpPr>
          <p:cNvPr id="662549" name="Rectangle 21"/>
          <p:cNvSpPr>
            <a:spLocks noChangeArrowheads="1"/>
          </p:cNvSpPr>
          <p:nvPr/>
        </p:nvSpPr>
        <p:spPr bwMode="auto">
          <a:xfrm>
            <a:off x="7543800" y="5389563"/>
            <a:ext cx="2133600" cy="512762"/>
          </a:xfrm>
          <a:prstGeom prst="rect">
            <a:avLst/>
          </a:prstGeom>
          <a:noFill/>
          <a:ln w="9525">
            <a:solidFill>
              <a:schemeClr val="tx1"/>
            </a:solidFill>
            <a:miter lim="800000"/>
            <a:headEnd/>
            <a:tailEnd/>
          </a:ln>
          <a:effectLst/>
        </p:spPr>
        <p:txBody>
          <a:bodyPr wrap="none" anchor="ctr"/>
          <a:lstStyle/>
          <a:p>
            <a:pPr>
              <a:defRPr/>
            </a:pPr>
            <a:r>
              <a:rPr lang="en-US" altLang="ja-JP" sz="1100">
                <a:effectLst>
                  <a:outerShdw blurRad="38100" dist="38100" dir="2700000" algn="tl">
                    <a:srgbClr val="000000"/>
                  </a:outerShdw>
                </a:effectLst>
                <a:latin typeface="Times New Roman" pitchFamily="18" charset="0"/>
                <a:ea typeface="イワタ中丸ゴシック体(GT)" charset="-128"/>
                <a:cs typeface="Angsana New" pitchFamily="18" charset="-34"/>
              </a:rPr>
              <a:t>For the data that is different to</a:t>
            </a:r>
          </a:p>
          <a:p>
            <a:pPr>
              <a:defRPr/>
            </a:pPr>
            <a:r>
              <a:rPr lang="en-US" altLang="ja-JP" sz="1100">
                <a:effectLst>
                  <a:outerShdw blurRad="38100" dist="38100" dir="2700000" algn="tl">
                    <a:srgbClr val="000000"/>
                  </a:outerShdw>
                </a:effectLst>
                <a:latin typeface="Times New Roman" pitchFamily="18" charset="0"/>
                <a:ea typeface="イワタ中丸ゴシック体(GT)" charset="-128"/>
                <a:cs typeface="Angsana New" pitchFamily="18" charset="-34"/>
              </a:rPr>
              <a:t>Collect, clarify the representative</a:t>
            </a:r>
          </a:p>
          <a:p>
            <a:pPr>
              <a:defRPr/>
            </a:pPr>
            <a:r>
              <a:rPr lang="en-US" altLang="ja-JP" sz="1100">
                <a:effectLst>
                  <a:outerShdw blurRad="38100" dist="38100" dir="2700000" algn="tl">
                    <a:srgbClr val="000000"/>
                  </a:outerShdw>
                </a:effectLst>
                <a:latin typeface="Times New Roman" pitchFamily="18" charset="0"/>
                <a:ea typeface="イワタ中丸ゴシック体(GT)" charset="-128"/>
                <a:cs typeface="Angsana New" pitchFamily="18" charset="-34"/>
              </a:rPr>
              <a:t>Of characteristic.</a:t>
            </a:r>
          </a:p>
        </p:txBody>
      </p:sp>
      <p:sp>
        <p:nvSpPr>
          <p:cNvPr id="662550" name="Line 22"/>
          <p:cNvSpPr>
            <a:spLocks noChangeShapeType="1"/>
          </p:cNvSpPr>
          <p:nvPr/>
        </p:nvSpPr>
        <p:spPr bwMode="auto">
          <a:xfrm>
            <a:off x="1981200" y="3886200"/>
            <a:ext cx="165100" cy="4763"/>
          </a:xfrm>
          <a:prstGeom prst="line">
            <a:avLst/>
          </a:prstGeom>
          <a:noFill/>
          <a:ln w="349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662551" name="Line 23"/>
          <p:cNvSpPr>
            <a:spLocks noChangeShapeType="1"/>
          </p:cNvSpPr>
          <p:nvPr/>
        </p:nvSpPr>
        <p:spPr bwMode="auto">
          <a:xfrm>
            <a:off x="2146300" y="2986088"/>
            <a:ext cx="0" cy="2559050"/>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662552" name="Line 24"/>
          <p:cNvSpPr>
            <a:spLocks noChangeShapeType="1"/>
          </p:cNvSpPr>
          <p:nvPr/>
        </p:nvSpPr>
        <p:spPr bwMode="auto">
          <a:xfrm flipV="1">
            <a:off x="2146300" y="2971800"/>
            <a:ext cx="139700" cy="14288"/>
          </a:xfrm>
          <a:prstGeom prst="line">
            <a:avLst/>
          </a:prstGeom>
          <a:noFill/>
          <a:ln w="285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662553" name="Line 25"/>
          <p:cNvSpPr>
            <a:spLocks noChangeShapeType="1"/>
          </p:cNvSpPr>
          <p:nvPr/>
        </p:nvSpPr>
        <p:spPr bwMode="auto">
          <a:xfrm>
            <a:off x="2146300" y="5545138"/>
            <a:ext cx="242888" cy="0"/>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662554" name="Line 26"/>
          <p:cNvSpPr>
            <a:spLocks noChangeShapeType="1"/>
          </p:cNvSpPr>
          <p:nvPr/>
        </p:nvSpPr>
        <p:spPr bwMode="auto">
          <a:xfrm>
            <a:off x="3657600" y="2971800"/>
            <a:ext cx="204788" cy="14288"/>
          </a:xfrm>
          <a:prstGeom prst="line">
            <a:avLst/>
          </a:prstGeom>
          <a:noFill/>
          <a:ln w="285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662555" name="Line 27"/>
          <p:cNvSpPr>
            <a:spLocks noChangeShapeType="1"/>
          </p:cNvSpPr>
          <p:nvPr/>
        </p:nvSpPr>
        <p:spPr bwMode="auto">
          <a:xfrm>
            <a:off x="3862388" y="2598738"/>
            <a:ext cx="246062" cy="0"/>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662556" name="Line 28"/>
          <p:cNvSpPr>
            <a:spLocks noChangeShapeType="1"/>
          </p:cNvSpPr>
          <p:nvPr/>
        </p:nvSpPr>
        <p:spPr bwMode="auto">
          <a:xfrm>
            <a:off x="3862388" y="4924425"/>
            <a:ext cx="246062" cy="0"/>
          </a:xfrm>
          <a:prstGeom prst="line">
            <a:avLst/>
          </a:prstGeom>
          <a:noFill/>
          <a:ln w="285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662557" name="Line 29"/>
          <p:cNvSpPr>
            <a:spLocks noChangeShapeType="1"/>
          </p:cNvSpPr>
          <p:nvPr/>
        </p:nvSpPr>
        <p:spPr bwMode="auto">
          <a:xfrm>
            <a:off x="3862388" y="2598738"/>
            <a:ext cx="0" cy="2325687"/>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662558" name="Line 30"/>
          <p:cNvSpPr>
            <a:spLocks noChangeShapeType="1"/>
          </p:cNvSpPr>
          <p:nvPr/>
        </p:nvSpPr>
        <p:spPr bwMode="auto">
          <a:xfrm>
            <a:off x="5335588" y="2598738"/>
            <a:ext cx="246062" cy="0"/>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662559" name="Line 31"/>
          <p:cNvSpPr>
            <a:spLocks noChangeShapeType="1"/>
          </p:cNvSpPr>
          <p:nvPr/>
        </p:nvSpPr>
        <p:spPr bwMode="auto">
          <a:xfrm>
            <a:off x="5581650" y="2135188"/>
            <a:ext cx="246063" cy="0"/>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662560" name="Line 32"/>
          <p:cNvSpPr>
            <a:spLocks noChangeShapeType="1"/>
          </p:cNvSpPr>
          <p:nvPr/>
        </p:nvSpPr>
        <p:spPr bwMode="auto">
          <a:xfrm>
            <a:off x="5581650" y="4071938"/>
            <a:ext cx="246063" cy="0"/>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662561" name="Line 33"/>
          <p:cNvSpPr>
            <a:spLocks noChangeShapeType="1"/>
          </p:cNvSpPr>
          <p:nvPr/>
        </p:nvSpPr>
        <p:spPr bwMode="auto">
          <a:xfrm>
            <a:off x="5581650" y="3297238"/>
            <a:ext cx="246063" cy="0"/>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662562" name="Line 34"/>
          <p:cNvSpPr>
            <a:spLocks noChangeShapeType="1"/>
          </p:cNvSpPr>
          <p:nvPr/>
        </p:nvSpPr>
        <p:spPr bwMode="auto">
          <a:xfrm>
            <a:off x="5581650" y="2135188"/>
            <a:ext cx="0" cy="1936750"/>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662563" name="Line 35"/>
          <p:cNvSpPr>
            <a:spLocks noChangeShapeType="1"/>
          </p:cNvSpPr>
          <p:nvPr/>
        </p:nvSpPr>
        <p:spPr bwMode="auto">
          <a:xfrm>
            <a:off x="5335588" y="4924425"/>
            <a:ext cx="246062" cy="0"/>
          </a:xfrm>
          <a:prstGeom prst="line">
            <a:avLst/>
          </a:prstGeom>
          <a:noFill/>
          <a:ln w="285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662564" name="Line 36"/>
          <p:cNvSpPr>
            <a:spLocks noChangeShapeType="1"/>
          </p:cNvSpPr>
          <p:nvPr/>
        </p:nvSpPr>
        <p:spPr bwMode="auto">
          <a:xfrm>
            <a:off x="5581650" y="4537075"/>
            <a:ext cx="246063" cy="0"/>
          </a:xfrm>
          <a:prstGeom prst="line">
            <a:avLst/>
          </a:prstGeom>
          <a:noFill/>
          <a:ln w="285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662565" name="Line 37"/>
          <p:cNvSpPr>
            <a:spLocks noChangeShapeType="1"/>
          </p:cNvSpPr>
          <p:nvPr/>
        </p:nvSpPr>
        <p:spPr bwMode="auto">
          <a:xfrm>
            <a:off x="5581650" y="5311775"/>
            <a:ext cx="246063" cy="0"/>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662566" name="Line 38"/>
          <p:cNvSpPr>
            <a:spLocks noChangeShapeType="1"/>
          </p:cNvSpPr>
          <p:nvPr/>
        </p:nvSpPr>
        <p:spPr bwMode="auto">
          <a:xfrm>
            <a:off x="5581650" y="4537075"/>
            <a:ext cx="0" cy="774700"/>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662567" name="Line 39"/>
          <p:cNvSpPr>
            <a:spLocks noChangeShapeType="1"/>
          </p:cNvSpPr>
          <p:nvPr/>
        </p:nvSpPr>
        <p:spPr bwMode="auto">
          <a:xfrm>
            <a:off x="7054850" y="2135188"/>
            <a:ext cx="246063" cy="0"/>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662568" name="Line 40"/>
          <p:cNvSpPr>
            <a:spLocks noChangeShapeType="1"/>
          </p:cNvSpPr>
          <p:nvPr/>
        </p:nvSpPr>
        <p:spPr bwMode="auto">
          <a:xfrm>
            <a:off x="7300913" y="2443163"/>
            <a:ext cx="242887" cy="0"/>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662569" name="Line 41"/>
          <p:cNvSpPr>
            <a:spLocks noChangeShapeType="1"/>
          </p:cNvSpPr>
          <p:nvPr/>
        </p:nvSpPr>
        <p:spPr bwMode="auto">
          <a:xfrm>
            <a:off x="7300913" y="1901825"/>
            <a:ext cx="242887" cy="0"/>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662570" name="Line 42"/>
          <p:cNvSpPr>
            <a:spLocks noChangeShapeType="1"/>
          </p:cNvSpPr>
          <p:nvPr/>
        </p:nvSpPr>
        <p:spPr bwMode="auto">
          <a:xfrm>
            <a:off x="7300913" y="1901825"/>
            <a:ext cx="0" cy="541338"/>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662571" name="Line 43"/>
          <p:cNvSpPr>
            <a:spLocks noChangeShapeType="1"/>
          </p:cNvSpPr>
          <p:nvPr/>
        </p:nvSpPr>
        <p:spPr bwMode="auto">
          <a:xfrm>
            <a:off x="7054850" y="3297238"/>
            <a:ext cx="246063" cy="0"/>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662572" name="Line 44"/>
          <p:cNvSpPr>
            <a:spLocks noChangeShapeType="1"/>
          </p:cNvSpPr>
          <p:nvPr/>
        </p:nvSpPr>
        <p:spPr bwMode="auto">
          <a:xfrm>
            <a:off x="7300913" y="2986088"/>
            <a:ext cx="242887" cy="0"/>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662573" name="Line 45"/>
          <p:cNvSpPr>
            <a:spLocks noChangeShapeType="1"/>
          </p:cNvSpPr>
          <p:nvPr/>
        </p:nvSpPr>
        <p:spPr bwMode="auto">
          <a:xfrm>
            <a:off x="7300913" y="3606800"/>
            <a:ext cx="242887" cy="0"/>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662574" name="Line 46"/>
          <p:cNvSpPr>
            <a:spLocks noChangeShapeType="1"/>
          </p:cNvSpPr>
          <p:nvPr/>
        </p:nvSpPr>
        <p:spPr bwMode="auto">
          <a:xfrm>
            <a:off x="7300913" y="2986088"/>
            <a:ext cx="0" cy="620712"/>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662575" name="Line 47"/>
          <p:cNvSpPr>
            <a:spLocks noChangeShapeType="1"/>
          </p:cNvSpPr>
          <p:nvPr/>
        </p:nvSpPr>
        <p:spPr bwMode="auto">
          <a:xfrm>
            <a:off x="7054850" y="4071938"/>
            <a:ext cx="488950" cy="0"/>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662576" name="Line 48"/>
          <p:cNvSpPr>
            <a:spLocks noChangeShapeType="1"/>
          </p:cNvSpPr>
          <p:nvPr/>
        </p:nvSpPr>
        <p:spPr bwMode="auto">
          <a:xfrm>
            <a:off x="7054850" y="4537075"/>
            <a:ext cx="488950" cy="0"/>
          </a:xfrm>
          <a:prstGeom prst="line">
            <a:avLst/>
          </a:prstGeom>
          <a:noFill/>
          <a:ln w="285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662577" name="Line 49"/>
          <p:cNvSpPr>
            <a:spLocks noChangeShapeType="1"/>
          </p:cNvSpPr>
          <p:nvPr/>
        </p:nvSpPr>
        <p:spPr bwMode="auto">
          <a:xfrm>
            <a:off x="7054850" y="5311775"/>
            <a:ext cx="246063" cy="0"/>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662578" name="Line 50"/>
          <p:cNvSpPr>
            <a:spLocks noChangeShapeType="1"/>
          </p:cNvSpPr>
          <p:nvPr/>
        </p:nvSpPr>
        <p:spPr bwMode="auto">
          <a:xfrm>
            <a:off x="7300913" y="5078413"/>
            <a:ext cx="242887" cy="0"/>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662579" name="Line 51"/>
          <p:cNvSpPr>
            <a:spLocks noChangeShapeType="1"/>
          </p:cNvSpPr>
          <p:nvPr/>
        </p:nvSpPr>
        <p:spPr bwMode="auto">
          <a:xfrm>
            <a:off x="7300913" y="5622925"/>
            <a:ext cx="242887" cy="0"/>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662580" name="Line 52"/>
          <p:cNvSpPr>
            <a:spLocks noChangeShapeType="1"/>
          </p:cNvSpPr>
          <p:nvPr/>
        </p:nvSpPr>
        <p:spPr bwMode="auto">
          <a:xfrm>
            <a:off x="7300913" y="5078413"/>
            <a:ext cx="0" cy="544512"/>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662581" name="Line 53"/>
          <p:cNvSpPr>
            <a:spLocks noChangeShapeType="1"/>
          </p:cNvSpPr>
          <p:nvPr/>
        </p:nvSpPr>
        <p:spPr bwMode="auto">
          <a:xfrm>
            <a:off x="3617913" y="5545138"/>
            <a:ext cx="244475" cy="0"/>
          </a:xfrm>
          <a:prstGeom prst="line">
            <a:avLst/>
          </a:prstGeom>
          <a:noFill/>
          <a:ln w="1270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662582" name="Text Box 54"/>
          <p:cNvSpPr txBox="1">
            <a:spLocks noChangeArrowheads="1"/>
          </p:cNvSpPr>
          <p:nvPr/>
        </p:nvSpPr>
        <p:spPr bwMode="auto">
          <a:xfrm>
            <a:off x="3752850" y="5429250"/>
            <a:ext cx="396875" cy="309563"/>
          </a:xfrm>
          <a:prstGeom prst="rect">
            <a:avLst/>
          </a:prstGeom>
          <a:noFill/>
          <a:ln w="9525">
            <a:noFill/>
            <a:miter lim="800000"/>
            <a:headEnd/>
            <a:tailEnd/>
          </a:ln>
          <a:effectLst/>
        </p:spPr>
        <p:txBody>
          <a:bodyPr vert="eaVert">
            <a:spAutoFit/>
          </a:bodyPr>
          <a:lstStyle/>
          <a:p>
            <a:pPr>
              <a:spcBef>
                <a:spcPct val="50000"/>
              </a:spcBef>
              <a:defRPr/>
            </a:pPr>
            <a:r>
              <a:rPr lang="ja-JP" altLang="en-US" sz="1400">
                <a:effectLst>
                  <a:outerShdw blurRad="38100" dist="38100" dir="2700000" algn="tl">
                    <a:srgbClr val="000000"/>
                  </a:outerShdw>
                </a:effectLst>
                <a:latin typeface="Times New Roman" pitchFamily="18" charset="0"/>
              </a:rPr>
              <a:t>～</a:t>
            </a:r>
            <a:endParaRPr lang="en-US" altLang="ja-JP" sz="1400">
              <a:effectLst>
                <a:outerShdw blurRad="38100" dist="38100" dir="2700000" algn="tl">
                  <a:srgbClr val="000000"/>
                </a:outerShdw>
              </a:effectLst>
              <a:latin typeface="Times New Roman" pitchFamily="18" charset="0"/>
            </a:endParaRPr>
          </a:p>
        </p:txBody>
      </p:sp>
      <p:sp>
        <p:nvSpPr>
          <p:cNvPr id="662583" name="AutoShape 55"/>
          <p:cNvSpPr>
            <a:spLocks noChangeArrowheads="1"/>
          </p:cNvSpPr>
          <p:nvPr/>
        </p:nvSpPr>
        <p:spPr bwMode="auto">
          <a:xfrm>
            <a:off x="400050" y="4432300"/>
            <a:ext cx="1673225" cy="876300"/>
          </a:xfrm>
          <a:prstGeom prst="roundRect">
            <a:avLst>
              <a:gd name="adj" fmla="val 12412"/>
            </a:avLst>
          </a:prstGeom>
          <a:noFill/>
          <a:ln w="9525">
            <a:solidFill>
              <a:schemeClr val="tx1"/>
            </a:solidFill>
            <a:round/>
            <a:headEnd/>
            <a:tailEnd/>
          </a:ln>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spcBef>
                <a:spcPct val="10000"/>
              </a:spcBef>
            </a:pPr>
            <a:r>
              <a:rPr lang="en-US" altLang="ja-JP" sz="1200">
                <a:effectLst>
                  <a:outerShdw blurRad="38100" dist="38100" dir="2700000" algn="tl">
                    <a:srgbClr val="000000"/>
                  </a:outerShdw>
                </a:effectLst>
                <a:latin typeface="Times New Roman" panose="02020603050405020304" pitchFamily="18" charset="0"/>
                <a:ea typeface="イワタ中丸ゴシック体(GT)" charset="-128"/>
                <a:cs typeface="Angsana New" pitchFamily="18" charset="-34"/>
              </a:rPr>
              <a:t>Do not change the circle </a:t>
            </a:r>
          </a:p>
          <a:p>
            <a:pPr algn="ctr" eaLnBrk="1" hangingPunct="1">
              <a:spcBef>
                <a:spcPct val="10000"/>
              </a:spcBef>
            </a:pPr>
            <a:r>
              <a:rPr lang="en-US" altLang="ja-JP" sz="1200">
                <a:effectLst>
                  <a:outerShdw blurRad="38100" dist="38100" dir="2700000" algn="tl">
                    <a:srgbClr val="000000"/>
                  </a:outerShdw>
                </a:effectLst>
                <a:latin typeface="Times New Roman" panose="02020603050405020304" pitchFamily="18" charset="0"/>
                <a:ea typeface="イワタ中丸ゴシック体(GT)" charset="-128"/>
                <a:cs typeface="Angsana New" pitchFamily="18" charset="-34"/>
              </a:rPr>
              <a:t>Structure, find out the </a:t>
            </a:r>
          </a:p>
          <a:p>
            <a:pPr algn="ctr" eaLnBrk="1" hangingPunct="1">
              <a:spcBef>
                <a:spcPct val="10000"/>
              </a:spcBef>
            </a:pPr>
            <a:r>
              <a:rPr lang="en-US" altLang="ja-JP" sz="1200">
                <a:effectLst>
                  <a:outerShdw blurRad="38100" dist="38100" dir="2700000" algn="tl">
                    <a:srgbClr val="000000"/>
                  </a:outerShdw>
                </a:effectLst>
                <a:latin typeface="Times New Roman" panose="02020603050405020304" pitchFamily="18" charset="0"/>
                <a:ea typeface="イワタ中丸ゴシック体(GT)" charset="-128"/>
                <a:cs typeface="Angsana New" pitchFamily="18" charset="-34"/>
              </a:rPr>
              <a:t>common theme</a:t>
            </a:r>
          </a:p>
        </p:txBody>
      </p:sp>
      <p:sp>
        <p:nvSpPr>
          <p:cNvPr id="662584" name="Rectangle 56"/>
          <p:cNvSpPr>
            <a:spLocks noChangeArrowheads="1"/>
          </p:cNvSpPr>
          <p:nvPr/>
        </p:nvSpPr>
        <p:spPr bwMode="auto">
          <a:xfrm>
            <a:off x="533400" y="4265613"/>
            <a:ext cx="1033463" cy="231775"/>
          </a:xfrm>
          <a:prstGeom prst="rect">
            <a:avLst/>
          </a:prstGeom>
          <a:solidFill>
            <a:srgbClr val="008000"/>
          </a:solidFill>
          <a:ln w="9525">
            <a:solidFill>
              <a:schemeClr val="tx1"/>
            </a:solidFill>
            <a:miter lim="800000"/>
            <a:headEnd/>
            <a:tailEnd/>
          </a:ln>
          <a:effectLst/>
        </p:spPr>
        <p:txBody>
          <a:bodyPr wrap="none" anchor="ctr"/>
          <a:lstStyle/>
          <a:p>
            <a:pPr algn="ctr">
              <a:defRPr/>
            </a:pPr>
            <a:r>
              <a:rPr lang="en-US" altLang="ja-JP" sz="1400">
                <a:solidFill>
                  <a:schemeClr val="folHlink"/>
                </a:solidFill>
                <a:effectLst>
                  <a:outerShdw blurRad="38100" dist="38100" dir="2700000" algn="tl">
                    <a:srgbClr val="000000"/>
                  </a:outerShdw>
                </a:effectLst>
                <a:latin typeface="Times New Roman" pitchFamily="18" charset="0"/>
                <a:ea typeface="イワタ中丸ゴシック体(GT)" charset="-128"/>
                <a:cs typeface="Angsana New" pitchFamily="18" charset="-34"/>
              </a:rPr>
              <a:t>preconditions</a:t>
            </a:r>
          </a:p>
        </p:txBody>
      </p:sp>
      <p:sp>
        <p:nvSpPr>
          <p:cNvPr id="662585" name="Text Box 57"/>
          <p:cNvSpPr txBox="1">
            <a:spLocks noChangeArrowheads="1"/>
          </p:cNvSpPr>
          <p:nvPr/>
        </p:nvSpPr>
        <p:spPr bwMode="auto">
          <a:xfrm>
            <a:off x="1562100" y="6261100"/>
            <a:ext cx="5278438" cy="244475"/>
          </a:xfrm>
          <a:prstGeom prst="rect">
            <a:avLst/>
          </a:prstGeom>
          <a:noFill/>
          <a:ln w="9525">
            <a:noFill/>
            <a:miter lim="800000"/>
            <a:headEnd/>
            <a:tailEnd/>
          </a:ln>
          <a:effectLst/>
        </p:spPr>
        <p:txBody>
          <a:bodyPr>
            <a:spAutoFit/>
          </a:bodyPr>
          <a:lstStyle/>
          <a:p>
            <a:pPr algn="ctr">
              <a:spcBef>
                <a:spcPct val="50000"/>
              </a:spcBef>
              <a:defRPr/>
            </a:pPr>
            <a:r>
              <a:rPr lang="en-US" altLang="ja-JP" sz="1000">
                <a:effectLst>
                  <a:outerShdw blurRad="38100" dist="38100" dir="2700000" algn="tl">
                    <a:srgbClr val="000000"/>
                  </a:outerShdw>
                </a:effectLst>
                <a:latin typeface="Times New Roman" pitchFamily="18" charset="0"/>
                <a:ea typeface="イワタ中丸ゴシック体(GT)" charset="-128"/>
                <a:cs typeface="Angsana New" pitchFamily="18" charset="-34"/>
              </a:rPr>
              <a:t>Chart 2.2 Tree Chart “for finding out the common factors that concern with work</a:t>
            </a:r>
          </a:p>
        </p:txBody>
      </p:sp>
      <p:sp>
        <p:nvSpPr>
          <p:cNvPr id="662586" name="Line 58"/>
          <p:cNvSpPr>
            <a:spLocks noChangeShapeType="1"/>
          </p:cNvSpPr>
          <p:nvPr/>
        </p:nvSpPr>
        <p:spPr bwMode="auto">
          <a:xfrm>
            <a:off x="6196013" y="5932488"/>
            <a:ext cx="966787" cy="163512"/>
          </a:xfrm>
          <a:prstGeom prst="line">
            <a:avLst/>
          </a:prstGeom>
          <a:noFill/>
          <a:ln w="2540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662587" name="Line 59"/>
          <p:cNvSpPr>
            <a:spLocks noChangeShapeType="1"/>
          </p:cNvSpPr>
          <p:nvPr/>
        </p:nvSpPr>
        <p:spPr bwMode="auto">
          <a:xfrm flipH="1">
            <a:off x="4476750" y="6057900"/>
            <a:ext cx="614363" cy="184150"/>
          </a:xfrm>
          <a:prstGeom prst="line">
            <a:avLst/>
          </a:prstGeom>
          <a:noFill/>
          <a:ln w="2540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662588" name="Line 60"/>
          <p:cNvSpPr>
            <a:spLocks noChangeShapeType="1"/>
          </p:cNvSpPr>
          <p:nvPr/>
        </p:nvSpPr>
        <p:spPr bwMode="auto">
          <a:xfrm flipH="1" flipV="1">
            <a:off x="1347788" y="5360988"/>
            <a:ext cx="352425" cy="541337"/>
          </a:xfrm>
          <a:prstGeom prst="line">
            <a:avLst/>
          </a:prstGeom>
          <a:noFill/>
          <a:ln w="2540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662589" name="Line 61"/>
          <p:cNvSpPr>
            <a:spLocks noChangeShapeType="1"/>
          </p:cNvSpPr>
          <p:nvPr/>
        </p:nvSpPr>
        <p:spPr bwMode="auto">
          <a:xfrm>
            <a:off x="1654175" y="2551113"/>
            <a:ext cx="614363" cy="260350"/>
          </a:xfrm>
          <a:prstGeom prst="line">
            <a:avLst/>
          </a:prstGeom>
          <a:noFill/>
          <a:ln w="2540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662590" name="Line 62"/>
          <p:cNvSpPr>
            <a:spLocks noChangeShapeType="1"/>
          </p:cNvSpPr>
          <p:nvPr/>
        </p:nvSpPr>
        <p:spPr bwMode="auto">
          <a:xfrm>
            <a:off x="3003550" y="1979613"/>
            <a:ext cx="996950" cy="444500"/>
          </a:xfrm>
          <a:prstGeom prst="line">
            <a:avLst/>
          </a:prstGeom>
          <a:noFill/>
          <a:ln w="2540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662591" name="Line 63"/>
          <p:cNvSpPr>
            <a:spLocks noChangeShapeType="1"/>
          </p:cNvSpPr>
          <p:nvPr/>
        </p:nvSpPr>
        <p:spPr bwMode="auto">
          <a:xfrm>
            <a:off x="6324600" y="1676400"/>
            <a:ext cx="1219200" cy="0"/>
          </a:xfrm>
          <a:prstGeom prst="line">
            <a:avLst/>
          </a:prstGeom>
          <a:noFill/>
          <a:ln w="2540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662592" name="Line 64"/>
          <p:cNvSpPr>
            <a:spLocks noChangeShapeType="1"/>
          </p:cNvSpPr>
          <p:nvPr/>
        </p:nvSpPr>
        <p:spPr bwMode="auto">
          <a:xfrm>
            <a:off x="2135188" y="2974975"/>
            <a:ext cx="0" cy="933450"/>
          </a:xfrm>
          <a:prstGeom prst="line">
            <a:avLst/>
          </a:prstGeom>
          <a:noFill/>
          <a:ln w="285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662593" name="Line 65"/>
          <p:cNvSpPr>
            <a:spLocks noChangeShapeType="1"/>
          </p:cNvSpPr>
          <p:nvPr/>
        </p:nvSpPr>
        <p:spPr bwMode="auto">
          <a:xfrm>
            <a:off x="3862388" y="2974975"/>
            <a:ext cx="0" cy="1962150"/>
          </a:xfrm>
          <a:prstGeom prst="line">
            <a:avLst/>
          </a:prstGeom>
          <a:noFill/>
          <a:ln w="285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662594" name="Line 66"/>
          <p:cNvSpPr>
            <a:spLocks noChangeShapeType="1"/>
          </p:cNvSpPr>
          <p:nvPr/>
        </p:nvSpPr>
        <p:spPr bwMode="auto">
          <a:xfrm>
            <a:off x="5581650" y="4524375"/>
            <a:ext cx="0" cy="412750"/>
          </a:xfrm>
          <a:prstGeom prst="line">
            <a:avLst/>
          </a:prstGeom>
          <a:noFill/>
          <a:ln w="2857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662595" name="Rectangle 67"/>
          <p:cNvSpPr>
            <a:spLocks noChangeArrowheads="1"/>
          </p:cNvSpPr>
          <p:nvPr/>
        </p:nvSpPr>
        <p:spPr bwMode="auto">
          <a:xfrm>
            <a:off x="1654175" y="1668463"/>
            <a:ext cx="1851025" cy="311150"/>
          </a:xfrm>
          <a:prstGeom prst="rect">
            <a:avLst/>
          </a:prstGeom>
          <a:solidFill>
            <a:srgbClr val="800080"/>
          </a:solidFill>
          <a:ln w="9525">
            <a:solidFill>
              <a:schemeClr val="tx1"/>
            </a:solidFill>
            <a:prstDash val="sysDot"/>
            <a:miter lim="800000"/>
            <a:headEnd/>
            <a:tailEnd/>
          </a:ln>
          <a:effectLst>
            <a:outerShdw blurRad="63500" dist="107763" dir="2700000" algn="ctr" rotWithShape="0">
              <a:schemeClr val="bg2">
                <a:alpha val="74998"/>
              </a:schemeClr>
            </a:outerShdw>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en-US" altLang="ja-JP" sz="1400">
                <a:effectLst>
                  <a:outerShdw blurRad="38100" dist="38100" dir="2700000" algn="tl">
                    <a:srgbClr val="000000"/>
                  </a:outerShdw>
                </a:effectLst>
                <a:latin typeface="Times New Roman" panose="02020603050405020304" pitchFamily="18" charset="0"/>
                <a:ea typeface="イワタ中丸ゴシック体(GT)" charset="-128"/>
              </a:rPr>
              <a:t>Fill out 1 card : 1 idea</a:t>
            </a:r>
          </a:p>
        </p:txBody>
      </p:sp>
      <p:sp>
        <p:nvSpPr>
          <p:cNvPr id="662596" name="Rectangle 68"/>
          <p:cNvSpPr>
            <a:spLocks noChangeArrowheads="1"/>
          </p:cNvSpPr>
          <p:nvPr/>
        </p:nvSpPr>
        <p:spPr bwMode="auto">
          <a:xfrm>
            <a:off x="415925" y="2239963"/>
            <a:ext cx="3097213" cy="311150"/>
          </a:xfrm>
          <a:prstGeom prst="rect">
            <a:avLst/>
          </a:prstGeom>
          <a:solidFill>
            <a:srgbClr val="800080"/>
          </a:solidFill>
          <a:ln w="9525">
            <a:solidFill>
              <a:schemeClr val="tx1"/>
            </a:solidFill>
            <a:prstDash val="sysDot"/>
            <a:miter lim="800000"/>
            <a:headEnd/>
            <a:tailEnd/>
          </a:ln>
          <a:effectLst>
            <a:outerShdw blurRad="63500" dist="107763" dir="2700000" algn="ctr" rotWithShape="0">
              <a:schemeClr val="bg2">
                <a:alpha val="74998"/>
              </a:schemeClr>
            </a:outerShdw>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en-US" altLang="ja-JP" sz="1200">
                <a:effectLst>
                  <a:outerShdw blurRad="38100" dist="38100" dir="2700000" algn="tl">
                    <a:srgbClr val="000000"/>
                  </a:outerShdw>
                </a:effectLst>
                <a:latin typeface="Times New Roman" panose="02020603050405020304" pitchFamily="18" charset="0"/>
                <a:ea typeface="イワタ中丸ゴシック体(GT)" charset="-128"/>
                <a:cs typeface="Angsana New" pitchFamily="18" charset="-34"/>
              </a:rPr>
              <a:t>Enclose the selected the means with thick line</a:t>
            </a:r>
          </a:p>
        </p:txBody>
      </p:sp>
      <p:sp>
        <p:nvSpPr>
          <p:cNvPr id="662597" name="Rectangle 69"/>
          <p:cNvSpPr>
            <a:spLocks noChangeArrowheads="1"/>
          </p:cNvSpPr>
          <p:nvPr/>
        </p:nvSpPr>
        <p:spPr bwMode="auto">
          <a:xfrm>
            <a:off x="4108450" y="1474788"/>
            <a:ext cx="2216150" cy="311150"/>
          </a:xfrm>
          <a:prstGeom prst="rect">
            <a:avLst/>
          </a:prstGeom>
          <a:solidFill>
            <a:srgbClr val="800080"/>
          </a:solidFill>
          <a:ln w="9525">
            <a:solidFill>
              <a:schemeClr val="tx1"/>
            </a:solidFill>
            <a:prstDash val="sysDot"/>
            <a:miter lim="800000"/>
            <a:headEnd/>
            <a:tailEnd/>
          </a:ln>
          <a:effectLst>
            <a:outerShdw blurRad="63500" dist="107763" dir="2700000" algn="ctr" rotWithShape="0">
              <a:schemeClr val="bg2">
                <a:alpha val="74998"/>
              </a:schemeClr>
            </a:outerShdw>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en-US" altLang="ja-JP" sz="1600">
                <a:effectLst>
                  <a:outerShdw blurRad="38100" dist="38100" dir="2700000" algn="tl">
                    <a:srgbClr val="000000"/>
                  </a:outerShdw>
                </a:effectLst>
                <a:latin typeface="Times New Roman" panose="02020603050405020304" pitchFamily="18" charset="0"/>
                <a:ea typeface="イワタ中丸ゴシック体(GT)" charset="-128"/>
              </a:rPr>
              <a:t>Write subject + predicate</a:t>
            </a:r>
          </a:p>
        </p:txBody>
      </p:sp>
      <p:sp>
        <p:nvSpPr>
          <p:cNvPr id="662598" name="Rectangle 70"/>
          <p:cNvSpPr>
            <a:spLocks noChangeArrowheads="1"/>
          </p:cNvSpPr>
          <p:nvPr/>
        </p:nvSpPr>
        <p:spPr bwMode="auto">
          <a:xfrm>
            <a:off x="549275" y="5902325"/>
            <a:ext cx="2674938" cy="309563"/>
          </a:xfrm>
          <a:prstGeom prst="rect">
            <a:avLst/>
          </a:prstGeom>
          <a:solidFill>
            <a:srgbClr val="800080"/>
          </a:solidFill>
          <a:ln w="9525">
            <a:solidFill>
              <a:schemeClr val="tx1"/>
            </a:solidFill>
            <a:prstDash val="sysDot"/>
            <a:miter lim="800000"/>
            <a:headEnd/>
            <a:tailEnd/>
          </a:ln>
          <a:effectLst>
            <a:outerShdw blurRad="63500" dist="107763" dir="2700000" algn="ctr" rotWithShape="0">
              <a:schemeClr val="bg2">
                <a:alpha val="74998"/>
              </a:schemeClr>
            </a:outerShdw>
          </a:effectLst>
        </p:spPr>
        <p:txBody>
          <a:bodyPr wrap="none" anchor="ctr"/>
          <a:lstStyle/>
          <a:p>
            <a:pPr algn="ctr">
              <a:defRPr/>
            </a:pPr>
            <a:r>
              <a:rPr lang="en-US" altLang="ja-JP" sz="1600">
                <a:effectLst>
                  <a:outerShdw blurRad="38100" dist="38100" dir="2700000" algn="tl">
                    <a:srgbClr val="000000"/>
                  </a:outerShdw>
                </a:effectLst>
                <a:latin typeface="Times New Roman" pitchFamily="18" charset="0"/>
                <a:ea typeface="イワタ中丸ゴシック体(GT)" charset="-128"/>
              </a:rPr>
              <a:t>Enter a limited condition</a:t>
            </a:r>
          </a:p>
        </p:txBody>
      </p:sp>
      <p:sp>
        <p:nvSpPr>
          <p:cNvPr id="662599" name="Rectangle 71"/>
          <p:cNvSpPr>
            <a:spLocks noChangeArrowheads="1"/>
          </p:cNvSpPr>
          <p:nvPr/>
        </p:nvSpPr>
        <p:spPr bwMode="auto">
          <a:xfrm>
            <a:off x="4062413" y="5748338"/>
            <a:ext cx="2117725" cy="309562"/>
          </a:xfrm>
          <a:prstGeom prst="rect">
            <a:avLst/>
          </a:prstGeom>
          <a:solidFill>
            <a:srgbClr val="800080"/>
          </a:solidFill>
          <a:ln w="9525">
            <a:solidFill>
              <a:schemeClr val="tx1"/>
            </a:solidFill>
            <a:prstDash val="sysDot"/>
            <a:miter lim="800000"/>
            <a:headEnd/>
            <a:tailEnd/>
          </a:ln>
          <a:effectLst>
            <a:outerShdw blurRad="63500" dist="107763" dir="2700000" algn="ctr" rotWithShape="0">
              <a:schemeClr val="bg2">
                <a:alpha val="74998"/>
              </a:schemeClr>
            </a:outerShdw>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en-US" altLang="ja-JP" sz="1400">
                <a:effectLst>
                  <a:outerShdw blurRad="38100" dist="38100" dir="2700000" algn="tl">
                    <a:srgbClr val="000000"/>
                  </a:outerShdw>
                </a:effectLst>
                <a:latin typeface="Times New Roman" panose="02020603050405020304" pitchFamily="18" charset="0"/>
                <a:ea typeface="イワタ中丸ゴシック体(GT)" charset="-128"/>
              </a:rPr>
              <a:t>Enter the necessary items</a:t>
            </a:r>
          </a:p>
        </p:txBody>
      </p:sp>
      <p:sp>
        <p:nvSpPr>
          <p:cNvPr id="662601" name="AutoShape 73"/>
          <p:cNvSpPr>
            <a:spLocks noChangeArrowheads="1"/>
          </p:cNvSpPr>
          <p:nvPr/>
        </p:nvSpPr>
        <p:spPr bwMode="auto">
          <a:xfrm>
            <a:off x="1784350" y="0"/>
            <a:ext cx="6408738" cy="620713"/>
          </a:xfrm>
          <a:prstGeom prst="roundRect">
            <a:avLst>
              <a:gd name="adj" fmla="val 16667"/>
            </a:avLst>
          </a:prstGeom>
          <a:solidFill>
            <a:srgbClr val="008000"/>
          </a:solidFill>
          <a:ln w="9525">
            <a:solidFill>
              <a:schemeClr val="tx1"/>
            </a:solidFill>
            <a:round/>
            <a:headEnd/>
            <a:tailEnd/>
          </a:ln>
          <a:effectLst>
            <a:outerShdw dist="107763" dir="2700000" algn="ctr" rotWithShape="0">
              <a:schemeClr val="bg2">
                <a:alpha val="74997"/>
              </a:schemeClr>
            </a:outerShdw>
          </a:effectLst>
        </p:spPr>
        <p:txBody>
          <a:bodyPr wrap="none"/>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en-US" altLang="ja-JP">
                <a:effectLst>
                  <a:outerShdw blurRad="38100" dist="38100" dir="2700000" algn="tl">
                    <a:srgbClr val="000000"/>
                  </a:outerShdw>
                </a:effectLst>
                <a:latin typeface="Times New Roman" panose="02020603050405020304" pitchFamily="18" charset="0"/>
              </a:rPr>
              <a:t>How to create QC tools</a:t>
            </a:r>
            <a:r>
              <a:rPr lang="ja-JP" altLang="en-US">
                <a:effectLst>
                  <a:outerShdw blurRad="38100" dist="38100" dir="2700000" algn="tl">
                    <a:srgbClr val="000000"/>
                  </a:outerShdw>
                </a:effectLst>
                <a:latin typeface="Times New Roman" panose="02020603050405020304" pitchFamily="18" charset="0"/>
              </a:rPr>
              <a:t>（</a:t>
            </a:r>
            <a:r>
              <a:rPr lang="en-US" altLang="ja-JP">
                <a:effectLst>
                  <a:outerShdw blurRad="38100" dist="38100" dir="2700000" algn="tl">
                    <a:srgbClr val="000000"/>
                  </a:outerShdw>
                </a:effectLst>
                <a:latin typeface="Times New Roman" panose="02020603050405020304" pitchFamily="18" charset="0"/>
              </a:rPr>
              <a:t>N</a:t>
            </a:r>
            <a:r>
              <a:rPr lang="ja-JP" altLang="en-US">
                <a:effectLst>
                  <a:outerShdw blurRad="38100" dist="38100" dir="2700000" algn="tl">
                    <a:srgbClr val="000000"/>
                  </a:outerShdw>
                </a:effectLst>
                <a:latin typeface="Times New Roman" panose="02020603050405020304" pitchFamily="18" charset="0"/>
              </a:rPr>
              <a:t>７</a:t>
            </a:r>
            <a:r>
              <a:rPr lang="en-US" altLang="ja-JP">
                <a:effectLst>
                  <a:outerShdw blurRad="38100" dist="38100" dir="2700000" algn="tl">
                    <a:srgbClr val="000000"/>
                  </a:outerShdw>
                </a:effectLst>
                <a:latin typeface="Times New Roman" panose="02020603050405020304" pitchFamily="18" charset="0"/>
              </a:rPr>
              <a:t>) (2)</a:t>
            </a:r>
          </a:p>
          <a:p>
            <a:pPr algn="ctr" eaLnBrk="1" hangingPunct="1"/>
            <a:endParaRPr lang="en-US" altLang="ja-JP">
              <a:effectLst>
                <a:outerShdw blurRad="38100" dist="38100" dir="2700000" algn="tl">
                  <a:srgbClr val="000000"/>
                </a:outerShdw>
              </a:effectLst>
              <a:latin typeface="Times New Roman" panose="02020603050405020304" pitchFamily="18" charset="0"/>
              <a:ea typeface="HG丸ｺﾞｼｯｸM-PRO" pitchFamily="50" charset="-128"/>
              <a:cs typeface="Angsana New" pitchFamily="18" charset="-34"/>
            </a:endParaRPr>
          </a:p>
        </p:txBody>
      </p:sp>
      <p:sp>
        <p:nvSpPr>
          <p:cNvPr id="662602" name="Text Box 74"/>
          <p:cNvSpPr txBox="1">
            <a:spLocks noChangeArrowheads="1"/>
          </p:cNvSpPr>
          <p:nvPr/>
        </p:nvSpPr>
        <p:spPr bwMode="auto">
          <a:xfrm>
            <a:off x="7100888" y="6016625"/>
            <a:ext cx="2270125" cy="396875"/>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1000">
                <a:effectLst>
                  <a:outerShdw blurRad="38100" dist="38100" dir="2700000" algn="tl">
                    <a:srgbClr val="000000"/>
                  </a:outerShdw>
                </a:effectLst>
                <a:latin typeface="Times New Roman" panose="02020603050405020304" pitchFamily="18" charset="0"/>
              </a:rPr>
              <a:t>Creation date : ..year..month.. day…</a:t>
            </a:r>
          </a:p>
          <a:p>
            <a:pPr eaLnBrk="1" hangingPunct="1"/>
            <a:r>
              <a:rPr lang="en-US" altLang="ja-JP" sz="1000">
                <a:effectLst>
                  <a:outerShdw blurRad="38100" dist="38100" dir="2700000" algn="tl">
                    <a:srgbClr val="000000"/>
                  </a:outerShdw>
                </a:effectLst>
                <a:latin typeface="Times New Roman" panose="02020603050405020304" pitchFamily="18" charset="0"/>
              </a:rPr>
              <a:t> Creator : Kubota</a:t>
            </a:r>
          </a:p>
        </p:txBody>
      </p:sp>
      <p:sp>
        <p:nvSpPr>
          <p:cNvPr id="662533" name="Rectangle 5"/>
          <p:cNvSpPr>
            <a:spLocks noChangeArrowheads="1"/>
          </p:cNvSpPr>
          <p:nvPr/>
        </p:nvSpPr>
        <p:spPr bwMode="auto">
          <a:xfrm>
            <a:off x="2216150" y="2752725"/>
            <a:ext cx="1514475" cy="515938"/>
          </a:xfrm>
          <a:prstGeom prst="rect">
            <a:avLst/>
          </a:prstGeom>
          <a:solidFill>
            <a:srgbClr val="008000"/>
          </a:solidFill>
          <a:ln w="28575">
            <a:solidFill>
              <a:schemeClr val="tx1"/>
            </a:solidFill>
            <a:miter lim="800000"/>
            <a:headEnd/>
            <a:tailEnd/>
          </a:ln>
          <a:effectLst/>
        </p:spPr>
        <p:txBody>
          <a:bodyPr wrap="none" lIns="0" rIns="0" anchor="ctr"/>
          <a:lstStyle/>
          <a:p>
            <a:pPr>
              <a:defRPr/>
            </a:pPr>
            <a:r>
              <a:rPr lang="en-US" altLang="ja-JP" sz="1200">
                <a:solidFill>
                  <a:schemeClr val="folHlink"/>
                </a:solidFill>
                <a:effectLst>
                  <a:outerShdw blurRad="38100" dist="38100" dir="2700000" algn="tl">
                    <a:srgbClr val="000000"/>
                  </a:outerShdw>
                </a:effectLst>
                <a:latin typeface="Times New Roman" pitchFamily="18" charset="0"/>
                <a:cs typeface="Angsana New" pitchFamily="18" charset="-34"/>
              </a:rPr>
              <a:t>Clarify the purpose of</a:t>
            </a:r>
          </a:p>
          <a:p>
            <a:pPr>
              <a:defRPr/>
            </a:pPr>
            <a:r>
              <a:rPr lang="en-US" altLang="ja-JP" sz="1200">
                <a:solidFill>
                  <a:schemeClr val="folHlink"/>
                </a:solidFill>
                <a:effectLst>
                  <a:outerShdw blurRad="38100" dist="38100" dir="2700000" algn="tl">
                    <a:srgbClr val="000000"/>
                  </a:outerShdw>
                </a:effectLst>
                <a:latin typeface="Times New Roman" pitchFamily="18" charset="0"/>
                <a:cs typeface="Angsana New" pitchFamily="18" charset="-34"/>
              </a:rPr>
              <a:t>workplace function</a:t>
            </a:r>
            <a:endParaRPr lang="en-US" altLang="ja-JP" sz="1400">
              <a:solidFill>
                <a:schemeClr val="folHlink"/>
              </a:solidFill>
              <a:effectLst>
                <a:outerShdw blurRad="38100" dist="38100" dir="2700000" algn="tl">
                  <a:srgbClr val="000000"/>
                </a:outerShdw>
              </a:effectLst>
              <a:latin typeface="Times New Roman" pitchFamily="18" charset="0"/>
              <a:cs typeface="Angsana New" pitchFamily="18" charset="-34"/>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2290" name="Text Box 2"/>
          <p:cNvSpPr txBox="1">
            <a:spLocks noChangeArrowheads="1"/>
          </p:cNvSpPr>
          <p:nvPr/>
        </p:nvSpPr>
        <p:spPr bwMode="auto">
          <a:xfrm>
            <a:off x="128588" y="836613"/>
            <a:ext cx="3429000" cy="349250"/>
          </a:xfrm>
          <a:prstGeom prst="rect">
            <a:avLst/>
          </a:prstGeom>
          <a:solidFill>
            <a:srgbClr val="008000"/>
          </a:solidFill>
          <a:ln w="12700">
            <a:solidFill>
              <a:schemeClr val="tx1"/>
            </a:solidFill>
            <a:miter lim="800000"/>
            <a:headEnd/>
            <a:tailEnd/>
          </a:ln>
          <a:effectLst>
            <a:outerShdw blurRad="63500" dist="107763" dir="2700000" algn="ctr" rotWithShape="0">
              <a:schemeClr val="bg2">
                <a:alpha val="74998"/>
              </a:schemeClr>
            </a:outerShdw>
          </a:effectLst>
        </p:spPr>
        <p:txBody>
          <a:bodyPr>
            <a:spAutoFit/>
          </a:bodyPr>
          <a:lstStyle/>
          <a:p>
            <a:pPr algn="ctr">
              <a:spcBef>
                <a:spcPct val="50000"/>
              </a:spcBef>
              <a:defRPr/>
            </a:pPr>
            <a:r>
              <a:rPr lang="en-US" altLang="ja-JP" sz="1600">
                <a:effectLst>
                  <a:outerShdw blurRad="38100" dist="38100" dir="2700000" algn="tl">
                    <a:srgbClr val="000000"/>
                  </a:outerShdw>
                </a:effectLst>
                <a:latin typeface="Times New Roman" pitchFamily="18" charset="0"/>
              </a:rPr>
              <a:t>(3) Matrix Diagram</a:t>
            </a:r>
            <a:endParaRPr lang="en-US" altLang="ja-JP" sz="2000">
              <a:effectLst>
                <a:outerShdw blurRad="38100" dist="38100" dir="2700000" algn="tl">
                  <a:srgbClr val="000000"/>
                </a:outerShdw>
              </a:effectLst>
              <a:latin typeface="Times New Roman" pitchFamily="18" charset="0"/>
              <a:cs typeface="Angsana New" pitchFamily="18" charset="-34"/>
            </a:endParaRPr>
          </a:p>
        </p:txBody>
      </p:sp>
      <p:grpSp>
        <p:nvGrpSpPr>
          <p:cNvPr id="56323" name="Group 3"/>
          <p:cNvGrpSpPr>
            <a:grpSpLocks/>
          </p:cNvGrpSpPr>
          <p:nvPr/>
        </p:nvGrpSpPr>
        <p:grpSpPr bwMode="auto">
          <a:xfrm>
            <a:off x="273050" y="1268413"/>
            <a:ext cx="9372600" cy="5334000"/>
            <a:chOff x="192" y="816"/>
            <a:chExt cx="5904" cy="3360"/>
          </a:xfrm>
        </p:grpSpPr>
        <p:sp>
          <p:nvSpPr>
            <p:cNvPr id="56326" name="AutoShape 4"/>
            <p:cNvSpPr>
              <a:spLocks noChangeArrowheads="1"/>
            </p:cNvSpPr>
            <p:nvPr/>
          </p:nvSpPr>
          <p:spPr bwMode="auto">
            <a:xfrm>
              <a:off x="192" y="816"/>
              <a:ext cx="5904" cy="3360"/>
            </a:xfrm>
            <a:prstGeom prst="roundRect">
              <a:avLst>
                <a:gd name="adj" fmla="val 1514"/>
              </a:avLst>
            </a:prstGeom>
            <a:solidFill>
              <a:schemeClr val="bg1"/>
            </a:solidFill>
            <a:ln w="9525">
              <a:solidFill>
                <a:schemeClr val="tx1"/>
              </a:solidFill>
              <a:round/>
              <a:headEnd/>
              <a:tailEnd/>
            </a:ln>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endParaRPr lang="th-TH" altLang="ms-MY" sz="1400">
                <a:latin typeface="Times New Roman" panose="02020603050405020304" pitchFamily="18" charset="0"/>
              </a:endParaRPr>
            </a:p>
          </p:txBody>
        </p:sp>
        <p:grpSp>
          <p:nvGrpSpPr>
            <p:cNvPr id="56327" name="Group 5"/>
            <p:cNvGrpSpPr>
              <a:grpSpLocks/>
            </p:cNvGrpSpPr>
            <p:nvPr/>
          </p:nvGrpSpPr>
          <p:grpSpPr bwMode="auto">
            <a:xfrm>
              <a:off x="3401" y="1227"/>
              <a:ext cx="269" cy="187"/>
              <a:chOff x="3369" y="2211"/>
              <a:chExt cx="168" cy="204"/>
            </a:xfrm>
          </p:grpSpPr>
          <p:grpSp>
            <p:nvGrpSpPr>
              <p:cNvPr id="56536" name="Group 6"/>
              <p:cNvGrpSpPr>
                <a:grpSpLocks/>
              </p:cNvGrpSpPr>
              <p:nvPr/>
            </p:nvGrpSpPr>
            <p:grpSpPr bwMode="auto">
              <a:xfrm>
                <a:off x="3369" y="2211"/>
                <a:ext cx="165" cy="204"/>
                <a:chOff x="3264" y="1968"/>
                <a:chExt cx="165" cy="204"/>
              </a:xfrm>
            </p:grpSpPr>
            <p:sp>
              <p:nvSpPr>
                <p:cNvPr id="652295" name="Oval 7"/>
                <p:cNvSpPr>
                  <a:spLocks noChangeArrowheads="1"/>
                </p:cNvSpPr>
                <p:nvPr/>
              </p:nvSpPr>
              <p:spPr bwMode="auto">
                <a:xfrm>
                  <a:off x="3312" y="2016"/>
                  <a:ext cx="117" cy="117"/>
                </a:xfrm>
                <a:prstGeom prst="ellipse">
                  <a:avLst/>
                </a:prstGeom>
                <a:solidFill>
                  <a:schemeClr val="tx1"/>
                </a:solidFill>
                <a:ln w="9525">
                  <a:solidFill>
                    <a:schemeClr val="tx1"/>
                  </a:solidFill>
                  <a:round/>
                  <a:headEnd/>
                  <a:tailEnd/>
                </a:ln>
                <a:effectLst/>
              </p:spPr>
              <p:txBody>
                <a:bodyPr wrap="none" anchor="ctr"/>
                <a:lstStyle/>
                <a:p>
                  <a:pPr>
                    <a:defRPr/>
                  </a:pPr>
                  <a:endParaRPr lang="en-US">
                    <a:effectLst>
                      <a:outerShdw blurRad="38100" dist="38100" dir="2700000" algn="tl">
                        <a:srgbClr val="C0C0C0"/>
                      </a:outerShdw>
                    </a:effectLst>
                  </a:endParaRPr>
                </a:p>
              </p:txBody>
            </p:sp>
            <p:sp>
              <p:nvSpPr>
                <p:cNvPr id="652296" name="Rectangle 8"/>
                <p:cNvSpPr>
                  <a:spLocks noChangeArrowheads="1"/>
                </p:cNvSpPr>
                <p:nvPr/>
              </p:nvSpPr>
              <p:spPr bwMode="auto">
                <a:xfrm>
                  <a:off x="3264" y="1968"/>
                  <a:ext cx="108" cy="204"/>
                </a:xfrm>
                <a:prstGeom prst="rect">
                  <a:avLst/>
                </a:prstGeom>
                <a:solidFill>
                  <a:schemeClr val="bg1"/>
                </a:solidFill>
                <a:ln w="9525">
                  <a:no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grpSp>
          <p:sp>
            <p:nvSpPr>
              <p:cNvPr id="652297" name="Oval 9"/>
              <p:cNvSpPr>
                <a:spLocks noChangeArrowheads="1"/>
              </p:cNvSpPr>
              <p:nvPr/>
            </p:nvSpPr>
            <p:spPr bwMode="auto">
              <a:xfrm>
                <a:off x="3420" y="2259"/>
                <a:ext cx="117" cy="117"/>
              </a:xfrm>
              <a:prstGeom prst="ellips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grpSp>
        <p:sp>
          <p:nvSpPr>
            <p:cNvPr id="652298" name="Text Box 10"/>
            <p:cNvSpPr txBox="1">
              <a:spLocks noChangeArrowheads="1"/>
            </p:cNvSpPr>
            <p:nvPr/>
          </p:nvSpPr>
          <p:spPr bwMode="auto">
            <a:xfrm>
              <a:off x="2366" y="1213"/>
              <a:ext cx="384" cy="192"/>
            </a:xfrm>
            <a:prstGeom prst="rect">
              <a:avLst/>
            </a:prstGeom>
            <a:noFill/>
            <a:ln w="9525">
              <a:noFill/>
              <a:miter lim="800000"/>
              <a:headEnd/>
              <a:tailEnd/>
            </a:ln>
            <a:effectLst/>
          </p:spPr>
          <p:txBody>
            <a:bodyPr>
              <a:spAutoFit/>
            </a:bodyPr>
            <a:lstStyle/>
            <a:p>
              <a:pPr>
                <a:spcBef>
                  <a:spcPct val="50000"/>
                </a:spcBef>
                <a:defRPr/>
              </a:pPr>
              <a:r>
                <a:rPr lang="en-US" altLang="ja-JP" sz="1400">
                  <a:effectLst>
                    <a:outerShdw blurRad="38100" dist="38100" dir="2700000" algn="tl">
                      <a:srgbClr val="000000"/>
                    </a:outerShdw>
                  </a:effectLst>
                  <a:latin typeface="Times New Roman" pitchFamily="18" charset="0"/>
                </a:rPr>
                <a:t>●</a:t>
              </a:r>
            </a:p>
          </p:txBody>
        </p:sp>
        <p:sp>
          <p:nvSpPr>
            <p:cNvPr id="652299" name="Text Box 11"/>
            <p:cNvSpPr txBox="1">
              <a:spLocks noChangeArrowheads="1"/>
            </p:cNvSpPr>
            <p:nvPr/>
          </p:nvSpPr>
          <p:spPr bwMode="auto">
            <a:xfrm>
              <a:off x="4399" y="1216"/>
              <a:ext cx="407" cy="192"/>
            </a:xfrm>
            <a:prstGeom prst="rect">
              <a:avLst/>
            </a:prstGeom>
            <a:noFill/>
            <a:ln w="9525">
              <a:noFill/>
              <a:miter lim="800000"/>
              <a:headEnd/>
              <a:tailEnd/>
            </a:ln>
            <a:effectLst/>
          </p:spPr>
          <p:txBody>
            <a:bodyPr>
              <a:spAutoFit/>
            </a:bodyPr>
            <a:lstStyle/>
            <a:p>
              <a:pPr>
                <a:spcBef>
                  <a:spcPct val="50000"/>
                </a:spcBef>
                <a:defRPr/>
              </a:pPr>
              <a:r>
                <a:rPr lang="en-US" altLang="ja-JP" sz="1400">
                  <a:effectLst>
                    <a:outerShdw blurRad="38100" dist="38100" dir="2700000" algn="tl">
                      <a:srgbClr val="000000"/>
                    </a:outerShdw>
                  </a:effectLst>
                  <a:latin typeface="Times New Roman" pitchFamily="18" charset="0"/>
                </a:rPr>
                <a:t>○</a:t>
              </a:r>
            </a:p>
          </p:txBody>
        </p:sp>
        <p:sp>
          <p:nvSpPr>
            <p:cNvPr id="652300" name="Text Box 12"/>
            <p:cNvSpPr txBox="1">
              <a:spLocks noChangeArrowheads="1"/>
            </p:cNvSpPr>
            <p:nvPr/>
          </p:nvSpPr>
          <p:spPr bwMode="auto">
            <a:xfrm>
              <a:off x="2625" y="1237"/>
              <a:ext cx="845" cy="173"/>
            </a:xfrm>
            <a:prstGeom prst="rect">
              <a:avLst/>
            </a:prstGeom>
            <a:noFill/>
            <a:ln w="9525">
              <a:noFill/>
              <a:miter lim="800000"/>
              <a:headEnd/>
              <a:tailEnd/>
            </a:ln>
            <a:effectLst/>
          </p:spPr>
          <p:txBody>
            <a:bodyPr>
              <a:spAutoFit/>
            </a:bodyPr>
            <a:lstStyle/>
            <a:p>
              <a:pPr>
                <a:spcBef>
                  <a:spcPct val="50000"/>
                </a:spcBef>
                <a:defRPr/>
              </a:pPr>
              <a:r>
                <a:rPr lang="en-US" altLang="ja-JP" sz="1200">
                  <a:effectLst>
                    <a:outerShdw blurRad="38100" dist="38100" dir="2700000" algn="tl">
                      <a:srgbClr val="000000"/>
                    </a:outerShdw>
                  </a:effectLst>
                  <a:latin typeface="Times New Roman" pitchFamily="18" charset="0"/>
                  <a:ea typeface="イワタ中丸ゴシック体(GT)" charset="-128"/>
                </a:rPr>
                <a:t>Finished training</a:t>
              </a:r>
            </a:p>
          </p:txBody>
        </p:sp>
        <p:sp>
          <p:nvSpPr>
            <p:cNvPr id="652301" name="Text Box 13"/>
            <p:cNvSpPr txBox="1">
              <a:spLocks noChangeArrowheads="1"/>
            </p:cNvSpPr>
            <p:nvPr/>
          </p:nvSpPr>
          <p:spPr bwMode="auto">
            <a:xfrm>
              <a:off x="3648" y="1237"/>
              <a:ext cx="843" cy="192"/>
            </a:xfrm>
            <a:prstGeom prst="rect">
              <a:avLst/>
            </a:prstGeom>
            <a:noFill/>
            <a:ln w="9525">
              <a:noFill/>
              <a:miter lim="800000"/>
              <a:headEnd/>
              <a:tailEnd/>
            </a:ln>
            <a:effectLst/>
          </p:spPr>
          <p:txBody>
            <a:bodyPr>
              <a:spAutoFit/>
            </a:bodyPr>
            <a:lstStyle/>
            <a:p>
              <a:pPr>
                <a:spcBef>
                  <a:spcPct val="50000"/>
                </a:spcBef>
                <a:defRPr/>
              </a:pPr>
              <a:r>
                <a:rPr lang="en-US" altLang="ja-JP" sz="1400">
                  <a:effectLst>
                    <a:outerShdw blurRad="38100" dist="38100" dir="2700000" algn="tl">
                      <a:srgbClr val="000000"/>
                    </a:outerShdw>
                  </a:effectLst>
                  <a:latin typeface="Times New Roman" pitchFamily="18" charset="0"/>
                  <a:ea typeface="イワタ中丸ゴシック体(GT)" charset="-128"/>
                </a:rPr>
                <a:t>Under training</a:t>
              </a:r>
            </a:p>
          </p:txBody>
        </p:sp>
        <p:sp>
          <p:nvSpPr>
            <p:cNvPr id="652302" name="Text Box 14"/>
            <p:cNvSpPr txBox="1">
              <a:spLocks noChangeArrowheads="1"/>
            </p:cNvSpPr>
            <p:nvPr/>
          </p:nvSpPr>
          <p:spPr bwMode="auto">
            <a:xfrm>
              <a:off x="4662" y="1237"/>
              <a:ext cx="844" cy="250"/>
            </a:xfrm>
            <a:prstGeom prst="rect">
              <a:avLst/>
            </a:prstGeom>
            <a:noFill/>
            <a:ln w="9525">
              <a:noFill/>
              <a:miter lim="800000"/>
              <a:headEnd/>
              <a:tailEnd/>
            </a:ln>
            <a:effectLst/>
          </p:spPr>
          <p:txBody>
            <a:bodyPr>
              <a:spAutoFit/>
            </a:bodyPr>
            <a:lstStyle/>
            <a:p>
              <a:pPr>
                <a:spcBef>
                  <a:spcPct val="50000"/>
                </a:spcBef>
                <a:defRPr/>
              </a:pPr>
              <a:r>
                <a:rPr lang="en-US" altLang="ja-JP" sz="2000">
                  <a:effectLst>
                    <a:outerShdw blurRad="38100" dist="38100" dir="2700000" algn="tl">
                      <a:srgbClr val="000000"/>
                    </a:outerShdw>
                  </a:effectLst>
                  <a:latin typeface="Times New Roman" pitchFamily="18" charset="0"/>
                  <a:ea typeface="イワタ中丸ゴシック体(GT)" charset="-128"/>
                </a:rPr>
                <a:t>schedule</a:t>
              </a:r>
            </a:p>
          </p:txBody>
        </p:sp>
        <p:grpSp>
          <p:nvGrpSpPr>
            <p:cNvPr id="56333" name="Group 15"/>
            <p:cNvGrpSpPr>
              <a:grpSpLocks/>
            </p:cNvGrpSpPr>
            <p:nvPr/>
          </p:nvGrpSpPr>
          <p:grpSpPr bwMode="auto">
            <a:xfrm>
              <a:off x="4943" y="2724"/>
              <a:ext cx="268" cy="188"/>
              <a:chOff x="3369" y="2211"/>
              <a:chExt cx="168" cy="204"/>
            </a:xfrm>
          </p:grpSpPr>
          <p:grpSp>
            <p:nvGrpSpPr>
              <p:cNvPr id="56532" name="Group 16"/>
              <p:cNvGrpSpPr>
                <a:grpSpLocks/>
              </p:cNvGrpSpPr>
              <p:nvPr/>
            </p:nvGrpSpPr>
            <p:grpSpPr bwMode="auto">
              <a:xfrm>
                <a:off x="3369" y="2211"/>
                <a:ext cx="165" cy="204"/>
                <a:chOff x="3264" y="1968"/>
                <a:chExt cx="165" cy="204"/>
              </a:xfrm>
            </p:grpSpPr>
            <p:sp>
              <p:nvSpPr>
                <p:cNvPr id="652305" name="Oval 17"/>
                <p:cNvSpPr>
                  <a:spLocks noChangeArrowheads="1"/>
                </p:cNvSpPr>
                <p:nvPr/>
              </p:nvSpPr>
              <p:spPr bwMode="auto">
                <a:xfrm>
                  <a:off x="3312" y="2016"/>
                  <a:ext cx="117" cy="117"/>
                </a:xfrm>
                <a:prstGeom prst="ellipse">
                  <a:avLst/>
                </a:prstGeom>
                <a:solidFill>
                  <a:schemeClr val="tx1"/>
                </a:solidFill>
                <a:ln w="9525">
                  <a:solidFill>
                    <a:schemeClr val="tx1"/>
                  </a:solidFill>
                  <a:round/>
                  <a:headEnd/>
                  <a:tailEnd/>
                </a:ln>
                <a:effectLst/>
              </p:spPr>
              <p:txBody>
                <a:bodyPr wrap="none" anchor="ctr"/>
                <a:lstStyle/>
                <a:p>
                  <a:pPr>
                    <a:defRPr/>
                  </a:pPr>
                  <a:endParaRPr lang="en-US">
                    <a:effectLst>
                      <a:outerShdw blurRad="38100" dist="38100" dir="2700000" algn="tl">
                        <a:srgbClr val="C0C0C0"/>
                      </a:outerShdw>
                    </a:effectLst>
                  </a:endParaRPr>
                </a:p>
              </p:txBody>
            </p:sp>
            <p:sp>
              <p:nvSpPr>
                <p:cNvPr id="652306" name="Rectangle 18"/>
                <p:cNvSpPr>
                  <a:spLocks noChangeArrowheads="1"/>
                </p:cNvSpPr>
                <p:nvPr/>
              </p:nvSpPr>
              <p:spPr bwMode="auto">
                <a:xfrm>
                  <a:off x="3264" y="1968"/>
                  <a:ext cx="108" cy="204"/>
                </a:xfrm>
                <a:prstGeom prst="rect">
                  <a:avLst/>
                </a:prstGeom>
                <a:solidFill>
                  <a:schemeClr val="bg1"/>
                </a:solidFill>
                <a:ln w="9525">
                  <a:no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grpSp>
          <p:sp>
            <p:nvSpPr>
              <p:cNvPr id="652307" name="Oval 19"/>
              <p:cNvSpPr>
                <a:spLocks noChangeArrowheads="1"/>
              </p:cNvSpPr>
              <p:nvPr/>
            </p:nvSpPr>
            <p:spPr bwMode="auto">
              <a:xfrm>
                <a:off x="3420" y="2259"/>
                <a:ext cx="117" cy="117"/>
              </a:xfrm>
              <a:prstGeom prst="ellips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grpSp>
        <p:grpSp>
          <p:nvGrpSpPr>
            <p:cNvPr id="56334" name="Group 20"/>
            <p:cNvGrpSpPr>
              <a:grpSpLocks/>
            </p:cNvGrpSpPr>
            <p:nvPr/>
          </p:nvGrpSpPr>
          <p:grpSpPr bwMode="auto">
            <a:xfrm>
              <a:off x="4943" y="3078"/>
              <a:ext cx="268" cy="187"/>
              <a:chOff x="3369" y="2211"/>
              <a:chExt cx="168" cy="204"/>
            </a:xfrm>
          </p:grpSpPr>
          <p:grpSp>
            <p:nvGrpSpPr>
              <p:cNvPr id="56528" name="Group 21"/>
              <p:cNvGrpSpPr>
                <a:grpSpLocks/>
              </p:cNvGrpSpPr>
              <p:nvPr/>
            </p:nvGrpSpPr>
            <p:grpSpPr bwMode="auto">
              <a:xfrm>
                <a:off x="3369" y="2211"/>
                <a:ext cx="165" cy="204"/>
                <a:chOff x="3264" y="1968"/>
                <a:chExt cx="165" cy="204"/>
              </a:xfrm>
            </p:grpSpPr>
            <p:sp>
              <p:nvSpPr>
                <p:cNvPr id="652310" name="Oval 22"/>
                <p:cNvSpPr>
                  <a:spLocks noChangeArrowheads="1"/>
                </p:cNvSpPr>
                <p:nvPr/>
              </p:nvSpPr>
              <p:spPr bwMode="auto">
                <a:xfrm>
                  <a:off x="3312" y="2016"/>
                  <a:ext cx="117" cy="117"/>
                </a:xfrm>
                <a:prstGeom prst="ellipse">
                  <a:avLst/>
                </a:prstGeom>
                <a:solidFill>
                  <a:schemeClr val="tx1"/>
                </a:solidFill>
                <a:ln w="9525">
                  <a:solidFill>
                    <a:schemeClr val="tx1"/>
                  </a:solidFill>
                  <a:round/>
                  <a:headEnd/>
                  <a:tailEnd/>
                </a:ln>
                <a:effectLst/>
              </p:spPr>
              <p:txBody>
                <a:bodyPr wrap="none" anchor="ctr"/>
                <a:lstStyle/>
                <a:p>
                  <a:pPr>
                    <a:defRPr/>
                  </a:pPr>
                  <a:endParaRPr lang="en-US">
                    <a:effectLst>
                      <a:outerShdw blurRad="38100" dist="38100" dir="2700000" algn="tl">
                        <a:srgbClr val="C0C0C0"/>
                      </a:outerShdw>
                    </a:effectLst>
                  </a:endParaRPr>
                </a:p>
              </p:txBody>
            </p:sp>
            <p:sp>
              <p:nvSpPr>
                <p:cNvPr id="652311" name="Rectangle 23"/>
                <p:cNvSpPr>
                  <a:spLocks noChangeArrowheads="1"/>
                </p:cNvSpPr>
                <p:nvPr/>
              </p:nvSpPr>
              <p:spPr bwMode="auto">
                <a:xfrm>
                  <a:off x="3264" y="1968"/>
                  <a:ext cx="108" cy="204"/>
                </a:xfrm>
                <a:prstGeom prst="rect">
                  <a:avLst/>
                </a:prstGeom>
                <a:solidFill>
                  <a:schemeClr val="bg1"/>
                </a:solidFill>
                <a:ln w="9525">
                  <a:no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grpSp>
          <p:sp>
            <p:nvSpPr>
              <p:cNvPr id="652312" name="Oval 24"/>
              <p:cNvSpPr>
                <a:spLocks noChangeArrowheads="1"/>
              </p:cNvSpPr>
              <p:nvPr/>
            </p:nvSpPr>
            <p:spPr bwMode="auto">
              <a:xfrm>
                <a:off x="3420" y="2259"/>
                <a:ext cx="117" cy="117"/>
              </a:xfrm>
              <a:prstGeom prst="ellips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grpSp>
        <p:grpSp>
          <p:nvGrpSpPr>
            <p:cNvPr id="56335" name="Group 25"/>
            <p:cNvGrpSpPr>
              <a:grpSpLocks/>
            </p:cNvGrpSpPr>
            <p:nvPr/>
          </p:nvGrpSpPr>
          <p:grpSpPr bwMode="auto">
            <a:xfrm>
              <a:off x="4569" y="2727"/>
              <a:ext cx="268" cy="189"/>
              <a:chOff x="3369" y="2211"/>
              <a:chExt cx="168" cy="204"/>
            </a:xfrm>
          </p:grpSpPr>
          <p:grpSp>
            <p:nvGrpSpPr>
              <p:cNvPr id="56524" name="Group 26"/>
              <p:cNvGrpSpPr>
                <a:grpSpLocks/>
              </p:cNvGrpSpPr>
              <p:nvPr/>
            </p:nvGrpSpPr>
            <p:grpSpPr bwMode="auto">
              <a:xfrm>
                <a:off x="3369" y="2211"/>
                <a:ext cx="165" cy="204"/>
                <a:chOff x="3264" y="1968"/>
                <a:chExt cx="165" cy="204"/>
              </a:xfrm>
            </p:grpSpPr>
            <p:sp>
              <p:nvSpPr>
                <p:cNvPr id="652315" name="Oval 27"/>
                <p:cNvSpPr>
                  <a:spLocks noChangeArrowheads="1"/>
                </p:cNvSpPr>
                <p:nvPr/>
              </p:nvSpPr>
              <p:spPr bwMode="auto">
                <a:xfrm>
                  <a:off x="3312" y="2015"/>
                  <a:ext cx="117" cy="118"/>
                </a:xfrm>
                <a:prstGeom prst="ellipse">
                  <a:avLst/>
                </a:prstGeom>
                <a:solidFill>
                  <a:schemeClr val="tx1"/>
                </a:solidFill>
                <a:ln w="9525">
                  <a:solidFill>
                    <a:schemeClr val="tx1"/>
                  </a:solidFill>
                  <a:round/>
                  <a:headEnd/>
                  <a:tailEnd/>
                </a:ln>
                <a:effectLst/>
              </p:spPr>
              <p:txBody>
                <a:bodyPr wrap="none" anchor="ctr"/>
                <a:lstStyle/>
                <a:p>
                  <a:pPr>
                    <a:defRPr/>
                  </a:pPr>
                  <a:endParaRPr lang="en-US">
                    <a:effectLst>
                      <a:outerShdw blurRad="38100" dist="38100" dir="2700000" algn="tl">
                        <a:srgbClr val="C0C0C0"/>
                      </a:outerShdw>
                    </a:effectLst>
                  </a:endParaRPr>
                </a:p>
              </p:txBody>
            </p:sp>
            <p:sp>
              <p:nvSpPr>
                <p:cNvPr id="652316" name="Rectangle 28"/>
                <p:cNvSpPr>
                  <a:spLocks noChangeArrowheads="1"/>
                </p:cNvSpPr>
                <p:nvPr/>
              </p:nvSpPr>
              <p:spPr bwMode="auto">
                <a:xfrm>
                  <a:off x="3264" y="1968"/>
                  <a:ext cx="108" cy="204"/>
                </a:xfrm>
                <a:prstGeom prst="rect">
                  <a:avLst/>
                </a:prstGeom>
                <a:solidFill>
                  <a:schemeClr val="bg1"/>
                </a:solidFill>
                <a:ln w="9525">
                  <a:no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grpSp>
          <p:sp>
            <p:nvSpPr>
              <p:cNvPr id="652317" name="Oval 29"/>
              <p:cNvSpPr>
                <a:spLocks noChangeArrowheads="1"/>
              </p:cNvSpPr>
              <p:nvPr/>
            </p:nvSpPr>
            <p:spPr bwMode="auto">
              <a:xfrm>
                <a:off x="3420" y="2258"/>
                <a:ext cx="117" cy="118"/>
              </a:xfrm>
              <a:prstGeom prst="ellips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grpSp>
        <p:grpSp>
          <p:nvGrpSpPr>
            <p:cNvPr id="56336" name="Group 30"/>
            <p:cNvGrpSpPr>
              <a:grpSpLocks/>
            </p:cNvGrpSpPr>
            <p:nvPr/>
          </p:nvGrpSpPr>
          <p:grpSpPr bwMode="auto">
            <a:xfrm>
              <a:off x="4564" y="2904"/>
              <a:ext cx="269" cy="187"/>
              <a:chOff x="3369" y="2211"/>
              <a:chExt cx="168" cy="204"/>
            </a:xfrm>
          </p:grpSpPr>
          <p:grpSp>
            <p:nvGrpSpPr>
              <p:cNvPr id="56520" name="Group 31"/>
              <p:cNvGrpSpPr>
                <a:grpSpLocks/>
              </p:cNvGrpSpPr>
              <p:nvPr/>
            </p:nvGrpSpPr>
            <p:grpSpPr bwMode="auto">
              <a:xfrm>
                <a:off x="3369" y="2211"/>
                <a:ext cx="165" cy="204"/>
                <a:chOff x="3264" y="1968"/>
                <a:chExt cx="165" cy="204"/>
              </a:xfrm>
            </p:grpSpPr>
            <p:sp>
              <p:nvSpPr>
                <p:cNvPr id="652320" name="Oval 32"/>
                <p:cNvSpPr>
                  <a:spLocks noChangeArrowheads="1"/>
                </p:cNvSpPr>
                <p:nvPr/>
              </p:nvSpPr>
              <p:spPr bwMode="auto">
                <a:xfrm>
                  <a:off x="3312" y="2016"/>
                  <a:ext cx="117" cy="117"/>
                </a:xfrm>
                <a:prstGeom prst="ellipse">
                  <a:avLst/>
                </a:prstGeom>
                <a:solidFill>
                  <a:schemeClr val="tx1"/>
                </a:solidFill>
                <a:ln w="9525">
                  <a:solidFill>
                    <a:schemeClr val="tx1"/>
                  </a:solidFill>
                  <a:round/>
                  <a:headEnd/>
                  <a:tailEnd/>
                </a:ln>
                <a:effectLst/>
              </p:spPr>
              <p:txBody>
                <a:bodyPr wrap="none" anchor="ctr"/>
                <a:lstStyle/>
                <a:p>
                  <a:pPr>
                    <a:defRPr/>
                  </a:pPr>
                  <a:endParaRPr lang="en-US">
                    <a:effectLst>
                      <a:outerShdw blurRad="38100" dist="38100" dir="2700000" algn="tl">
                        <a:srgbClr val="C0C0C0"/>
                      </a:outerShdw>
                    </a:effectLst>
                  </a:endParaRPr>
                </a:p>
              </p:txBody>
            </p:sp>
            <p:sp>
              <p:nvSpPr>
                <p:cNvPr id="652321" name="Rectangle 33"/>
                <p:cNvSpPr>
                  <a:spLocks noChangeArrowheads="1"/>
                </p:cNvSpPr>
                <p:nvPr/>
              </p:nvSpPr>
              <p:spPr bwMode="auto">
                <a:xfrm>
                  <a:off x="3264" y="1968"/>
                  <a:ext cx="108" cy="204"/>
                </a:xfrm>
                <a:prstGeom prst="rect">
                  <a:avLst/>
                </a:prstGeom>
                <a:solidFill>
                  <a:schemeClr val="bg1"/>
                </a:solidFill>
                <a:ln w="9525">
                  <a:no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grpSp>
          <p:sp>
            <p:nvSpPr>
              <p:cNvPr id="652322" name="Oval 34"/>
              <p:cNvSpPr>
                <a:spLocks noChangeArrowheads="1"/>
              </p:cNvSpPr>
              <p:nvPr/>
            </p:nvSpPr>
            <p:spPr bwMode="auto">
              <a:xfrm>
                <a:off x="3420" y="2259"/>
                <a:ext cx="117" cy="117"/>
              </a:xfrm>
              <a:prstGeom prst="ellips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grpSp>
        <p:grpSp>
          <p:nvGrpSpPr>
            <p:cNvPr id="56337" name="Group 35"/>
            <p:cNvGrpSpPr>
              <a:grpSpLocks/>
            </p:cNvGrpSpPr>
            <p:nvPr/>
          </p:nvGrpSpPr>
          <p:grpSpPr bwMode="auto">
            <a:xfrm>
              <a:off x="4569" y="3078"/>
              <a:ext cx="268" cy="187"/>
              <a:chOff x="3369" y="2211"/>
              <a:chExt cx="168" cy="204"/>
            </a:xfrm>
          </p:grpSpPr>
          <p:grpSp>
            <p:nvGrpSpPr>
              <p:cNvPr id="56516" name="Group 36"/>
              <p:cNvGrpSpPr>
                <a:grpSpLocks/>
              </p:cNvGrpSpPr>
              <p:nvPr/>
            </p:nvGrpSpPr>
            <p:grpSpPr bwMode="auto">
              <a:xfrm>
                <a:off x="3369" y="2211"/>
                <a:ext cx="165" cy="204"/>
                <a:chOff x="3264" y="1968"/>
                <a:chExt cx="165" cy="204"/>
              </a:xfrm>
            </p:grpSpPr>
            <p:sp>
              <p:nvSpPr>
                <p:cNvPr id="652325" name="Oval 37"/>
                <p:cNvSpPr>
                  <a:spLocks noChangeArrowheads="1"/>
                </p:cNvSpPr>
                <p:nvPr/>
              </p:nvSpPr>
              <p:spPr bwMode="auto">
                <a:xfrm>
                  <a:off x="3312" y="2016"/>
                  <a:ext cx="117" cy="117"/>
                </a:xfrm>
                <a:prstGeom prst="ellipse">
                  <a:avLst/>
                </a:prstGeom>
                <a:solidFill>
                  <a:schemeClr val="tx1"/>
                </a:solidFill>
                <a:ln w="9525">
                  <a:solidFill>
                    <a:schemeClr val="tx1"/>
                  </a:solidFill>
                  <a:round/>
                  <a:headEnd/>
                  <a:tailEnd/>
                </a:ln>
                <a:effectLst/>
              </p:spPr>
              <p:txBody>
                <a:bodyPr wrap="none" anchor="ctr"/>
                <a:lstStyle/>
                <a:p>
                  <a:pPr>
                    <a:defRPr/>
                  </a:pPr>
                  <a:endParaRPr lang="en-US">
                    <a:effectLst>
                      <a:outerShdw blurRad="38100" dist="38100" dir="2700000" algn="tl">
                        <a:srgbClr val="C0C0C0"/>
                      </a:outerShdw>
                    </a:effectLst>
                  </a:endParaRPr>
                </a:p>
              </p:txBody>
            </p:sp>
            <p:sp>
              <p:nvSpPr>
                <p:cNvPr id="652326" name="Rectangle 38"/>
                <p:cNvSpPr>
                  <a:spLocks noChangeArrowheads="1"/>
                </p:cNvSpPr>
                <p:nvPr/>
              </p:nvSpPr>
              <p:spPr bwMode="auto">
                <a:xfrm>
                  <a:off x="3264" y="1968"/>
                  <a:ext cx="108" cy="204"/>
                </a:xfrm>
                <a:prstGeom prst="rect">
                  <a:avLst/>
                </a:prstGeom>
                <a:solidFill>
                  <a:schemeClr val="bg1"/>
                </a:solidFill>
                <a:ln w="9525">
                  <a:no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grpSp>
          <p:sp>
            <p:nvSpPr>
              <p:cNvPr id="652327" name="Oval 39"/>
              <p:cNvSpPr>
                <a:spLocks noChangeArrowheads="1"/>
              </p:cNvSpPr>
              <p:nvPr/>
            </p:nvSpPr>
            <p:spPr bwMode="auto">
              <a:xfrm>
                <a:off x="3420" y="2259"/>
                <a:ext cx="117" cy="117"/>
              </a:xfrm>
              <a:prstGeom prst="ellips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grpSp>
        <p:grpSp>
          <p:nvGrpSpPr>
            <p:cNvPr id="56338" name="Group 40"/>
            <p:cNvGrpSpPr>
              <a:grpSpLocks/>
            </p:cNvGrpSpPr>
            <p:nvPr/>
          </p:nvGrpSpPr>
          <p:grpSpPr bwMode="auto">
            <a:xfrm>
              <a:off x="4181" y="2904"/>
              <a:ext cx="268" cy="187"/>
              <a:chOff x="3369" y="2211"/>
              <a:chExt cx="168" cy="204"/>
            </a:xfrm>
          </p:grpSpPr>
          <p:grpSp>
            <p:nvGrpSpPr>
              <p:cNvPr id="56512" name="Group 41"/>
              <p:cNvGrpSpPr>
                <a:grpSpLocks/>
              </p:cNvGrpSpPr>
              <p:nvPr/>
            </p:nvGrpSpPr>
            <p:grpSpPr bwMode="auto">
              <a:xfrm>
                <a:off x="3369" y="2211"/>
                <a:ext cx="165" cy="204"/>
                <a:chOff x="3264" y="1968"/>
                <a:chExt cx="165" cy="204"/>
              </a:xfrm>
            </p:grpSpPr>
            <p:sp>
              <p:nvSpPr>
                <p:cNvPr id="652330" name="Oval 42"/>
                <p:cNvSpPr>
                  <a:spLocks noChangeArrowheads="1"/>
                </p:cNvSpPr>
                <p:nvPr/>
              </p:nvSpPr>
              <p:spPr bwMode="auto">
                <a:xfrm>
                  <a:off x="3312" y="2016"/>
                  <a:ext cx="117" cy="117"/>
                </a:xfrm>
                <a:prstGeom prst="ellipse">
                  <a:avLst/>
                </a:prstGeom>
                <a:solidFill>
                  <a:schemeClr val="tx1"/>
                </a:solidFill>
                <a:ln w="9525">
                  <a:solidFill>
                    <a:schemeClr val="tx1"/>
                  </a:solidFill>
                  <a:round/>
                  <a:headEnd/>
                  <a:tailEnd/>
                </a:ln>
                <a:effectLst/>
              </p:spPr>
              <p:txBody>
                <a:bodyPr wrap="none" anchor="ctr"/>
                <a:lstStyle/>
                <a:p>
                  <a:pPr>
                    <a:defRPr/>
                  </a:pPr>
                  <a:endParaRPr lang="en-US">
                    <a:effectLst>
                      <a:outerShdw blurRad="38100" dist="38100" dir="2700000" algn="tl">
                        <a:srgbClr val="C0C0C0"/>
                      </a:outerShdw>
                    </a:effectLst>
                  </a:endParaRPr>
                </a:p>
              </p:txBody>
            </p:sp>
            <p:sp>
              <p:nvSpPr>
                <p:cNvPr id="652331" name="Rectangle 43"/>
                <p:cNvSpPr>
                  <a:spLocks noChangeArrowheads="1"/>
                </p:cNvSpPr>
                <p:nvPr/>
              </p:nvSpPr>
              <p:spPr bwMode="auto">
                <a:xfrm>
                  <a:off x="3264" y="1968"/>
                  <a:ext cx="108" cy="204"/>
                </a:xfrm>
                <a:prstGeom prst="rect">
                  <a:avLst/>
                </a:prstGeom>
                <a:solidFill>
                  <a:schemeClr val="bg1"/>
                </a:solidFill>
                <a:ln w="9525">
                  <a:no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grpSp>
          <p:sp>
            <p:nvSpPr>
              <p:cNvPr id="652332" name="Oval 44"/>
              <p:cNvSpPr>
                <a:spLocks noChangeArrowheads="1"/>
              </p:cNvSpPr>
              <p:nvPr/>
            </p:nvSpPr>
            <p:spPr bwMode="auto">
              <a:xfrm>
                <a:off x="3420" y="2259"/>
                <a:ext cx="117" cy="117"/>
              </a:xfrm>
              <a:prstGeom prst="ellips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grpSp>
        <p:grpSp>
          <p:nvGrpSpPr>
            <p:cNvPr id="56339" name="Group 45"/>
            <p:cNvGrpSpPr>
              <a:grpSpLocks/>
            </p:cNvGrpSpPr>
            <p:nvPr/>
          </p:nvGrpSpPr>
          <p:grpSpPr bwMode="auto">
            <a:xfrm>
              <a:off x="4181" y="3249"/>
              <a:ext cx="268" cy="187"/>
              <a:chOff x="3369" y="2211"/>
              <a:chExt cx="168" cy="204"/>
            </a:xfrm>
          </p:grpSpPr>
          <p:grpSp>
            <p:nvGrpSpPr>
              <p:cNvPr id="56508" name="Group 46"/>
              <p:cNvGrpSpPr>
                <a:grpSpLocks/>
              </p:cNvGrpSpPr>
              <p:nvPr/>
            </p:nvGrpSpPr>
            <p:grpSpPr bwMode="auto">
              <a:xfrm>
                <a:off x="3369" y="2211"/>
                <a:ext cx="165" cy="204"/>
                <a:chOff x="3264" y="1968"/>
                <a:chExt cx="165" cy="204"/>
              </a:xfrm>
            </p:grpSpPr>
            <p:sp>
              <p:nvSpPr>
                <p:cNvPr id="652335" name="Oval 47"/>
                <p:cNvSpPr>
                  <a:spLocks noChangeArrowheads="1"/>
                </p:cNvSpPr>
                <p:nvPr/>
              </p:nvSpPr>
              <p:spPr bwMode="auto">
                <a:xfrm>
                  <a:off x="3312" y="2016"/>
                  <a:ext cx="117" cy="117"/>
                </a:xfrm>
                <a:prstGeom prst="ellipse">
                  <a:avLst/>
                </a:prstGeom>
                <a:solidFill>
                  <a:schemeClr val="tx1"/>
                </a:solidFill>
                <a:ln w="9525">
                  <a:solidFill>
                    <a:schemeClr val="tx1"/>
                  </a:solidFill>
                  <a:round/>
                  <a:headEnd/>
                  <a:tailEnd/>
                </a:ln>
                <a:effectLst/>
              </p:spPr>
              <p:txBody>
                <a:bodyPr wrap="none" anchor="ctr"/>
                <a:lstStyle/>
                <a:p>
                  <a:pPr>
                    <a:defRPr/>
                  </a:pPr>
                  <a:endParaRPr lang="en-US">
                    <a:effectLst>
                      <a:outerShdw blurRad="38100" dist="38100" dir="2700000" algn="tl">
                        <a:srgbClr val="C0C0C0"/>
                      </a:outerShdw>
                    </a:effectLst>
                  </a:endParaRPr>
                </a:p>
              </p:txBody>
            </p:sp>
            <p:sp>
              <p:nvSpPr>
                <p:cNvPr id="652336" name="Rectangle 48"/>
                <p:cNvSpPr>
                  <a:spLocks noChangeArrowheads="1"/>
                </p:cNvSpPr>
                <p:nvPr/>
              </p:nvSpPr>
              <p:spPr bwMode="auto">
                <a:xfrm>
                  <a:off x="3264" y="1968"/>
                  <a:ext cx="108" cy="204"/>
                </a:xfrm>
                <a:prstGeom prst="rect">
                  <a:avLst/>
                </a:prstGeom>
                <a:solidFill>
                  <a:schemeClr val="bg1"/>
                </a:solidFill>
                <a:ln w="9525">
                  <a:no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grpSp>
          <p:sp>
            <p:nvSpPr>
              <p:cNvPr id="652337" name="Oval 49"/>
              <p:cNvSpPr>
                <a:spLocks noChangeArrowheads="1"/>
              </p:cNvSpPr>
              <p:nvPr/>
            </p:nvSpPr>
            <p:spPr bwMode="auto">
              <a:xfrm>
                <a:off x="3420" y="2259"/>
                <a:ext cx="117" cy="117"/>
              </a:xfrm>
              <a:prstGeom prst="ellips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grpSp>
        <p:grpSp>
          <p:nvGrpSpPr>
            <p:cNvPr id="56340" name="Group 50"/>
            <p:cNvGrpSpPr>
              <a:grpSpLocks/>
            </p:cNvGrpSpPr>
            <p:nvPr/>
          </p:nvGrpSpPr>
          <p:grpSpPr bwMode="auto">
            <a:xfrm>
              <a:off x="3802" y="3078"/>
              <a:ext cx="269" cy="187"/>
              <a:chOff x="3369" y="2211"/>
              <a:chExt cx="168" cy="204"/>
            </a:xfrm>
          </p:grpSpPr>
          <p:grpSp>
            <p:nvGrpSpPr>
              <p:cNvPr id="56504" name="Group 51"/>
              <p:cNvGrpSpPr>
                <a:grpSpLocks/>
              </p:cNvGrpSpPr>
              <p:nvPr/>
            </p:nvGrpSpPr>
            <p:grpSpPr bwMode="auto">
              <a:xfrm>
                <a:off x="3369" y="2211"/>
                <a:ext cx="165" cy="204"/>
                <a:chOff x="3264" y="1968"/>
                <a:chExt cx="165" cy="204"/>
              </a:xfrm>
            </p:grpSpPr>
            <p:sp>
              <p:nvSpPr>
                <p:cNvPr id="652340" name="Oval 52"/>
                <p:cNvSpPr>
                  <a:spLocks noChangeArrowheads="1"/>
                </p:cNvSpPr>
                <p:nvPr/>
              </p:nvSpPr>
              <p:spPr bwMode="auto">
                <a:xfrm>
                  <a:off x="3312" y="2016"/>
                  <a:ext cx="117" cy="117"/>
                </a:xfrm>
                <a:prstGeom prst="ellipse">
                  <a:avLst/>
                </a:prstGeom>
                <a:solidFill>
                  <a:schemeClr val="tx1"/>
                </a:solidFill>
                <a:ln w="9525">
                  <a:solidFill>
                    <a:schemeClr val="tx1"/>
                  </a:solidFill>
                  <a:round/>
                  <a:headEnd/>
                  <a:tailEnd/>
                </a:ln>
                <a:effectLst/>
              </p:spPr>
              <p:txBody>
                <a:bodyPr wrap="none" anchor="ctr"/>
                <a:lstStyle/>
                <a:p>
                  <a:pPr>
                    <a:defRPr/>
                  </a:pPr>
                  <a:endParaRPr lang="en-US">
                    <a:effectLst>
                      <a:outerShdw blurRad="38100" dist="38100" dir="2700000" algn="tl">
                        <a:srgbClr val="C0C0C0"/>
                      </a:outerShdw>
                    </a:effectLst>
                  </a:endParaRPr>
                </a:p>
              </p:txBody>
            </p:sp>
            <p:sp>
              <p:nvSpPr>
                <p:cNvPr id="652341" name="Rectangle 53"/>
                <p:cNvSpPr>
                  <a:spLocks noChangeArrowheads="1"/>
                </p:cNvSpPr>
                <p:nvPr/>
              </p:nvSpPr>
              <p:spPr bwMode="auto">
                <a:xfrm>
                  <a:off x="3264" y="1968"/>
                  <a:ext cx="108" cy="204"/>
                </a:xfrm>
                <a:prstGeom prst="rect">
                  <a:avLst/>
                </a:prstGeom>
                <a:solidFill>
                  <a:schemeClr val="bg1"/>
                </a:solidFill>
                <a:ln w="9525">
                  <a:no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grpSp>
          <p:sp>
            <p:nvSpPr>
              <p:cNvPr id="652342" name="Oval 54"/>
              <p:cNvSpPr>
                <a:spLocks noChangeArrowheads="1"/>
              </p:cNvSpPr>
              <p:nvPr/>
            </p:nvSpPr>
            <p:spPr bwMode="auto">
              <a:xfrm>
                <a:off x="3420" y="2259"/>
                <a:ext cx="117" cy="117"/>
              </a:xfrm>
              <a:prstGeom prst="ellips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grpSp>
        <p:grpSp>
          <p:nvGrpSpPr>
            <p:cNvPr id="56341" name="Group 55"/>
            <p:cNvGrpSpPr>
              <a:grpSpLocks/>
            </p:cNvGrpSpPr>
            <p:nvPr/>
          </p:nvGrpSpPr>
          <p:grpSpPr bwMode="auto">
            <a:xfrm>
              <a:off x="3424" y="2727"/>
              <a:ext cx="268" cy="189"/>
              <a:chOff x="3369" y="2211"/>
              <a:chExt cx="168" cy="204"/>
            </a:xfrm>
          </p:grpSpPr>
          <p:grpSp>
            <p:nvGrpSpPr>
              <p:cNvPr id="56500" name="Group 56"/>
              <p:cNvGrpSpPr>
                <a:grpSpLocks/>
              </p:cNvGrpSpPr>
              <p:nvPr/>
            </p:nvGrpSpPr>
            <p:grpSpPr bwMode="auto">
              <a:xfrm>
                <a:off x="3369" y="2211"/>
                <a:ext cx="165" cy="204"/>
                <a:chOff x="3264" y="1968"/>
                <a:chExt cx="165" cy="204"/>
              </a:xfrm>
            </p:grpSpPr>
            <p:sp>
              <p:nvSpPr>
                <p:cNvPr id="652345" name="Oval 57"/>
                <p:cNvSpPr>
                  <a:spLocks noChangeArrowheads="1"/>
                </p:cNvSpPr>
                <p:nvPr/>
              </p:nvSpPr>
              <p:spPr bwMode="auto">
                <a:xfrm>
                  <a:off x="3312" y="2015"/>
                  <a:ext cx="117" cy="118"/>
                </a:xfrm>
                <a:prstGeom prst="ellipse">
                  <a:avLst/>
                </a:prstGeom>
                <a:solidFill>
                  <a:schemeClr val="tx1"/>
                </a:solidFill>
                <a:ln w="9525">
                  <a:solidFill>
                    <a:schemeClr val="tx1"/>
                  </a:solidFill>
                  <a:round/>
                  <a:headEnd/>
                  <a:tailEnd/>
                </a:ln>
                <a:effectLst/>
              </p:spPr>
              <p:txBody>
                <a:bodyPr wrap="none" anchor="ctr"/>
                <a:lstStyle/>
                <a:p>
                  <a:pPr>
                    <a:defRPr/>
                  </a:pPr>
                  <a:endParaRPr lang="en-US">
                    <a:effectLst>
                      <a:outerShdw blurRad="38100" dist="38100" dir="2700000" algn="tl">
                        <a:srgbClr val="C0C0C0"/>
                      </a:outerShdw>
                    </a:effectLst>
                  </a:endParaRPr>
                </a:p>
              </p:txBody>
            </p:sp>
            <p:sp>
              <p:nvSpPr>
                <p:cNvPr id="652346" name="Rectangle 58"/>
                <p:cNvSpPr>
                  <a:spLocks noChangeArrowheads="1"/>
                </p:cNvSpPr>
                <p:nvPr/>
              </p:nvSpPr>
              <p:spPr bwMode="auto">
                <a:xfrm>
                  <a:off x="3264" y="1968"/>
                  <a:ext cx="108" cy="204"/>
                </a:xfrm>
                <a:prstGeom prst="rect">
                  <a:avLst/>
                </a:prstGeom>
                <a:solidFill>
                  <a:schemeClr val="bg1"/>
                </a:solidFill>
                <a:ln w="9525">
                  <a:no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grpSp>
          <p:sp>
            <p:nvSpPr>
              <p:cNvPr id="652347" name="Oval 59"/>
              <p:cNvSpPr>
                <a:spLocks noChangeArrowheads="1"/>
              </p:cNvSpPr>
              <p:nvPr/>
            </p:nvSpPr>
            <p:spPr bwMode="auto">
              <a:xfrm>
                <a:off x="3420" y="2258"/>
                <a:ext cx="117" cy="118"/>
              </a:xfrm>
              <a:prstGeom prst="ellips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grpSp>
        <p:grpSp>
          <p:nvGrpSpPr>
            <p:cNvPr id="56342" name="Group 60"/>
            <p:cNvGrpSpPr>
              <a:grpSpLocks/>
            </p:cNvGrpSpPr>
            <p:nvPr/>
          </p:nvGrpSpPr>
          <p:grpSpPr bwMode="auto">
            <a:xfrm>
              <a:off x="3424" y="3075"/>
              <a:ext cx="268" cy="187"/>
              <a:chOff x="3369" y="2211"/>
              <a:chExt cx="168" cy="204"/>
            </a:xfrm>
          </p:grpSpPr>
          <p:grpSp>
            <p:nvGrpSpPr>
              <p:cNvPr id="56496" name="Group 61"/>
              <p:cNvGrpSpPr>
                <a:grpSpLocks/>
              </p:cNvGrpSpPr>
              <p:nvPr/>
            </p:nvGrpSpPr>
            <p:grpSpPr bwMode="auto">
              <a:xfrm>
                <a:off x="3369" y="2211"/>
                <a:ext cx="165" cy="204"/>
                <a:chOff x="3264" y="1968"/>
                <a:chExt cx="165" cy="204"/>
              </a:xfrm>
            </p:grpSpPr>
            <p:sp>
              <p:nvSpPr>
                <p:cNvPr id="652350" name="Oval 62"/>
                <p:cNvSpPr>
                  <a:spLocks noChangeArrowheads="1"/>
                </p:cNvSpPr>
                <p:nvPr/>
              </p:nvSpPr>
              <p:spPr bwMode="auto">
                <a:xfrm>
                  <a:off x="3312" y="2016"/>
                  <a:ext cx="117" cy="117"/>
                </a:xfrm>
                <a:prstGeom prst="ellipse">
                  <a:avLst/>
                </a:prstGeom>
                <a:solidFill>
                  <a:schemeClr val="tx1"/>
                </a:solidFill>
                <a:ln w="9525">
                  <a:solidFill>
                    <a:schemeClr val="tx1"/>
                  </a:solidFill>
                  <a:round/>
                  <a:headEnd/>
                  <a:tailEnd/>
                </a:ln>
                <a:effectLst/>
              </p:spPr>
              <p:txBody>
                <a:bodyPr wrap="none" anchor="ctr"/>
                <a:lstStyle/>
                <a:p>
                  <a:pPr>
                    <a:defRPr/>
                  </a:pPr>
                  <a:endParaRPr lang="en-US">
                    <a:effectLst>
                      <a:outerShdw blurRad="38100" dist="38100" dir="2700000" algn="tl">
                        <a:srgbClr val="C0C0C0"/>
                      </a:outerShdw>
                    </a:effectLst>
                  </a:endParaRPr>
                </a:p>
              </p:txBody>
            </p:sp>
            <p:sp>
              <p:nvSpPr>
                <p:cNvPr id="652351" name="Rectangle 63"/>
                <p:cNvSpPr>
                  <a:spLocks noChangeArrowheads="1"/>
                </p:cNvSpPr>
                <p:nvPr/>
              </p:nvSpPr>
              <p:spPr bwMode="auto">
                <a:xfrm>
                  <a:off x="3264" y="1968"/>
                  <a:ext cx="108" cy="204"/>
                </a:xfrm>
                <a:prstGeom prst="rect">
                  <a:avLst/>
                </a:prstGeom>
                <a:solidFill>
                  <a:schemeClr val="bg1"/>
                </a:solidFill>
                <a:ln w="9525">
                  <a:no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grpSp>
          <p:sp>
            <p:nvSpPr>
              <p:cNvPr id="652352" name="Oval 64"/>
              <p:cNvSpPr>
                <a:spLocks noChangeArrowheads="1"/>
              </p:cNvSpPr>
              <p:nvPr/>
            </p:nvSpPr>
            <p:spPr bwMode="auto">
              <a:xfrm>
                <a:off x="3420" y="2259"/>
                <a:ext cx="117" cy="117"/>
              </a:xfrm>
              <a:prstGeom prst="ellips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grpSp>
        <p:grpSp>
          <p:nvGrpSpPr>
            <p:cNvPr id="56343" name="Group 65"/>
            <p:cNvGrpSpPr>
              <a:grpSpLocks/>
            </p:cNvGrpSpPr>
            <p:nvPr/>
          </p:nvGrpSpPr>
          <p:grpSpPr bwMode="auto">
            <a:xfrm>
              <a:off x="3031" y="3252"/>
              <a:ext cx="268" cy="187"/>
              <a:chOff x="3369" y="2211"/>
              <a:chExt cx="168" cy="204"/>
            </a:xfrm>
          </p:grpSpPr>
          <p:grpSp>
            <p:nvGrpSpPr>
              <p:cNvPr id="56492" name="Group 66"/>
              <p:cNvGrpSpPr>
                <a:grpSpLocks/>
              </p:cNvGrpSpPr>
              <p:nvPr/>
            </p:nvGrpSpPr>
            <p:grpSpPr bwMode="auto">
              <a:xfrm>
                <a:off x="3369" y="2211"/>
                <a:ext cx="165" cy="204"/>
                <a:chOff x="3264" y="1968"/>
                <a:chExt cx="165" cy="204"/>
              </a:xfrm>
            </p:grpSpPr>
            <p:sp>
              <p:nvSpPr>
                <p:cNvPr id="652355" name="Oval 67"/>
                <p:cNvSpPr>
                  <a:spLocks noChangeArrowheads="1"/>
                </p:cNvSpPr>
                <p:nvPr/>
              </p:nvSpPr>
              <p:spPr bwMode="auto">
                <a:xfrm>
                  <a:off x="3312" y="2016"/>
                  <a:ext cx="117" cy="117"/>
                </a:xfrm>
                <a:prstGeom prst="ellipse">
                  <a:avLst/>
                </a:prstGeom>
                <a:solidFill>
                  <a:schemeClr val="tx1"/>
                </a:solidFill>
                <a:ln w="9525">
                  <a:solidFill>
                    <a:schemeClr val="tx1"/>
                  </a:solidFill>
                  <a:round/>
                  <a:headEnd/>
                  <a:tailEnd/>
                </a:ln>
                <a:effectLst/>
              </p:spPr>
              <p:txBody>
                <a:bodyPr wrap="none" anchor="ctr"/>
                <a:lstStyle/>
                <a:p>
                  <a:pPr>
                    <a:defRPr/>
                  </a:pPr>
                  <a:endParaRPr lang="en-US">
                    <a:effectLst>
                      <a:outerShdw blurRad="38100" dist="38100" dir="2700000" algn="tl">
                        <a:srgbClr val="C0C0C0"/>
                      </a:outerShdw>
                    </a:effectLst>
                  </a:endParaRPr>
                </a:p>
              </p:txBody>
            </p:sp>
            <p:sp>
              <p:nvSpPr>
                <p:cNvPr id="652356" name="Rectangle 68"/>
                <p:cNvSpPr>
                  <a:spLocks noChangeArrowheads="1"/>
                </p:cNvSpPr>
                <p:nvPr/>
              </p:nvSpPr>
              <p:spPr bwMode="auto">
                <a:xfrm>
                  <a:off x="3264" y="1968"/>
                  <a:ext cx="108" cy="204"/>
                </a:xfrm>
                <a:prstGeom prst="rect">
                  <a:avLst/>
                </a:prstGeom>
                <a:solidFill>
                  <a:schemeClr val="bg1"/>
                </a:solidFill>
                <a:ln w="9525">
                  <a:no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grpSp>
          <p:sp>
            <p:nvSpPr>
              <p:cNvPr id="652357" name="Oval 69"/>
              <p:cNvSpPr>
                <a:spLocks noChangeArrowheads="1"/>
              </p:cNvSpPr>
              <p:nvPr/>
            </p:nvSpPr>
            <p:spPr bwMode="auto">
              <a:xfrm>
                <a:off x="3420" y="2259"/>
                <a:ext cx="117" cy="117"/>
              </a:xfrm>
              <a:prstGeom prst="ellips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grpSp>
        <p:grpSp>
          <p:nvGrpSpPr>
            <p:cNvPr id="56344" name="Group 70"/>
            <p:cNvGrpSpPr>
              <a:grpSpLocks/>
            </p:cNvGrpSpPr>
            <p:nvPr/>
          </p:nvGrpSpPr>
          <p:grpSpPr bwMode="auto">
            <a:xfrm>
              <a:off x="3031" y="2901"/>
              <a:ext cx="268" cy="187"/>
              <a:chOff x="3369" y="2211"/>
              <a:chExt cx="168" cy="204"/>
            </a:xfrm>
          </p:grpSpPr>
          <p:grpSp>
            <p:nvGrpSpPr>
              <p:cNvPr id="56488" name="Group 71"/>
              <p:cNvGrpSpPr>
                <a:grpSpLocks/>
              </p:cNvGrpSpPr>
              <p:nvPr/>
            </p:nvGrpSpPr>
            <p:grpSpPr bwMode="auto">
              <a:xfrm>
                <a:off x="3369" y="2211"/>
                <a:ext cx="165" cy="204"/>
                <a:chOff x="3264" y="1968"/>
                <a:chExt cx="165" cy="204"/>
              </a:xfrm>
            </p:grpSpPr>
            <p:sp>
              <p:nvSpPr>
                <p:cNvPr id="652360" name="Oval 72"/>
                <p:cNvSpPr>
                  <a:spLocks noChangeArrowheads="1"/>
                </p:cNvSpPr>
                <p:nvPr/>
              </p:nvSpPr>
              <p:spPr bwMode="auto">
                <a:xfrm>
                  <a:off x="3312" y="2016"/>
                  <a:ext cx="117" cy="117"/>
                </a:xfrm>
                <a:prstGeom prst="ellipse">
                  <a:avLst/>
                </a:prstGeom>
                <a:solidFill>
                  <a:schemeClr val="tx1"/>
                </a:solidFill>
                <a:ln w="9525">
                  <a:solidFill>
                    <a:schemeClr val="tx1"/>
                  </a:solidFill>
                  <a:round/>
                  <a:headEnd/>
                  <a:tailEnd/>
                </a:ln>
                <a:effectLst/>
              </p:spPr>
              <p:txBody>
                <a:bodyPr wrap="none" anchor="ctr"/>
                <a:lstStyle/>
                <a:p>
                  <a:pPr>
                    <a:defRPr/>
                  </a:pPr>
                  <a:endParaRPr lang="en-US">
                    <a:effectLst>
                      <a:outerShdw blurRad="38100" dist="38100" dir="2700000" algn="tl">
                        <a:srgbClr val="C0C0C0"/>
                      </a:outerShdw>
                    </a:effectLst>
                  </a:endParaRPr>
                </a:p>
              </p:txBody>
            </p:sp>
            <p:sp>
              <p:nvSpPr>
                <p:cNvPr id="652361" name="Rectangle 73"/>
                <p:cNvSpPr>
                  <a:spLocks noChangeArrowheads="1"/>
                </p:cNvSpPr>
                <p:nvPr/>
              </p:nvSpPr>
              <p:spPr bwMode="auto">
                <a:xfrm>
                  <a:off x="3264" y="1968"/>
                  <a:ext cx="108" cy="204"/>
                </a:xfrm>
                <a:prstGeom prst="rect">
                  <a:avLst/>
                </a:prstGeom>
                <a:solidFill>
                  <a:schemeClr val="bg1"/>
                </a:solidFill>
                <a:ln w="9525">
                  <a:no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grpSp>
          <p:sp>
            <p:nvSpPr>
              <p:cNvPr id="652362" name="Oval 74"/>
              <p:cNvSpPr>
                <a:spLocks noChangeArrowheads="1"/>
              </p:cNvSpPr>
              <p:nvPr/>
            </p:nvSpPr>
            <p:spPr bwMode="auto">
              <a:xfrm>
                <a:off x="3420" y="2259"/>
                <a:ext cx="117" cy="117"/>
              </a:xfrm>
              <a:prstGeom prst="ellips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grpSp>
        <p:grpSp>
          <p:nvGrpSpPr>
            <p:cNvPr id="56345" name="Group 75"/>
            <p:cNvGrpSpPr>
              <a:grpSpLocks/>
            </p:cNvGrpSpPr>
            <p:nvPr/>
          </p:nvGrpSpPr>
          <p:grpSpPr bwMode="auto">
            <a:xfrm>
              <a:off x="3031" y="2727"/>
              <a:ext cx="268" cy="189"/>
              <a:chOff x="3369" y="2211"/>
              <a:chExt cx="168" cy="204"/>
            </a:xfrm>
          </p:grpSpPr>
          <p:grpSp>
            <p:nvGrpSpPr>
              <p:cNvPr id="56484" name="Group 76"/>
              <p:cNvGrpSpPr>
                <a:grpSpLocks/>
              </p:cNvGrpSpPr>
              <p:nvPr/>
            </p:nvGrpSpPr>
            <p:grpSpPr bwMode="auto">
              <a:xfrm>
                <a:off x="3369" y="2211"/>
                <a:ext cx="165" cy="204"/>
                <a:chOff x="3264" y="1968"/>
                <a:chExt cx="165" cy="204"/>
              </a:xfrm>
            </p:grpSpPr>
            <p:sp>
              <p:nvSpPr>
                <p:cNvPr id="652365" name="Oval 77"/>
                <p:cNvSpPr>
                  <a:spLocks noChangeArrowheads="1"/>
                </p:cNvSpPr>
                <p:nvPr/>
              </p:nvSpPr>
              <p:spPr bwMode="auto">
                <a:xfrm>
                  <a:off x="3312" y="2015"/>
                  <a:ext cx="117" cy="118"/>
                </a:xfrm>
                <a:prstGeom prst="ellipse">
                  <a:avLst/>
                </a:prstGeom>
                <a:solidFill>
                  <a:schemeClr val="tx1"/>
                </a:solidFill>
                <a:ln w="9525">
                  <a:solidFill>
                    <a:schemeClr val="tx1"/>
                  </a:solidFill>
                  <a:round/>
                  <a:headEnd/>
                  <a:tailEnd/>
                </a:ln>
                <a:effectLst/>
              </p:spPr>
              <p:txBody>
                <a:bodyPr wrap="none" anchor="ctr"/>
                <a:lstStyle/>
                <a:p>
                  <a:pPr>
                    <a:defRPr/>
                  </a:pPr>
                  <a:endParaRPr lang="en-US">
                    <a:effectLst>
                      <a:outerShdw blurRad="38100" dist="38100" dir="2700000" algn="tl">
                        <a:srgbClr val="C0C0C0"/>
                      </a:outerShdw>
                    </a:effectLst>
                  </a:endParaRPr>
                </a:p>
              </p:txBody>
            </p:sp>
            <p:sp>
              <p:nvSpPr>
                <p:cNvPr id="652366" name="Rectangle 78"/>
                <p:cNvSpPr>
                  <a:spLocks noChangeArrowheads="1"/>
                </p:cNvSpPr>
                <p:nvPr/>
              </p:nvSpPr>
              <p:spPr bwMode="auto">
                <a:xfrm>
                  <a:off x="3264" y="1968"/>
                  <a:ext cx="108" cy="204"/>
                </a:xfrm>
                <a:prstGeom prst="rect">
                  <a:avLst/>
                </a:prstGeom>
                <a:solidFill>
                  <a:schemeClr val="bg1"/>
                </a:solidFill>
                <a:ln w="9525">
                  <a:no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grpSp>
          <p:sp>
            <p:nvSpPr>
              <p:cNvPr id="652367" name="Oval 79"/>
              <p:cNvSpPr>
                <a:spLocks noChangeArrowheads="1"/>
              </p:cNvSpPr>
              <p:nvPr/>
            </p:nvSpPr>
            <p:spPr bwMode="auto">
              <a:xfrm>
                <a:off x="3420" y="2258"/>
                <a:ext cx="117" cy="118"/>
              </a:xfrm>
              <a:prstGeom prst="ellips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grpSp>
        <p:grpSp>
          <p:nvGrpSpPr>
            <p:cNvPr id="56346" name="Group 80"/>
            <p:cNvGrpSpPr>
              <a:grpSpLocks/>
            </p:cNvGrpSpPr>
            <p:nvPr/>
          </p:nvGrpSpPr>
          <p:grpSpPr bwMode="auto">
            <a:xfrm>
              <a:off x="2643" y="3078"/>
              <a:ext cx="267" cy="187"/>
              <a:chOff x="3369" y="2211"/>
              <a:chExt cx="168" cy="204"/>
            </a:xfrm>
          </p:grpSpPr>
          <p:grpSp>
            <p:nvGrpSpPr>
              <p:cNvPr id="56480" name="Group 81"/>
              <p:cNvGrpSpPr>
                <a:grpSpLocks/>
              </p:cNvGrpSpPr>
              <p:nvPr/>
            </p:nvGrpSpPr>
            <p:grpSpPr bwMode="auto">
              <a:xfrm>
                <a:off x="3369" y="2211"/>
                <a:ext cx="165" cy="204"/>
                <a:chOff x="3264" y="1968"/>
                <a:chExt cx="165" cy="204"/>
              </a:xfrm>
            </p:grpSpPr>
            <p:sp>
              <p:nvSpPr>
                <p:cNvPr id="652370" name="Oval 82"/>
                <p:cNvSpPr>
                  <a:spLocks noChangeArrowheads="1"/>
                </p:cNvSpPr>
                <p:nvPr/>
              </p:nvSpPr>
              <p:spPr bwMode="auto">
                <a:xfrm>
                  <a:off x="3312" y="2016"/>
                  <a:ext cx="117" cy="117"/>
                </a:xfrm>
                <a:prstGeom prst="ellipse">
                  <a:avLst/>
                </a:prstGeom>
                <a:solidFill>
                  <a:schemeClr val="tx1"/>
                </a:solidFill>
                <a:ln w="9525">
                  <a:solidFill>
                    <a:schemeClr val="tx1"/>
                  </a:solidFill>
                  <a:round/>
                  <a:headEnd/>
                  <a:tailEnd/>
                </a:ln>
                <a:effectLst/>
              </p:spPr>
              <p:txBody>
                <a:bodyPr wrap="none" anchor="ctr"/>
                <a:lstStyle/>
                <a:p>
                  <a:pPr>
                    <a:defRPr/>
                  </a:pPr>
                  <a:endParaRPr lang="en-US">
                    <a:effectLst>
                      <a:outerShdw blurRad="38100" dist="38100" dir="2700000" algn="tl">
                        <a:srgbClr val="C0C0C0"/>
                      </a:outerShdw>
                    </a:effectLst>
                  </a:endParaRPr>
                </a:p>
              </p:txBody>
            </p:sp>
            <p:sp>
              <p:nvSpPr>
                <p:cNvPr id="652371" name="Rectangle 83"/>
                <p:cNvSpPr>
                  <a:spLocks noChangeArrowheads="1"/>
                </p:cNvSpPr>
                <p:nvPr/>
              </p:nvSpPr>
              <p:spPr bwMode="auto">
                <a:xfrm>
                  <a:off x="3264" y="1968"/>
                  <a:ext cx="108" cy="204"/>
                </a:xfrm>
                <a:prstGeom prst="rect">
                  <a:avLst/>
                </a:prstGeom>
                <a:solidFill>
                  <a:schemeClr val="bg1"/>
                </a:solidFill>
                <a:ln w="9525">
                  <a:no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grpSp>
          <p:sp>
            <p:nvSpPr>
              <p:cNvPr id="652372" name="Oval 84"/>
              <p:cNvSpPr>
                <a:spLocks noChangeArrowheads="1"/>
              </p:cNvSpPr>
              <p:nvPr/>
            </p:nvSpPr>
            <p:spPr bwMode="auto">
              <a:xfrm>
                <a:off x="3420" y="2259"/>
                <a:ext cx="117" cy="117"/>
              </a:xfrm>
              <a:prstGeom prst="ellips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grpSp>
        <p:grpSp>
          <p:nvGrpSpPr>
            <p:cNvPr id="56347" name="Group 85"/>
            <p:cNvGrpSpPr>
              <a:grpSpLocks/>
            </p:cNvGrpSpPr>
            <p:nvPr/>
          </p:nvGrpSpPr>
          <p:grpSpPr bwMode="auto">
            <a:xfrm>
              <a:off x="2647" y="2904"/>
              <a:ext cx="269" cy="187"/>
              <a:chOff x="3369" y="2211"/>
              <a:chExt cx="168" cy="204"/>
            </a:xfrm>
          </p:grpSpPr>
          <p:grpSp>
            <p:nvGrpSpPr>
              <p:cNvPr id="56476" name="Group 86"/>
              <p:cNvGrpSpPr>
                <a:grpSpLocks/>
              </p:cNvGrpSpPr>
              <p:nvPr/>
            </p:nvGrpSpPr>
            <p:grpSpPr bwMode="auto">
              <a:xfrm>
                <a:off x="3369" y="2211"/>
                <a:ext cx="165" cy="204"/>
                <a:chOff x="3264" y="1968"/>
                <a:chExt cx="165" cy="204"/>
              </a:xfrm>
            </p:grpSpPr>
            <p:sp>
              <p:nvSpPr>
                <p:cNvPr id="652375" name="Oval 87"/>
                <p:cNvSpPr>
                  <a:spLocks noChangeArrowheads="1"/>
                </p:cNvSpPr>
                <p:nvPr/>
              </p:nvSpPr>
              <p:spPr bwMode="auto">
                <a:xfrm>
                  <a:off x="3312" y="2016"/>
                  <a:ext cx="117" cy="117"/>
                </a:xfrm>
                <a:prstGeom prst="ellipse">
                  <a:avLst/>
                </a:prstGeom>
                <a:solidFill>
                  <a:schemeClr val="tx1"/>
                </a:solidFill>
                <a:ln w="9525">
                  <a:solidFill>
                    <a:schemeClr val="tx1"/>
                  </a:solidFill>
                  <a:round/>
                  <a:headEnd/>
                  <a:tailEnd/>
                </a:ln>
                <a:effectLst/>
              </p:spPr>
              <p:txBody>
                <a:bodyPr wrap="none" anchor="ctr"/>
                <a:lstStyle/>
                <a:p>
                  <a:pPr>
                    <a:defRPr/>
                  </a:pPr>
                  <a:endParaRPr lang="en-US">
                    <a:effectLst>
                      <a:outerShdw blurRad="38100" dist="38100" dir="2700000" algn="tl">
                        <a:srgbClr val="C0C0C0"/>
                      </a:outerShdw>
                    </a:effectLst>
                  </a:endParaRPr>
                </a:p>
              </p:txBody>
            </p:sp>
            <p:sp>
              <p:nvSpPr>
                <p:cNvPr id="652376" name="Rectangle 88"/>
                <p:cNvSpPr>
                  <a:spLocks noChangeArrowheads="1"/>
                </p:cNvSpPr>
                <p:nvPr/>
              </p:nvSpPr>
              <p:spPr bwMode="auto">
                <a:xfrm>
                  <a:off x="3264" y="1968"/>
                  <a:ext cx="108" cy="204"/>
                </a:xfrm>
                <a:prstGeom prst="rect">
                  <a:avLst/>
                </a:prstGeom>
                <a:solidFill>
                  <a:schemeClr val="bg1"/>
                </a:solidFill>
                <a:ln w="9525">
                  <a:no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grpSp>
          <p:sp>
            <p:nvSpPr>
              <p:cNvPr id="652377" name="Oval 89"/>
              <p:cNvSpPr>
                <a:spLocks noChangeArrowheads="1"/>
              </p:cNvSpPr>
              <p:nvPr/>
            </p:nvSpPr>
            <p:spPr bwMode="auto">
              <a:xfrm>
                <a:off x="3420" y="2259"/>
                <a:ext cx="117" cy="117"/>
              </a:xfrm>
              <a:prstGeom prst="ellips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grpSp>
        <p:grpSp>
          <p:nvGrpSpPr>
            <p:cNvPr id="56348" name="Group 90"/>
            <p:cNvGrpSpPr>
              <a:grpSpLocks/>
            </p:cNvGrpSpPr>
            <p:nvPr/>
          </p:nvGrpSpPr>
          <p:grpSpPr bwMode="auto">
            <a:xfrm>
              <a:off x="4948" y="1804"/>
              <a:ext cx="268" cy="187"/>
              <a:chOff x="3369" y="2211"/>
              <a:chExt cx="168" cy="204"/>
            </a:xfrm>
          </p:grpSpPr>
          <p:grpSp>
            <p:nvGrpSpPr>
              <p:cNvPr id="56472" name="Group 91"/>
              <p:cNvGrpSpPr>
                <a:grpSpLocks/>
              </p:cNvGrpSpPr>
              <p:nvPr/>
            </p:nvGrpSpPr>
            <p:grpSpPr bwMode="auto">
              <a:xfrm>
                <a:off x="3369" y="2211"/>
                <a:ext cx="165" cy="204"/>
                <a:chOff x="3264" y="1968"/>
                <a:chExt cx="165" cy="204"/>
              </a:xfrm>
            </p:grpSpPr>
            <p:sp>
              <p:nvSpPr>
                <p:cNvPr id="652380" name="Oval 92"/>
                <p:cNvSpPr>
                  <a:spLocks noChangeArrowheads="1"/>
                </p:cNvSpPr>
                <p:nvPr/>
              </p:nvSpPr>
              <p:spPr bwMode="auto">
                <a:xfrm>
                  <a:off x="3312" y="2016"/>
                  <a:ext cx="117" cy="117"/>
                </a:xfrm>
                <a:prstGeom prst="ellipse">
                  <a:avLst/>
                </a:prstGeom>
                <a:solidFill>
                  <a:schemeClr val="tx1"/>
                </a:solidFill>
                <a:ln w="9525">
                  <a:solidFill>
                    <a:schemeClr val="tx1"/>
                  </a:solidFill>
                  <a:round/>
                  <a:headEnd/>
                  <a:tailEnd/>
                </a:ln>
                <a:effectLst/>
              </p:spPr>
              <p:txBody>
                <a:bodyPr wrap="none" anchor="ctr"/>
                <a:lstStyle/>
                <a:p>
                  <a:pPr>
                    <a:defRPr/>
                  </a:pPr>
                  <a:endParaRPr lang="en-US">
                    <a:effectLst>
                      <a:outerShdw blurRad="38100" dist="38100" dir="2700000" algn="tl">
                        <a:srgbClr val="C0C0C0"/>
                      </a:outerShdw>
                    </a:effectLst>
                  </a:endParaRPr>
                </a:p>
              </p:txBody>
            </p:sp>
            <p:sp>
              <p:nvSpPr>
                <p:cNvPr id="652381" name="Rectangle 93"/>
                <p:cNvSpPr>
                  <a:spLocks noChangeArrowheads="1"/>
                </p:cNvSpPr>
                <p:nvPr/>
              </p:nvSpPr>
              <p:spPr bwMode="auto">
                <a:xfrm>
                  <a:off x="3264" y="1968"/>
                  <a:ext cx="108" cy="204"/>
                </a:xfrm>
                <a:prstGeom prst="rect">
                  <a:avLst/>
                </a:prstGeom>
                <a:solidFill>
                  <a:schemeClr val="bg1"/>
                </a:solidFill>
                <a:ln w="9525">
                  <a:no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grpSp>
          <p:sp>
            <p:nvSpPr>
              <p:cNvPr id="652382" name="Oval 94"/>
              <p:cNvSpPr>
                <a:spLocks noChangeArrowheads="1"/>
              </p:cNvSpPr>
              <p:nvPr/>
            </p:nvSpPr>
            <p:spPr bwMode="auto">
              <a:xfrm>
                <a:off x="3420" y="2259"/>
                <a:ext cx="117" cy="117"/>
              </a:xfrm>
              <a:prstGeom prst="ellips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grpSp>
        <p:grpSp>
          <p:nvGrpSpPr>
            <p:cNvPr id="56349" name="Group 95"/>
            <p:cNvGrpSpPr>
              <a:grpSpLocks/>
            </p:cNvGrpSpPr>
            <p:nvPr/>
          </p:nvGrpSpPr>
          <p:grpSpPr bwMode="auto">
            <a:xfrm>
              <a:off x="4569" y="1451"/>
              <a:ext cx="268" cy="187"/>
              <a:chOff x="3369" y="2211"/>
              <a:chExt cx="168" cy="204"/>
            </a:xfrm>
          </p:grpSpPr>
          <p:grpSp>
            <p:nvGrpSpPr>
              <p:cNvPr id="56468" name="Group 96"/>
              <p:cNvGrpSpPr>
                <a:grpSpLocks/>
              </p:cNvGrpSpPr>
              <p:nvPr/>
            </p:nvGrpSpPr>
            <p:grpSpPr bwMode="auto">
              <a:xfrm>
                <a:off x="3369" y="2211"/>
                <a:ext cx="165" cy="204"/>
                <a:chOff x="3264" y="1968"/>
                <a:chExt cx="165" cy="204"/>
              </a:xfrm>
            </p:grpSpPr>
            <p:sp>
              <p:nvSpPr>
                <p:cNvPr id="652385" name="Oval 97"/>
                <p:cNvSpPr>
                  <a:spLocks noChangeArrowheads="1"/>
                </p:cNvSpPr>
                <p:nvPr/>
              </p:nvSpPr>
              <p:spPr bwMode="auto">
                <a:xfrm>
                  <a:off x="3312" y="2016"/>
                  <a:ext cx="117" cy="117"/>
                </a:xfrm>
                <a:prstGeom prst="ellipse">
                  <a:avLst/>
                </a:prstGeom>
                <a:solidFill>
                  <a:schemeClr val="tx1"/>
                </a:solidFill>
                <a:ln w="9525">
                  <a:solidFill>
                    <a:schemeClr val="tx1"/>
                  </a:solidFill>
                  <a:round/>
                  <a:headEnd/>
                  <a:tailEnd/>
                </a:ln>
                <a:effectLst/>
              </p:spPr>
              <p:txBody>
                <a:bodyPr wrap="none" anchor="ctr"/>
                <a:lstStyle/>
                <a:p>
                  <a:pPr>
                    <a:defRPr/>
                  </a:pPr>
                  <a:endParaRPr lang="en-US">
                    <a:effectLst>
                      <a:outerShdw blurRad="38100" dist="38100" dir="2700000" algn="tl">
                        <a:srgbClr val="C0C0C0"/>
                      </a:outerShdw>
                    </a:effectLst>
                  </a:endParaRPr>
                </a:p>
              </p:txBody>
            </p:sp>
            <p:sp>
              <p:nvSpPr>
                <p:cNvPr id="652386" name="Rectangle 98"/>
                <p:cNvSpPr>
                  <a:spLocks noChangeArrowheads="1"/>
                </p:cNvSpPr>
                <p:nvPr/>
              </p:nvSpPr>
              <p:spPr bwMode="auto">
                <a:xfrm>
                  <a:off x="3264" y="1968"/>
                  <a:ext cx="108" cy="204"/>
                </a:xfrm>
                <a:prstGeom prst="rect">
                  <a:avLst/>
                </a:prstGeom>
                <a:solidFill>
                  <a:schemeClr val="bg1"/>
                </a:solidFill>
                <a:ln w="9525">
                  <a:no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grpSp>
          <p:sp>
            <p:nvSpPr>
              <p:cNvPr id="652387" name="Oval 99"/>
              <p:cNvSpPr>
                <a:spLocks noChangeArrowheads="1"/>
              </p:cNvSpPr>
              <p:nvPr/>
            </p:nvSpPr>
            <p:spPr bwMode="auto">
              <a:xfrm>
                <a:off x="3420" y="2259"/>
                <a:ext cx="117" cy="117"/>
              </a:xfrm>
              <a:prstGeom prst="ellips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grpSp>
        <p:grpSp>
          <p:nvGrpSpPr>
            <p:cNvPr id="56350" name="Group 100"/>
            <p:cNvGrpSpPr>
              <a:grpSpLocks/>
            </p:cNvGrpSpPr>
            <p:nvPr/>
          </p:nvGrpSpPr>
          <p:grpSpPr bwMode="auto">
            <a:xfrm>
              <a:off x="4564" y="1627"/>
              <a:ext cx="269" cy="188"/>
              <a:chOff x="3369" y="2211"/>
              <a:chExt cx="168" cy="204"/>
            </a:xfrm>
          </p:grpSpPr>
          <p:grpSp>
            <p:nvGrpSpPr>
              <p:cNvPr id="56464" name="Group 101"/>
              <p:cNvGrpSpPr>
                <a:grpSpLocks/>
              </p:cNvGrpSpPr>
              <p:nvPr/>
            </p:nvGrpSpPr>
            <p:grpSpPr bwMode="auto">
              <a:xfrm>
                <a:off x="3369" y="2211"/>
                <a:ext cx="165" cy="204"/>
                <a:chOff x="3264" y="1968"/>
                <a:chExt cx="165" cy="204"/>
              </a:xfrm>
            </p:grpSpPr>
            <p:sp>
              <p:nvSpPr>
                <p:cNvPr id="652390" name="Oval 102"/>
                <p:cNvSpPr>
                  <a:spLocks noChangeArrowheads="1"/>
                </p:cNvSpPr>
                <p:nvPr/>
              </p:nvSpPr>
              <p:spPr bwMode="auto">
                <a:xfrm>
                  <a:off x="3312" y="2016"/>
                  <a:ext cx="117" cy="117"/>
                </a:xfrm>
                <a:prstGeom prst="ellipse">
                  <a:avLst/>
                </a:prstGeom>
                <a:solidFill>
                  <a:schemeClr val="tx1"/>
                </a:solidFill>
                <a:ln w="9525">
                  <a:solidFill>
                    <a:schemeClr val="tx1"/>
                  </a:solidFill>
                  <a:round/>
                  <a:headEnd/>
                  <a:tailEnd/>
                </a:ln>
                <a:effectLst/>
              </p:spPr>
              <p:txBody>
                <a:bodyPr wrap="none" anchor="ctr"/>
                <a:lstStyle/>
                <a:p>
                  <a:pPr>
                    <a:defRPr/>
                  </a:pPr>
                  <a:endParaRPr lang="en-US">
                    <a:effectLst>
                      <a:outerShdw blurRad="38100" dist="38100" dir="2700000" algn="tl">
                        <a:srgbClr val="C0C0C0"/>
                      </a:outerShdw>
                    </a:effectLst>
                  </a:endParaRPr>
                </a:p>
              </p:txBody>
            </p:sp>
            <p:sp>
              <p:nvSpPr>
                <p:cNvPr id="652391" name="Rectangle 103"/>
                <p:cNvSpPr>
                  <a:spLocks noChangeArrowheads="1"/>
                </p:cNvSpPr>
                <p:nvPr/>
              </p:nvSpPr>
              <p:spPr bwMode="auto">
                <a:xfrm>
                  <a:off x="3264" y="1968"/>
                  <a:ext cx="108" cy="204"/>
                </a:xfrm>
                <a:prstGeom prst="rect">
                  <a:avLst/>
                </a:prstGeom>
                <a:solidFill>
                  <a:schemeClr val="bg1"/>
                </a:solidFill>
                <a:ln w="9525">
                  <a:no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grpSp>
          <p:sp>
            <p:nvSpPr>
              <p:cNvPr id="652392" name="Oval 104"/>
              <p:cNvSpPr>
                <a:spLocks noChangeArrowheads="1"/>
              </p:cNvSpPr>
              <p:nvPr/>
            </p:nvSpPr>
            <p:spPr bwMode="auto">
              <a:xfrm>
                <a:off x="3420" y="2259"/>
                <a:ext cx="117" cy="117"/>
              </a:xfrm>
              <a:prstGeom prst="ellips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grpSp>
        <p:grpSp>
          <p:nvGrpSpPr>
            <p:cNvPr id="56351" name="Group 105"/>
            <p:cNvGrpSpPr>
              <a:grpSpLocks/>
            </p:cNvGrpSpPr>
            <p:nvPr/>
          </p:nvGrpSpPr>
          <p:grpSpPr bwMode="auto">
            <a:xfrm>
              <a:off x="4569" y="1977"/>
              <a:ext cx="268" cy="188"/>
              <a:chOff x="3369" y="2211"/>
              <a:chExt cx="168" cy="204"/>
            </a:xfrm>
          </p:grpSpPr>
          <p:grpSp>
            <p:nvGrpSpPr>
              <p:cNvPr id="56460" name="Group 106"/>
              <p:cNvGrpSpPr>
                <a:grpSpLocks/>
              </p:cNvGrpSpPr>
              <p:nvPr/>
            </p:nvGrpSpPr>
            <p:grpSpPr bwMode="auto">
              <a:xfrm>
                <a:off x="3369" y="2211"/>
                <a:ext cx="165" cy="204"/>
                <a:chOff x="3264" y="1968"/>
                <a:chExt cx="165" cy="204"/>
              </a:xfrm>
            </p:grpSpPr>
            <p:sp>
              <p:nvSpPr>
                <p:cNvPr id="652395" name="Oval 107"/>
                <p:cNvSpPr>
                  <a:spLocks noChangeArrowheads="1"/>
                </p:cNvSpPr>
                <p:nvPr/>
              </p:nvSpPr>
              <p:spPr bwMode="auto">
                <a:xfrm>
                  <a:off x="3312" y="2016"/>
                  <a:ext cx="117" cy="117"/>
                </a:xfrm>
                <a:prstGeom prst="ellipse">
                  <a:avLst/>
                </a:prstGeom>
                <a:solidFill>
                  <a:schemeClr val="tx1"/>
                </a:solidFill>
                <a:ln w="9525">
                  <a:solidFill>
                    <a:schemeClr val="tx1"/>
                  </a:solidFill>
                  <a:round/>
                  <a:headEnd/>
                  <a:tailEnd/>
                </a:ln>
                <a:effectLst/>
              </p:spPr>
              <p:txBody>
                <a:bodyPr wrap="none" anchor="ctr"/>
                <a:lstStyle/>
                <a:p>
                  <a:pPr>
                    <a:defRPr/>
                  </a:pPr>
                  <a:endParaRPr lang="en-US">
                    <a:effectLst>
                      <a:outerShdw blurRad="38100" dist="38100" dir="2700000" algn="tl">
                        <a:srgbClr val="C0C0C0"/>
                      </a:outerShdw>
                    </a:effectLst>
                  </a:endParaRPr>
                </a:p>
              </p:txBody>
            </p:sp>
            <p:sp>
              <p:nvSpPr>
                <p:cNvPr id="652396" name="Rectangle 108"/>
                <p:cNvSpPr>
                  <a:spLocks noChangeArrowheads="1"/>
                </p:cNvSpPr>
                <p:nvPr/>
              </p:nvSpPr>
              <p:spPr bwMode="auto">
                <a:xfrm>
                  <a:off x="3264" y="1968"/>
                  <a:ext cx="108" cy="204"/>
                </a:xfrm>
                <a:prstGeom prst="rect">
                  <a:avLst/>
                </a:prstGeom>
                <a:solidFill>
                  <a:schemeClr val="bg1"/>
                </a:solidFill>
                <a:ln w="9525">
                  <a:no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grpSp>
          <p:sp>
            <p:nvSpPr>
              <p:cNvPr id="652397" name="Oval 109"/>
              <p:cNvSpPr>
                <a:spLocks noChangeArrowheads="1"/>
              </p:cNvSpPr>
              <p:nvPr/>
            </p:nvSpPr>
            <p:spPr bwMode="auto">
              <a:xfrm>
                <a:off x="3420" y="2259"/>
                <a:ext cx="117" cy="117"/>
              </a:xfrm>
              <a:prstGeom prst="ellips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grpSp>
        <p:grpSp>
          <p:nvGrpSpPr>
            <p:cNvPr id="56352" name="Group 110"/>
            <p:cNvGrpSpPr>
              <a:grpSpLocks/>
            </p:cNvGrpSpPr>
            <p:nvPr/>
          </p:nvGrpSpPr>
          <p:grpSpPr bwMode="auto">
            <a:xfrm>
              <a:off x="4186" y="1974"/>
              <a:ext cx="268" cy="189"/>
              <a:chOff x="3369" y="2211"/>
              <a:chExt cx="168" cy="204"/>
            </a:xfrm>
          </p:grpSpPr>
          <p:grpSp>
            <p:nvGrpSpPr>
              <p:cNvPr id="56456" name="Group 111"/>
              <p:cNvGrpSpPr>
                <a:grpSpLocks/>
              </p:cNvGrpSpPr>
              <p:nvPr/>
            </p:nvGrpSpPr>
            <p:grpSpPr bwMode="auto">
              <a:xfrm>
                <a:off x="3369" y="2211"/>
                <a:ext cx="165" cy="204"/>
                <a:chOff x="3264" y="1968"/>
                <a:chExt cx="165" cy="204"/>
              </a:xfrm>
            </p:grpSpPr>
            <p:sp>
              <p:nvSpPr>
                <p:cNvPr id="652400" name="Oval 112"/>
                <p:cNvSpPr>
                  <a:spLocks noChangeArrowheads="1"/>
                </p:cNvSpPr>
                <p:nvPr/>
              </p:nvSpPr>
              <p:spPr bwMode="auto">
                <a:xfrm>
                  <a:off x="3312" y="2015"/>
                  <a:ext cx="117" cy="118"/>
                </a:xfrm>
                <a:prstGeom prst="ellipse">
                  <a:avLst/>
                </a:prstGeom>
                <a:solidFill>
                  <a:schemeClr val="tx1"/>
                </a:solidFill>
                <a:ln w="9525">
                  <a:solidFill>
                    <a:schemeClr val="tx1"/>
                  </a:solidFill>
                  <a:round/>
                  <a:headEnd/>
                  <a:tailEnd/>
                </a:ln>
                <a:effectLst/>
              </p:spPr>
              <p:txBody>
                <a:bodyPr wrap="none" anchor="ctr"/>
                <a:lstStyle/>
                <a:p>
                  <a:pPr>
                    <a:defRPr/>
                  </a:pPr>
                  <a:endParaRPr lang="en-US">
                    <a:effectLst>
                      <a:outerShdw blurRad="38100" dist="38100" dir="2700000" algn="tl">
                        <a:srgbClr val="C0C0C0"/>
                      </a:outerShdw>
                    </a:effectLst>
                  </a:endParaRPr>
                </a:p>
              </p:txBody>
            </p:sp>
            <p:sp>
              <p:nvSpPr>
                <p:cNvPr id="652401" name="Rectangle 113"/>
                <p:cNvSpPr>
                  <a:spLocks noChangeArrowheads="1"/>
                </p:cNvSpPr>
                <p:nvPr/>
              </p:nvSpPr>
              <p:spPr bwMode="auto">
                <a:xfrm>
                  <a:off x="3264" y="1968"/>
                  <a:ext cx="108" cy="204"/>
                </a:xfrm>
                <a:prstGeom prst="rect">
                  <a:avLst/>
                </a:prstGeom>
                <a:solidFill>
                  <a:schemeClr val="bg1"/>
                </a:solidFill>
                <a:ln w="9525">
                  <a:no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grpSp>
          <p:sp>
            <p:nvSpPr>
              <p:cNvPr id="652402" name="Oval 114"/>
              <p:cNvSpPr>
                <a:spLocks noChangeArrowheads="1"/>
              </p:cNvSpPr>
              <p:nvPr/>
            </p:nvSpPr>
            <p:spPr bwMode="auto">
              <a:xfrm>
                <a:off x="3420" y="2258"/>
                <a:ext cx="117" cy="118"/>
              </a:xfrm>
              <a:prstGeom prst="ellips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grpSp>
        <p:grpSp>
          <p:nvGrpSpPr>
            <p:cNvPr id="56353" name="Group 115"/>
            <p:cNvGrpSpPr>
              <a:grpSpLocks/>
            </p:cNvGrpSpPr>
            <p:nvPr/>
          </p:nvGrpSpPr>
          <p:grpSpPr bwMode="auto">
            <a:xfrm>
              <a:off x="4186" y="1625"/>
              <a:ext cx="268" cy="187"/>
              <a:chOff x="3369" y="2211"/>
              <a:chExt cx="168" cy="204"/>
            </a:xfrm>
          </p:grpSpPr>
          <p:grpSp>
            <p:nvGrpSpPr>
              <p:cNvPr id="56452" name="Group 116"/>
              <p:cNvGrpSpPr>
                <a:grpSpLocks/>
              </p:cNvGrpSpPr>
              <p:nvPr/>
            </p:nvGrpSpPr>
            <p:grpSpPr bwMode="auto">
              <a:xfrm>
                <a:off x="3369" y="2211"/>
                <a:ext cx="165" cy="204"/>
                <a:chOff x="3264" y="1968"/>
                <a:chExt cx="165" cy="204"/>
              </a:xfrm>
            </p:grpSpPr>
            <p:sp>
              <p:nvSpPr>
                <p:cNvPr id="652405" name="Oval 117"/>
                <p:cNvSpPr>
                  <a:spLocks noChangeArrowheads="1"/>
                </p:cNvSpPr>
                <p:nvPr/>
              </p:nvSpPr>
              <p:spPr bwMode="auto">
                <a:xfrm>
                  <a:off x="3312" y="2016"/>
                  <a:ext cx="117" cy="117"/>
                </a:xfrm>
                <a:prstGeom prst="ellipse">
                  <a:avLst/>
                </a:prstGeom>
                <a:solidFill>
                  <a:schemeClr val="tx1"/>
                </a:solidFill>
                <a:ln w="9525">
                  <a:solidFill>
                    <a:schemeClr val="tx1"/>
                  </a:solidFill>
                  <a:round/>
                  <a:headEnd/>
                  <a:tailEnd/>
                </a:ln>
                <a:effectLst/>
              </p:spPr>
              <p:txBody>
                <a:bodyPr wrap="none" anchor="ctr"/>
                <a:lstStyle/>
                <a:p>
                  <a:pPr>
                    <a:defRPr/>
                  </a:pPr>
                  <a:endParaRPr lang="en-US">
                    <a:effectLst>
                      <a:outerShdw blurRad="38100" dist="38100" dir="2700000" algn="tl">
                        <a:srgbClr val="C0C0C0"/>
                      </a:outerShdw>
                    </a:effectLst>
                  </a:endParaRPr>
                </a:p>
              </p:txBody>
            </p:sp>
            <p:sp>
              <p:nvSpPr>
                <p:cNvPr id="652406" name="Rectangle 118"/>
                <p:cNvSpPr>
                  <a:spLocks noChangeArrowheads="1"/>
                </p:cNvSpPr>
                <p:nvPr/>
              </p:nvSpPr>
              <p:spPr bwMode="auto">
                <a:xfrm>
                  <a:off x="3264" y="1968"/>
                  <a:ext cx="108" cy="204"/>
                </a:xfrm>
                <a:prstGeom prst="rect">
                  <a:avLst/>
                </a:prstGeom>
                <a:solidFill>
                  <a:schemeClr val="bg1"/>
                </a:solidFill>
                <a:ln w="9525">
                  <a:no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grpSp>
          <p:sp>
            <p:nvSpPr>
              <p:cNvPr id="652407" name="Oval 119"/>
              <p:cNvSpPr>
                <a:spLocks noChangeArrowheads="1"/>
              </p:cNvSpPr>
              <p:nvPr/>
            </p:nvSpPr>
            <p:spPr bwMode="auto">
              <a:xfrm>
                <a:off x="3420" y="2259"/>
                <a:ext cx="117" cy="117"/>
              </a:xfrm>
              <a:prstGeom prst="ellips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grpSp>
        <p:grpSp>
          <p:nvGrpSpPr>
            <p:cNvPr id="56354" name="Group 120"/>
            <p:cNvGrpSpPr>
              <a:grpSpLocks/>
            </p:cNvGrpSpPr>
            <p:nvPr/>
          </p:nvGrpSpPr>
          <p:grpSpPr bwMode="auto">
            <a:xfrm>
              <a:off x="4186" y="1451"/>
              <a:ext cx="268" cy="187"/>
              <a:chOff x="3369" y="2211"/>
              <a:chExt cx="168" cy="204"/>
            </a:xfrm>
          </p:grpSpPr>
          <p:grpSp>
            <p:nvGrpSpPr>
              <p:cNvPr id="56448" name="Group 121"/>
              <p:cNvGrpSpPr>
                <a:grpSpLocks/>
              </p:cNvGrpSpPr>
              <p:nvPr/>
            </p:nvGrpSpPr>
            <p:grpSpPr bwMode="auto">
              <a:xfrm>
                <a:off x="3369" y="2211"/>
                <a:ext cx="165" cy="204"/>
                <a:chOff x="3264" y="1968"/>
                <a:chExt cx="165" cy="204"/>
              </a:xfrm>
            </p:grpSpPr>
            <p:sp>
              <p:nvSpPr>
                <p:cNvPr id="652410" name="Oval 122"/>
                <p:cNvSpPr>
                  <a:spLocks noChangeArrowheads="1"/>
                </p:cNvSpPr>
                <p:nvPr/>
              </p:nvSpPr>
              <p:spPr bwMode="auto">
                <a:xfrm>
                  <a:off x="3312" y="2016"/>
                  <a:ext cx="117" cy="117"/>
                </a:xfrm>
                <a:prstGeom prst="ellipse">
                  <a:avLst/>
                </a:prstGeom>
                <a:solidFill>
                  <a:schemeClr val="tx1"/>
                </a:solidFill>
                <a:ln w="9525">
                  <a:solidFill>
                    <a:schemeClr val="tx1"/>
                  </a:solidFill>
                  <a:round/>
                  <a:headEnd/>
                  <a:tailEnd/>
                </a:ln>
                <a:effectLst/>
              </p:spPr>
              <p:txBody>
                <a:bodyPr wrap="none" anchor="ctr"/>
                <a:lstStyle/>
                <a:p>
                  <a:pPr>
                    <a:defRPr/>
                  </a:pPr>
                  <a:endParaRPr lang="en-US">
                    <a:effectLst>
                      <a:outerShdw blurRad="38100" dist="38100" dir="2700000" algn="tl">
                        <a:srgbClr val="C0C0C0"/>
                      </a:outerShdw>
                    </a:effectLst>
                  </a:endParaRPr>
                </a:p>
              </p:txBody>
            </p:sp>
            <p:sp>
              <p:nvSpPr>
                <p:cNvPr id="652411" name="Rectangle 123"/>
                <p:cNvSpPr>
                  <a:spLocks noChangeArrowheads="1"/>
                </p:cNvSpPr>
                <p:nvPr/>
              </p:nvSpPr>
              <p:spPr bwMode="auto">
                <a:xfrm>
                  <a:off x="3264" y="1968"/>
                  <a:ext cx="108" cy="204"/>
                </a:xfrm>
                <a:prstGeom prst="rect">
                  <a:avLst/>
                </a:prstGeom>
                <a:solidFill>
                  <a:schemeClr val="bg1"/>
                </a:solidFill>
                <a:ln w="9525">
                  <a:no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grpSp>
          <p:sp>
            <p:nvSpPr>
              <p:cNvPr id="652412" name="Oval 124"/>
              <p:cNvSpPr>
                <a:spLocks noChangeArrowheads="1"/>
              </p:cNvSpPr>
              <p:nvPr/>
            </p:nvSpPr>
            <p:spPr bwMode="auto">
              <a:xfrm>
                <a:off x="3420" y="2259"/>
                <a:ext cx="117" cy="117"/>
              </a:xfrm>
              <a:prstGeom prst="ellips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grpSp>
        <p:grpSp>
          <p:nvGrpSpPr>
            <p:cNvPr id="56355" name="Group 125"/>
            <p:cNvGrpSpPr>
              <a:grpSpLocks/>
            </p:cNvGrpSpPr>
            <p:nvPr/>
          </p:nvGrpSpPr>
          <p:grpSpPr bwMode="auto">
            <a:xfrm>
              <a:off x="3424" y="1979"/>
              <a:ext cx="268" cy="189"/>
              <a:chOff x="3369" y="2211"/>
              <a:chExt cx="168" cy="204"/>
            </a:xfrm>
          </p:grpSpPr>
          <p:grpSp>
            <p:nvGrpSpPr>
              <p:cNvPr id="56444" name="Group 126"/>
              <p:cNvGrpSpPr>
                <a:grpSpLocks/>
              </p:cNvGrpSpPr>
              <p:nvPr/>
            </p:nvGrpSpPr>
            <p:grpSpPr bwMode="auto">
              <a:xfrm>
                <a:off x="3369" y="2211"/>
                <a:ext cx="165" cy="204"/>
                <a:chOff x="3264" y="1968"/>
                <a:chExt cx="165" cy="204"/>
              </a:xfrm>
            </p:grpSpPr>
            <p:sp>
              <p:nvSpPr>
                <p:cNvPr id="652415" name="Oval 127"/>
                <p:cNvSpPr>
                  <a:spLocks noChangeArrowheads="1"/>
                </p:cNvSpPr>
                <p:nvPr/>
              </p:nvSpPr>
              <p:spPr bwMode="auto">
                <a:xfrm>
                  <a:off x="3312" y="2015"/>
                  <a:ext cx="117" cy="118"/>
                </a:xfrm>
                <a:prstGeom prst="ellipse">
                  <a:avLst/>
                </a:prstGeom>
                <a:solidFill>
                  <a:schemeClr val="tx1"/>
                </a:solidFill>
                <a:ln w="9525">
                  <a:solidFill>
                    <a:schemeClr val="tx1"/>
                  </a:solidFill>
                  <a:round/>
                  <a:headEnd/>
                  <a:tailEnd/>
                </a:ln>
                <a:effectLst/>
              </p:spPr>
              <p:txBody>
                <a:bodyPr wrap="none" anchor="ctr"/>
                <a:lstStyle/>
                <a:p>
                  <a:pPr>
                    <a:defRPr/>
                  </a:pPr>
                  <a:endParaRPr lang="en-US">
                    <a:effectLst>
                      <a:outerShdw blurRad="38100" dist="38100" dir="2700000" algn="tl">
                        <a:srgbClr val="C0C0C0"/>
                      </a:outerShdw>
                    </a:effectLst>
                  </a:endParaRPr>
                </a:p>
              </p:txBody>
            </p:sp>
            <p:sp>
              <p:nvSpPr>
                <p:cNvPr id="652416" name="Rectangle 128"/>
                <p:cNvSpPr>
                  <a:spLocks noChangeArrowheads="1"/>
                </p:cNvSpPr>
                <p:nvPr/>
              </p:nvSpPr>
              <p:spPr bwMode="auto">
                <a:xfrm>
                  <a:off x="3264" y="1968"/>
                  <a:ext cx="108" cy="204"/>
                </a:xfrm>
                <a:prstGeom prst="rect">
                  <a:avLst/>
                </a:prstGeom>
                <a:solidFill>
                  <a:schemeClr val="bg1"/>
                </a:solidFill>
                <a:ln w="9525">
                  <a:no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grpSp>
          <p:sp>
            <p:nvSpPr>
              <p:cNvPr id="652417" name="Oval 129"/>
              <p:cNvSpPr>
                <a:spLocks noChangeArrowheads="1"/>
              </p:cNvSpPr>
              <p:nvPr/>
            </p:nvSpPr>
            <p:spPr bwMode="auto">
              <a:xfrm>
                <a:off x="3420" y="2258"/>
                <a:ext cx="117" cy="118"/>
              </a:xfrm>
              <a:prstGeom prst="ellips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grpSp>
        <p:grpSp>
          <p:nvGrpSpPr>
            <p:cNvPr id="56356" name="Group 130"/>
            <p:cNvGrpSpPr>
              <a:grpSpLocks/>
            </p:cNvGrpSpPr>
            <p:nvPr/>
          </p:nvGrpSpPr>
          <p:grpSpPr bwMode="auto">
            <a:xfrm>
              <a:off x="4952" y="1451"/>
              <a:ext cx="269" cy="187"/>
              <a:chOff x="3369" y="2211"/>
              <a:chExt cx="168" cy="204"/>
            </a:xfrm>
          </p:grpSpPr>
          <p:grpSp>
            <p:nvGrpSpPr>
              <p:cNvPr id="56440" name="Group 131"/>
              <p:cNvGrpSpPr>
                <a:grpSpLocks/>
              </p:cNvGrpSpPr>
              <p:nvPr/>
            </p:nvGrpSpPr>
            <p:grpSpPr bwMode="auto">
              <a:xfrm>
                <a:off x="3369" y="2211"/>
                <a:ext cx="165" cy="204"/>
                <a:chOff x="3264" y="1968"/>
                <a:chExt cx="165" cy="204"/>
              </a:xfrm>
            </p:grpSpPr>
            <p:sp>
              <p:nvSpPr>
                <p:cNvPr id="652420" name="Oval 132"/>
                <p:cNvSpPr>
                  <a:spLocks noChangeArrowheads="1"/>
                </p:cNvSpPr>
                <p:nvPr/>
              </p:nvSpPr>
              <p:spPr bwMode="auto">
                <a:xfrm>
                  <a:off x="3312" y="2016"/>
                  <a:ext cx="117" cy="117"/>
                </a:xfrm>
                <a:prstGeom prst="ellipse">
                  <a:avLst/>
                </a:prstGeom>
                <a:solidFill>
                  <a:schemeClr val="tx1"/>
                </a:solidFill>
                <a:ln w="9525">
                  <a:solidFill>
                    <a:schemeClr val="tx1"/>
                  </a:solidFill>
                  <a:round/>
                  <a:headEnd/>
                  <a:tailEnd/>
                </a:ln>
                <a:effectLst/>
              </p:spPr>
              <p:txBody>
                <a:bodyPr wrap="none" anchor="ctr"/>
                <a:lstStyle/>
                <a:p>
                  <a:pPr>
                    <a:defRPr/>
                  </a:pPr>
                  <a:endParaRPr lang="en-US">
                    <a:effectLst>
                      <a:outerShdw blurRad="38100" dist="38100" dir="2700000" algn="tl">
                        <a:srgbClr val="C0C0C0"/>
                      </a:outerShdw>
                    </a:effectLst>
                  </a:endParaRPr>
                </a:p>
              </p:txBody>
            </p:sp>
            <p:sp>
              <p:nvSpPr>
                <p:cNvPr id="652421" name="Rectangle 133"/>
                <p:cNvSpPr>
                  <a:spLocks noChangeArrowheads="1"/>
                </p:cNvSpPr>
                <p:nvPr/>
              </p:nvSpPr>
              <p:spPr bwMode="auto">
                <a:xfrm>
                  <a:off x="3264" y="1968"/>
                  <a:ext cx="108" cy="204"/>
                </a:xfrm>
                <a:prstGeom prst="rect">
                  <a:avLst/>
                </a:prstGeom>
                <a:solidFill>
                  <a:schemeClr val="bg1"/>
                </a:solidFill>
                <a:ln w="9525">
                  <a:no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grpSp>
          <p:sp>
            <p:nvSpPr>
              <p:cNvPr id="652422" name="Oval 134"/>
              <p:cNvSpPr>
                <a:spLocks noChangeArrowheads="1"/>
              </p:cNvSpPr>
              <p:nvPr/>
            </p:nvSpPr>
            <p:spPr bwMode="auto">
              <a:xfrm>
                <a:off x="3420" y="2259"/>
                <a:ext cx="117" cy="117"/>
              </a:xfrm>
              <a:prstGeom prst="ellips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outerShdw>
                  </a:effectLst>
                </a:endParaRPr>
              </a:p>
            </p:txBody>
          </p:sp>
        </p:grpSp>
        <p:sp>
          <p:nvSpPr>
            <p:cNvPr id="652423" name="Rectangle 135"/>
            <p:cNvSpPr>
              <a:spLocks noChangeArrowheads="1"/>
            </p:cNvSpPr>
            <p:nvPr/>
          </p:nvSpPr>
          <p:spPr bwMode="auto">
            <a:xfrm>
              <a:off x="958" y="1456"/>
              <a:ext cx="4372" cy="1986"/>
            </a:xfrm>
            <a:prstGeom prst="rect">
              <a:avLst/>
            </a:prstGeom>
            <a:noFill/>
            <a:ln w="28575">
              <a:solidFill>
                <a:schemeClr val="tx1"/>
              </a:solidFill>
              <a:miter lim="800000"/>
              <a:headEnd/>
              <a:tailEnd/>
            </a:ln>
            <a:effectLst/>
          </p:spPr>
          <p:txBody>
            <a:bodyPr wrap="none" anchor="ctr"/>
            <a:lstStyle/>
            <a:p>
              <a:pPr>
                <a:defRPr/>
              </a:pPr>
              <a:endParaRPr lang="en-US">
                <a:effectLst>
                  <a:outerShdw blurRad="38100" dist="38100" dir="2700000" algn="tl">
                    <a:srgbClr val="000000"/>
                  </a:outerShdw>
                </a:effectLst>
              </a:endParaRPr>
            </a:p>
          </p:txBody>
        </p:sp>
        <p:sp>
          <p:nvSpPr>
            <p:cNvPr id="652424" name="Line 136"/>
            <p:cNvSpPr>
              <a:spLocks noChangeShapeType="1"/>
            </p:cNvSpPr>
            <p:nvPr/>
          </p:nvSpPr>
          <p:spPr bwMode="auto">
            <a:xfrm>
              <a:off x="958" y="1633"/>
              <a:ext cx="4372" cy="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652425" name="Line 137"/>
            <p:cNvSpPr>
              <a:spLocks noChangeShapeType="1"/>
            </p:cNvSpPr>
            <p:nvPr/>
          </p:nvSpPr>
          <p:spPr bwMode="auto">
            <a:xfrm>
              <a:off x="958" y="1809"/>
              <a:ext cx="4372" cy="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652426" name="Line 138"/>
            <p:cNvSpPr>
              <a:spLocks noChangeShapeType="1"/>
            </p:cNvSpPr>
            <p:nvPr/>
          </p:nvSpPr>
          <p:spPr bwMode="auto">
            <a:xfrm>
              <a:off x="958" y="1986"/>
              <a:ext cx="4372" cy="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652427" name="Line 139"/>
            <p:cNvSpPr>
              <a:spLocks noChangeShapeType="1"/>
            </p:cNvSpPr>
            <p:nvPr/>
          </p:nvSpPr>
          <p:spPr bwMode="auto">
            <a:xfrm>
              <a:off x="958" y="2163"/>
              <a:ext cx="4372" cy="0"/>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652428" name="Line 140"/>
            <p:cNvSpPr>
              <a:spLocks noChangeShapeType="1"/>
            </p:cNvSpPr>
            <p:nvPr/>
          </p:nvSpPr>
          <p:spPr bwMode="auto">
            <a:xfrm>
              <a:off x="958" y="2736"/>
              <a:ext cx="4372" cy="0"/>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652429" name="Line 141"/>
            <p:cNvSpPr>
              <a:spLocks noChangeShapeType="1"/>
            </p:cNvSpPr>
            <p:nvPr/>
          </p:nvSpPr>
          <p:spPr bwMode="auto">
            <a:xfrm>
              <a:off x="958" y="2912"/>
              <a:ext cx="4372" cy="1"/>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652430" name="Line 142"/>
            <p:cNvSpPr>
              <a:spLocks noChangeShapeType="1"/>
            </p:cNvSpPr>
            <p:nvPr/>
          </p:nvSpPr>
          <p:spPr bwMode="auto">
            <a:xfrm>
              <a:off x="958" y="3088"/>
              <a:ext cx="4372" cy="2"/>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652431" name="Line 143"/>
            <p:cNvSpPr>
              <a:spLocks noChangeShapeType="1"/>
            </p:cNvSpPr>
            <p:nvPr/>
          </p:nvSpPr>
          <p:spPr bwMode="auto">
            <a:xfrm>
              <a:off x="958" y="3265"/>
              <a:ext cx="4372" cy="1"/>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652432" name="Line 144"/>
            <p:cNvSpPr>
              <a:spLocks noChangeShapeType="1"/>
            </p:cNvSpPr>
            <p:nvPr/>
          </p:nvSpPr>
          <p:spPr bwMode="auto">
            <a:xfrm>
              <a:off x="958" y="2560"/>
              <a:ext cx="4372" cy="0"/>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652433" name="Line 145"/>
            <p:cNvSpPr>
              <a:spLocks noChangeShapeType="1"/>
            </p:cNvSpPr>
            <p:nvPr/>
          </p:nvSpPr>
          <p:spPr bwMode="auto">
            <a:xfrm>
              <a:off x="4938" y="1456"/>
              <a:ext cx="2" cy="1986"/>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652434" name="Line 146"/>
            <p:cNvSpPr>
              <a:spLocks noChangeShapeType="1"/>
            </p:cNvSpPr>
            <p:nvPr/>
          </p:nvSpPr>
          <p:spPr bwMode="auto">
            <a:xfrm>
              <a:off x="2254" y="1456"/>
              <a:ext cx="2" cy="1986"/>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652435" name="Line 147"/>
            <p:cNvSpPr>
              <a:spLocks noChangeShapeType="1"/>
            </p:cNvSpPr>
            <p:nvPr/>
          </p:nvSpPr>
          <p:spPr bwMode="auto">
            <a:xfrm>
              <a:off x="2637" y="1456"/>
              <a:ext cx="2" cy="1986"/>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652436" name="Line 148"/>
            <p:cNvSpPr>
              <a:spLocks noChangeShapeType="1"/>
            </p:cNvSpPr>
            <p:nvPr/>
          </p:nvSpPr>
          <p:spPr bwMode="auto">
            <a:xfrm>
              <a:off x="3021" y="1456"/>
              <a:ext cx="1" cy="1986"/>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652437" name="Line 149"/>
            <p:cNvSpPr>
              <a:spLocks noChangeShapeType="1"/>
            </p:cNvSpPr>
            <p:nvPr/>
          </p:nvSpPr>
          <p:spPr bwMode="auto">
            <a:xfrm>
              <a:off x="3405" y="1456"/>
              <a:ext cx="1" cy="1986"/>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652438" name="Line 150"/>
            <p:cNvSpPr>
              <a:spLocks noChangeShapeType="1"/>
            </p:cNvSpPr>
            <p:nvPr/>
          </p:nvSpPr>
          <p:spPr bwMode="auto">
            <a:xfrm>
              <a:off x="3787" y="1456"/>
              <a:ext cx="3" cy="1986"/>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652439" name="Line 151"/>
            <p:cNvSpPr>
              <a:spLocks noChangeShapeType="1"/>
            </p:cNvSpPr>
            <p:nvPr/>
          </p:nvSpPr>
          <p:spPr bwMode="auto">
            <a:xfrm>
              <a:off x="4171" y="1456"/>
              <a:ext cx="1" cy="1986"/>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652440" name="Line 152"/>
            <p:cNvSpPr>
              <a:spLocks noChangeShapeType="1"/>
            </p:cNvSpPr>
            <p:nvPr/>
          </p:nvSpPr>
          <p:spPr bwMode="auto">
            <a:xfrm>
              <a:off x="4555" y="1456"/>
              <a:ext cx="1" cy="1986"/>
            </a:xfrm>
            <a:prstGeom prst="line">
              <a:avLst/>
            </a:prstGeom>
            <a:noFill/>
            <a:ln w="9525">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652441" name="Line 153"/>
            <p:cNvSpPr>
              <a:spLocks noChangeShapeType="1"/>
            </p:cNvSpPr>
            <p:nvPr/>
          </p:nvSpPr>
          <p:spPr bwMode="auto">
            <a:xfrm>
              <a:off x="968" y="2361"/>
              <a:ext cx="613" cy="1"/>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652442" name="Line 154"/>
            <p:cNvSpPr>
              <a:spLocks noChangeShapeType="1"/>
            </p:cNvSpPr>
            <p:nvPr/>
          </p:nvSpPr>
          <p:spPr bwMode="auto">
            <a:xfrm flipH="1">
              <a:off x="1552" y="2163"/>
              <a:ext cx="710" cy="198"/>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652443" name="Line 155"/>
            <p:cNvSpPr>
              <a:spLocks noChangeShapeType="1"/>
            </p:cNvSpPr>
            <p:nvPr/>
          </p:nvSpPr>
          <p:spPr bwMode="auto">
            <a:xfrm>
              <a:off x="1552" y="2361"/>
              <a:ext cx="710" cy="199"/>
            </a:xfrm>
            <a:prstGeom prst="line">
              <a:avLst/>
            </a:prstGeom>
            <a:noFill/>
            <a:ln w="19050">
              <a:solidFill>
                <a:schemeClr val="tx1"/>
              </a:solidFill>
              <a:round/>
              <a:headEnd/>
              <a:tailEnd/>
            </a:ln>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652444" name="Text Box 156"/>
            <p:cNvSpPr txBox="1">
              <a:spLocks noChangeArrowheads="1"/>
            </p:cNvSpPr>
            <p:nvPr/>
          </p:nvSpPr>
          <p:spPr bwMode="auto">
            <a:xfrm>
              <a:off x="930" y="1472"/>
              <a:ext cx="1409" cy="709"/>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lnSpc>
                  <a:spcPct val="85000"/>
                </a:lnSpc>
                <a:spcBef>
                  <a:spcPct val="50000"/>
                </a:spcBef>
              </a:pPr>
              <a:r>
                <a:rPr lang="en-US" altLang="ja-JP" sz="1400">
                  <a:solidFill>
                    <a:schemeClr val="folHlink"/>
                  </a:solidFill>
                  <a:effectLst>
                    <a:outerShdw blurRad="38100" dist="38100" dir="2700000" algn="tl">
                      <a:srgbClr val="000000"/>
                    </a:outerShdw>
                  </a:effectLst>
                  <a:latin typeface="Times New Roman" panose="02020603050405020304" pitchFamily="18" charset="0"/>
                </a:rPr>
                <a:t>QC Story</a:t>
              </a:r>
            </a:p>
            <a:p>
              <a:pPr eaLnBrk="1" hangingPunct="1">
                <a:lnSpc>
                  <a:spcPct val="70000"/>
                </a:lnSpc>
                <a:spcBef>
                  <a:spcPct val="50000"/>
                </a:spcBef>
              </a:pPr>
              <a:r>
                <a:rPr lang="en-US" altLang="ja-JP" sz="1400">
                  <a:solidFill>
                    <a:schemeClr val="folHlink"/>
                  </a:solidFill>
                  <a:effectLst>
                    <a:outerShdw blurRad="38100" dist="38100" dir="2700000" algn="tl">
                      <a:srgbClr val="000000"/>
                    </a:outerShdw>
                  </a:effectLst>
                  <a:latin typeface="Times New Roman" panose="02020603050405020304" pitchFamily="18" charset="0"/>
                </a:rPr>
                <a:t>Able to be theme leader</a:t>
              </a:r>
              <a:endParaRPr lang="en-US" altLang="ja-JP" sz="800">
                <a:solidFill>
                  <a:schemeClr val="folHlink"/>
                </a:solidFill>
                <a:effectLst>
                  <a:outerShdw blurRad="38100" dist="38100" dir="2700000" algn="tl">
                    <a:srgbClr val="000000"/>
                  </a:outerShdw>
                </a:effectLst>
                <a:latin typeface="Times New Roman" panose="02020603050405020304" pitchFamily="18" charset="0"/>
                <a:cs typeface="Angsana New" pitchFamily="18" charset="-34"/>
              </a:endParaRPr>
            </a:p>
            <a:p>
              <a:pPr eaLnBrk="1" hangingPunct="1">
                <a:lnSpc>
                  <a:spcPct val="70000"/>
                </a:lnSpc>
                <a:spcBef>
                  <a:spcPct val="70000"/>
                </a:spcBef>
              </a:pPr>
              <a:r>
                <a:rPr lang="en-US" altLang="ja-JP" sz="1400">
                  <a:solidFill>
                    <a:schemeClr val="folHlink"/>
                  </a:solidFill>
                  <a:effectLst>
                    <a:outerShdw blurRad="38100" dist="38100" dir="2700000" algn="tl">
                      <a:srgbClr val="000000"/>
                    </a:outerShdw>
                  </a:effectLst>
                  <a:latin typeface="Times New Roman" panose="02020603050405020304" pitchFamily="18" charset="0"/>
                  <a:cs typeface="Angsana New" pitchFamily="18" charset="-34"/>
                </a:rPr>
                <a:t>QC 7 tools</a:t>
              </a:r>
            </a:p>
            <a:p>
              <a:pPr eaLnBrk="1" hangingPunct="1">
                <a:lnSpc>
                  <a:spcPct val="70000"/>
                </a:lnSpc>
                <a:spcBef>
                  <a:spcPct val="70000"/>
                </a:spcBef>
              </a:pPr>
              <a:r>
                <a:rPr lang="en-US" altLang="ja-JP" sz="1400">
                  <a:solidFill>
                    <a:schemeClr val="folHlink"/>
                  </a:solidFill>
                  <a:effectLst>
                    <a:outerShdw blurRad="38100" dist="38100" dir="2700000" algn="tl">
                      <a:srgbClr val="000000"/>
                    </a:outerShdw>
                  </a:effectLst>
                  <a:latin typeface="Times New Roman" panose="02020603050405020304" pitchFamily="18" charset="0"/>
                </a:rPr>
                <a:t>New QC 7 tools</a:t>
              </a:r>
            </a:p>
          </p:txBody>
        </p:sp>
        <p:sp>
          <p:nvSpPr>
            <p:cNvPr id="652445" name="Text Box 157"/>
            <p:cNvSpPr txBox="1">
              <a:spLocks noChangeArrowheads="1"/>
            </p:cNvSpPr>
            <p:nvPr/>
          </p:nvSpPr>
          <p:spPr bwMode="auto">
            <a:xfrm>
              <a:off x="933" y="2151"/>
              <a:ext cx="1304" cy="173"/>
            </a:xfrm>
            <a:prstGeom prst="rect">
              <a:avLst/>
            </a:prstGeom>
            <a:noFill/>
            <a:ln w="9525">
              <a:noFill/>
              <a:miter lim="800000"/>
              <a:headEnd/>
              <a:tailEnd/>
            </a:ln>
            <a:effectLst/>
          </p:spPr>
          <p:txBody>
            <a:bodyPr>
              <a:spAutoFit/>
            </a:bodyPr>
            <a:lstStyle/>
            <a:p>
              <a:pPr>
                <a:defRPr/>
              </a:pPr>
              <a:r>
                <a:rPr lang="en-US" altLang="ja-JP" sz="1200">
                  <a:solidFill>
                    <a:schemeClr val="folHlink"/>
                  </a:solidFill>
                  <a:effectLst>
                    <a:outerShdw blurRad="38100" dist="38100" dir="2700000" algn="tl">
                      <a:srgbClr val="000000"/>
                    </a:outerShdw>
                  </a:effectLst>
                  <a:latin typeface="Times New Roman" pitchFamily="18" charset="0"/>
                  <a:ea typeface="イワタ中丸ゴシック体(GT)" charset="-128"/>
                </a:rPr>
                <a:t>QC circle Activity</a:t>
              </a:r>
            </a:p>
          </p:txBody>
        </p:sp>
        <p:sp>
          <p:nvSpPr>
            <p:cNvPr id="652446" name="Text Box 158"/>
            <p:cNvSpPr txBox="1">
              <a:spLocks noChangeArrowheads="1"/>
            </p:cNvSpPr>
            <p:nvPr/>
          </p:nvSpPr>
          <p:spPr bwMode="auto">
            <a:xfrm>
              <a:off x="968" y="2383"/>
              <a:ext cx="1073" cy="173"/>
            </a:xfrm>
            <a:prstGeom prst="rect">
              <a:avLst/>
            </a:prstGeom>
            <a:noFill/>
            <a:ln w="9525">
              <a:noFill/>
              <a:miter lim="800000"/>
              <a:headEnd/>
              <a:tailEnd/>
            </a:ln>
            <a:effectLst/>
          </p:spPr>
          <p:txBody>
            <a:bodyPr>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en-US" altLang="ja-JP" sz="1200">
                  <a:solidFill>
                    <a:schemeClr val="folHlink"/>
                  </a:solidFill>
                  <a:effectLst>
                    <a:outerShdw blurRad="38100" dist="38100" dir="2700000" algn="tl">
                      <a:srgbClr val="000000"/>
                    </a:outerShdw>
                  </a:effectLst>
                  <a:latin typeface="Times New Roman" panose="02020603050405020304" pitchFamily="18" charset="0"/>
                  <a:ea typeface="イワタ中丸ゴシック体(GT)" charset="-128"/>
                </a:rPr>
                <a:t>Skill</a:t>
              </a:r>
            </a:p>
          </p:txBody>
        </p:sp>
        <p:sp>
          <p:nvSpPr>
            <p:cNvPr id="652447" name="Text Box 159"/>
            <p:cNvSpPr txBox="1">
              <a:spLocks noChangeArrowheads="1"/>
            </p:cNvSpPr>
            <p:nvPr/>
          </p:nvSpPr>
          <p:spPr bwMode="auto">
            <a:xfrm>
              <a:off x="1744" y="2252"/>
              <a:ext cx="776" cy="173"/>
            </a:xfrm>
            <a:prstGeom prst="rect">
              <a:avLst/>
            </a:prstGeom>
            <a:noFill/>
            <a:ln w="9525">
              <a:noFill/>
              <a:miter lim="800000"/>
              <a:headEnd/>
              <a:tailEnd/>
            </a:ln>
            <a:effectLst/>
          </p:spPr>
          <p:txBody>
            <a:bodyPr>
              <a:spAutoFit/>
            </a:bodyPr>
            <a:lstStyle/>
            <a:p>
              <a:pPr>
                <a:spcBef>
                  <a:spcPct val="50000"/>
                </a:spcBef>
                <a:defRPr/>
              </a:pPr>
              <a:r>
                <a:rPr lang="en-US" altLang="ja-JP" sz="1200">
                  <a:solidFill>
                    <a:schemeClr val="folHlink"/>
                  </a:solidFill>
                  <a:effectLst>
                    <a:outerShdw blurRad="38100" dist="38100" dir="2700000" algn="tl">
                      <a:srgbClr val="000000"/>
                    </a:outerShdw>
                  </a:effectLst>
                  <a:latin typeface="Times New Roman" pitchFamily="18" charset="0"/>
                  <a:ea typeface="イワタ中丸ゴシック体(GT)" charset="-128"/>
                  <a:cs typeface="Angsana New" pitchFamily="18" charset="-34"/>
                </a:rPr>
                <a:t>Member</a:t>
              </a:r>
            </a:p>
          </p:txBody>
        </p:sp>
        <p:sp>
          <p:nvSpPr>
            <p:cNvPr id="652448" name="Text Box 160"/>
            <p:cNvSpPr txBox="1">
              <a:spLocks noChangeArrowheads="1"/>
            </p:cNvSpPr>
            <p:nvPr/>
          </p:nvSpPr>
          <p:spPr bwMode="auto">
            <a:xfrm>
              <a:off x="950" y="2549"/>
              <a:ext cx="1304" cy="913"/>
            </a:xfrm>
            <a:prstGeom prst="rect">
              <a:avLst/>
            </a:prstGeom>
            <a:noFill/>
            <a:ln w="9525">
              <a:noFill/>
              <a:miter lim="800000"/>
              <a:headEnd/>
              <a:tailEnd/>
            </a:ln>
            <a:effectLst/>
          </p:spPr>
          <p:txBody>
            <a:bodyPr>
              <a:spAutoFit/>
            </a:bodyPr>
            <a:lstStyle/>
            <a:p>
              <a:pPr>
                <a:spcBef>
                  <a:spcPct val="50000"/>
                </a:spcBef>
                <a:defRPr/>
              </a:pPr>
              <a:r>
                <a:rPr lang="en-US" altLang="ja-JP" sz="1400">
                  <a:solidFill>
                    <a:schemeClr val="folHlink"/>
                  </a:solidFill>
                  <a:effectLst>
                    <a:outerShdw blurRad="38100" dist="38100" dir="2700000" algn="tl">
                      <a:srgbClr val="000000"/>
                    </a:outerShdw>
                  </a:effectLst>
                  <a:latin typeface="Times New Roman" pitchFamily="18" charset="0"/>
                </a:rPr>
                <a:t>Operate skill</a:t>
              </a:r>
              <a:endParaRPr lang="en-US" altLang="ja-JP" sz="700">
                <a:solidFill>
                  <a:schemeClr val="folHlink"/>
                </a:solidFill>
                <a:effectLst>
                  <a:outerShdw blurRad="38100" dist="38100" dir="2700000" algn="tl">
                    <a:srgbClr val="000000"/>
                  </a:outerShdw>
                </a:effectLst>
                <a:latin typeface="Times New Roman" pitchFamily="18" charset="0"/>
                <a:cs typeface="Angsana New" pitchFamily="18" charset="-34"/>
              </a:endParaRPr>
            </a:p>
            <a:p>
              <a:pPr>
                <a:lnSpc>
                  <a:spcPct val="65000"/>
                </a:lnSpc>
                <a:spcBef>
                  <a:spcPct val="60000"/>
                </a:spcBef>
                <a:defRPr/>
              </a:pPr>
              <a:r>
                <a:rPr lang="en-US" altLang="ja-JP" sz="1400">
                  <a:solidFill>
                    <a:schemeClr val="folHlink"/>
                  </a:solidFill>
                  <a:effectLst>
                    <a:outerShdw blurRad="38100" dist="38100" dir="2700000" algn="tl">
                      <a:srgbClr val="000000"/>
                    </a:outerShdw>
                  </a:effectLst>
                  <a:latin typeface="Times New Roman" pitchFamily="18" charset="0"/>
                </a:rPr>
                <a:t>General capability test</a:t>
              </a:r>
              <a:endParaRPr lang="th-TH" altLang="ja-JP" sz="700">
                <a:solidFill>
                  <a:schemeClr val="folHlink"/>
                </a:solidFill>
                <a:effectLst>
                  <a:outerShdw blurRad="38100" dist="38100" dir="2700000" algn="tl">
                    <a:srgbClr val="000000"/>
                  </a:outerShdw>
                </a:effectLst>
                <a:latin typeface="Times New Roman" pitchFamily="18" charset="0"/>
                <a:cs typeface="Angsana New" pitchFamily="18" charset="-34"/>
              </a:endParaRPr>
            </a:p>
            <a:p>
              <a:pPr>
                <a:lnSpc>
                  <a:spcPct val="65000"/>
                </a:lnSpc>
                <a:spcBef>
                  <a:spcPct val="60000"/>
                </a:spcBef>
                <a:defRPr/>
              </a:pPr>
              <a:r>
                <a:rPr lang="en-US" altLang="ja-JP" sz="1600">
                  <a:solidFill>
                    <a:schemeClr val="folHlink"/>
                  </a:solidFill>
                  <a:effectLst>
                    <a:outerShdw blurRad="38100" dist="38100" dir="2700000" algn="tl">
                      <a:srgbClr val="000000"/>
                    </a:outerShdw>
                  </a:effectLst>
                  <a:latin typeface="Times New Roman" pitchFamily="18" charset="0"/>
                </a:rPr>
                <a:t>Computer</a:t>
              </a:r>
              <a:endParaRPr lang="en-US" altLang="ja-JP" sz="800">
                <a:solidFill>
                  <a:schemeClr val="folHlink"/>
                </a:solidFill>
                <a:effectLst>
                  <a:outerShdw blurRad="38100" dist="38100" dir="2700000" algn="tl">
                    <a:srgbClr val="000000"/>
                  </a:outerShdw>
                </a:effectLst>
                <a:latin typeface="Times New Roman" pitchFamily="18" charset="0"/>
              </a:endParaRPr>
            </a:p>
            <a:p>
              <a:pPr>
                <a:lnSpc>
                  <a:spcPct val="65000"/>
                </a:lnSpc>
                <a:spcBef>
                  <a:spcPct val="70000"/>
                </a:spcBef>
                <a:defRPr/>
              </a:pPr>
              <a:r>
                <a:rPr lang="en-US" altLang="ja-JP" sz="1400">
                  <a:solidFill>
                    <a:schemeClr val="folHlink"/>
                  </a:solidFill>
                  <a:effectLst>
                    <a:outerShdw blurRad="38100" dist="38100" dir="2700000" algn="tl">
                      <a:srgbClr val="000000"/>
                    </a:outerShdw>
                  </a:effectLst>
                  <a:latin typeface="Times New Roman" pitchFamily="18" charset="0"/>
                </a:rPr>
                <a:t>National official level 2</a:t>
              </a:r>
              <a:endParaRPr lang="en-US" altLang="ja-JP" sz="700">
                <a:solidFill>
                  <a:schemeClr val="folHlink"/>
                </a:solidFill>
                <a:effectLst>
                  <a:outerShdw blurRad="38100" dist="38100" dir="2700000" algn="tl">
                    <a:srgbClr val="000000"/>
                  </a:outerShdw>
                </a:effectLst>
                <a:latin typeface="Times New Roman" pitchFamily="18" charset="0"/>
              </a:endParaRPr>
            </a:p>
            <a:p>
              <a:pPr>
                <a:lnSpc>
                  <a:spcPct val="65000"/>
                </a:lnSpc>
                <a:spcBef>
                  <a:spcPct val="70000"/>
                </a:spcBef>
                <a:defRPr/>
              </a:pPr>
              <a:r>
                <a:rPr lang="en-US" altLang="ja-JP" sz="1400">
                  <a:solidFill>
                    <a:schemeClr val="folHlink"/>
                  </a:solidFill>
                  <a:effectLst>
                    <a:outerShdw blurRad="38100" dist="38100" dir="2700000" algn="tl">
                      <a:srgbClr val="000000"/>
                    </a:outerShdw>
                  </a:effectLst>
                  <a:latin typeface="Times New Roman" pitchFamily="18" charset="0"/>
                </a:rPr>
                <a:t>National official level 1</a:t>
              </a:r>
            </a:p>
          </p:txBody>
        </p:sp>
        <p:sp>
          <p:nvSpPr>
            <p:cNvPr id="652449" name="Text Box 161"/>
            <p:cNvSpPr txBox="1">
              <a:spLocks noChangeArrowheads="1"/>
            </p:cNvSpPr>
            <p:nvPr/>
          </p:nvSpPr>
          <p:spPr bwMode="auto">
            <a:xfrm>
              <a:off x="2183" y="2166"/>
              <a:ext cx="3132" cy="420"/>
            </a:xfrm>
            <a:prstGeom prst="rect">
              <a:avLst/>
            </a:prstGeom>
            <a:noFill/>
            <a:ln w="9525">
              <a:noFill/>
              <a:miter lim="800000"/>
              <a:headEnd/>
              <a:tailEnd/>
            </a:ln>
            <a:effectLst/>
          </p:spPr>
          <p:txBody>
            <a:bodyPr vert="eaVert">
              <a:spAutoFit/>
            </a:bodyPr>
            <a:lstStyle/>
            <a:p>
              <a:pPr>
                <a:lnSpc>
                  <a:spcPct val="145000"/>
                </a:lnSpc>
                <a:spcBef>
                  <a:spcPct val="105000"/>
                </a:spcBef>
                <a:defRPr/>
              </a:pPr>
              <a:r>
                <a:rPr lang="en-US" altLang="ja-JP" sz="1000">
                  <a:solidFill>
                    <a:schemeClr val="folHlink"/>
                  </a:solidFill>
                  <a:effectLst>
                    <a:outerShdw blurRad="38100" dist="38100" dir="2700000" algn="tl">
                      <a:srgbClr val="000000"/>
                    </a:outerShdw>
                  </a:effectLst>
                  <a:latin typeface="Times New Roman" pitchFamily="18" charset="0"/>
                  <a:cs typeface="Angsana New" pitchFamily="18" charset="-34"/>
                </a:rPr>
                <a:t>Shiroishi</a:t>
              </a:r>
            </a:p>
            <a:p>
              <a:pPr>
                <a:lnSpc>
                  <a:spcPct val="145000"/>
                </a:lnSpc>
                <a:spcBef>
                  <a:spcPct val="105000"/>
                </a:spcBef>
                <a:defRPr/>
              </a:pPr>
              <a:endParaRPr lang="en-US" altLang="ja-JP" sz="1000">
                <a:solidFill>
                  <a:schemeClr val="folHlink"/>
                </a:solidFill>
                <a:effectLst>
                  <a:outerShdw blurRad="38100" dist="38100" dir="2700000" algn="tl">
                    <a:srgbClr val="000000"/>
                  </a:outerShdw>
                </a:effectLst>
                <a:latin typeface="Times New Roman" pitchFamily="18" charset="0"/>
                <a:cs typeface="Angsana New" pitchFamily="18" charset="-34"/>
              </a:endParaRPr>
            </a:p>
            <a:p>
              <a:pPr>
                <a:lnSpc>
                  <a:spcPct val="145000"/>
                </a:lnSpc>
                <a:spcBef>
                  <a:spcPct val="105000"/>
                </a:spcBef>
                <a:defRPr/>
              </a:pPr>
              <a:r>
                <a:rPr lang="en-US" altLang="ja-JP" sz="1000">
                  <a:solidFill>
                    <a:schemeClr val="folHlink"/>
                  </a:solidFill>
                  <a:effectLst>
                    <a:outerShdw blurRad="38100" dist="38100" dir="2700000" algn="tl">
                      <a:srgbClr val="000000"/>
                    </a:outerShdw>
                  </a:effectLst>
                  <a:latin typeface="Times New Roman" pitchFamily="18" charset="0"/>
                  <a:cs typeface="Angsana New" pitchFamily="18" charset="-34"/>
                </a:rPr>
                <a:t>Kawasoi</a:t>
              </a:r>
            </a:p>
            <a:p>
              <a:pPr>
                <a:lnSpc>
                  <a:spcPct val="145000"/>
                </a:lnSpc>
                <a:spcBef>
                  <a:spcPct val="105000"/>
                </a:spcBef>
                <a:defRPr/>
              </a:pPr>
              <a:r>
                <a:rPr lang="en-US" altLang="ja-JP" sz="900">
                  <a:solidFill>
                    <a:schemeClr val="folHlink"/>
                  </a:solidFill>
                  <a:effectLst>
                    <a:outerShdw blurRad="38100" dist="38100" dir="2700000" algn="tl">
                      <a:srgbClr val="000000"/>
                    </a:outerShdw>
                  </a:effectLst>
                  <a:latin typeface="Times New Roman" pitchFamily="18" charset="0"/>
                  <a:cs typeface="Angsana New" pitchFamily="18" charset="-34"/>
                </a:rPr>
                <a:t>Nakashima</a:t>
              </a:r>
            </a:p>
            <a:p>
              <a:pPr>
                <a:lnSpc>
                  <a:spcPct val="145000"/>
                </a:lnSpc>
                <a:spcBef>
                  <a:spcPct val="105000"/>
                </a:spcBef>
                <a:defRPr/>
              </a:pPr>
              <a:endParaRPr lang="en-US" altLang="ja-JP" sz="900">
                <a:solidFill>
                  <a:schemeClr val="folHlink"/>
                </a:solidFill>
                <a:effectLst>
                  <a:outerShdw blurRad="38100" dist="38100" dir="2700000" algn="tl">
                    <a:srgbClr val="000000"/>
                  </a:outerShdw>
                </a:effectLst>
                <a:latin typeface="Times New Roman" pitchFamily="18" charset="0"/>
                <a:cs typeface="Angsana New" pitchFamily="18" charset="-34"/>
              </a:endParaRPr>
            </a:p>
            <a:p>
              <a:pPr>
                <a:lnSpc>
                  <a:spcPct val="145000"/>
                </a:lnSpc>
                <a:spcBef>
                  <a:spcPct val="105000"/>
                </a:spcBef>
                <a:defRPr/>
              </a:pPr>
              <a:r>
                <a:rPr lang="en-US" altLang="ja-JP" sz="1200">
                  <a:solidFill>
                    <a:schemeClr val="folHlink"/>
                  </a:solidFill>
                  <a:effectLst>
                    <a:outerShdw blurRad="38100" dist="38100" dir="2700000" algn="tl">
                      <a:srgbClr val="000000"/>
                    </a:outerShdw>
                  </a:effectLst>
                  <a:latin typeface="Times New Roman" pitchFamily="18" charset="0"/>
                  <a:cs typeface="Angsana New" pitchFamily="18" charset="-34"/>
                </a:rPr>
                <a:t>Tanaka</a:t>
              </a:r>
            </a:p>
            <a:p>
              <a:pPr>
                <a:lnSpc>
                  <a:spcPct val="145000"/>
                </a:lnSpc>
                <a:spcBef>
                  <a:spcPct val="105000"/>
                </a:spcBef>
                <a:defRPr/>
              </a:pPr>
              <a:r>
                <a:rPr lang="en-US" altLang="ja-JP" sz="1000">
                  <a:solidFill>
                    <a:schemeClr val="folHlink"/>
                  </a:solidFill>
                  <a:effectLst>
                    <a:outerShdw blurRad="38100" dist="38100" dir="2700000" algn="tl">
                      <a:srgbClr val="000000"/>
                    </a:outerShdw>
                  </a:effectLst>
                  <a:latin typeface="Times New Roman" pitchFamily="18" charset="0"/>
                  <a:cs typeface="Angsana New" pitchFamily="18" charset="-34"/>
                </a:rPr>
                <a:t>Furuzawa</a:t>
              </a:r>
            </a:p>
            <a:p>
              <a:pPr>
                <a:lnSpc>
                  <a:spcPct val="145000"/>
                </a:lnSpc>
                <a:spcBef>
                  <a:spcPct val="105000"/>
                </a:spcBef>
                <a:defRPr/>
              </a:pPr>
              <a:endParaRPr lang="en-US" altLang="ja-JP" sz="1000">
                <a:solidFill>
                  <a:schemeClr val="folHlink"/>
                </a:solidFill>
                <a:effectLst>
                  <a:outerShdw blurRad="38100" dist="38100" dir="2700000" algn="tl">
                    <a:srgbClr val="000000"/>
                  </a:outerShdw>
                </a:effectLst>
                <a:latin typeface="Times New Roman" pitchFamily="18" charset="0"/>
                <a:cs typeface="Angsana New" pitchFamily="18" charset="-34"/>
              </a:endParaRPr>
            </a:p>
            <a:p>
              <a:pPr>
                <a:lnSpc>
                  <a:spcPct val="145000"/>
                </a:lnSpc>
                <a:spcBef>
                  <a:spcPct val="105000"/>
                </a:spcBef>
                <a:defRPr/>
              </a:pPr>
              <a:r>
                <a:rPr lang="en-US" altLang="ja-JP" sz="1200">
                  <a:solidFill>
                    <a:schemeClr val="folHlink"/>
                  </a:solidFill>
                  <a:effectLst>
                    <a:outerShdw blurRad="38100" dist="38100" dir="2700000" algn="tl">
                      <a:srgbClr val="000000"/>
                    </a:outerShdw>
                  </a:effectLst>
                  <a:latin typeface="Times New Roman" pitchFamily="18" charset="0"/>
                  <a:cs typeface="Angsana New" pitchFamily="18" charset="-34"/>
                </a:rPr>
                <a:t>Oguchi</a:t>
              </a:r>
            </a:p>
            <a:p>
              <a:pPr>
                <a:lnSpc>
                  <a:spcPct val="145000"/>
                </a:lnSpc>
                <a:spcBef>
                  <a:spcPct val="105000"/>
                </a:spcBef>
                <a:defRPr/>
              </a:pPr>
              <a:r>
                <a:rPr lang="en-US" altLang="ja-JP" sz="1200">
                  <a:solidFill>
                    <a:schemeClr val="folHlink"/>
                  </a:solidFill>
                  <a:effectLst>
                    <a:outerShdw blurRad="38100" dist="38100" dir="2700000" algn="tl">
                      <a:srgbClr val="000000"/>
                    </a:outerShdw>
                  </a:effectLst>
                  <a:latin typeface="Times New Roman" pitchFamily="18" charset="0"/>
                  <a:cs typeface="Angsana New" pitchFamily="18" charset="-34"/>
                </a:rPr>
                <a:t>Tozawa</a:t>
              </a:r>
            </a:p>
            <a:p>
              <a:pPr>
                <a:lnSpc>
                  <a:spcPct val="145000"/>
                </a:lnSpc>
                <a:spcBef>
                  <a:spcPct val="105000"/>
                </a:spcBef>
                <a:defRPr/>
              </a:pPr>
              <a:endParaRPr lang="en-US" altLang="ja-JP" sz="1200">
                <a:solidFill>
                  <a:schemeClr val="folHlink"/>
                </a:solidFill>
                <a:effectLst>
                  <a:outerShdw blurRad="38100" dist="38100" dir="2700000" algn="tl">
                    <a:srgbClr val="000000"/>
                  </a:outerShdw>
                </a:effectLst>
                <a:latin typeface="Times New Roman" pitchFamily="18" charset="0"/>
                <a:cs typeface="Angsana New" pitchFamily="18" charset="-34"/>
              </a:endParaRPr>
            </a:p>
            <a:p>
              <a:pPr>
                <a:lnSpc>
                  <a:spcPct val="145000"/>
                </a:lnSpc>
                <a:spcBef>
                  <a:spcPct val="105000"/>
                </a:spcBef>
                <a:defRPr/>
              </a:pPr>
              <a:r>
                <a:rPr lang="en-US" altLang="ja-JP" sz="1400">
                  <a:solidFill>
                    <a:schemeClr val="folHlink"/>
                  </a:solidFill>
                  <a:effectLst>
                    <a:outerShdw blurRad="38100" dist="38100" dir="2700000" algn="tl">
                      <a:srgbClr val="000000"/>
                    </a:outerShdw>
                  </a:effectLst>
                  <a:latin typeface="Times New Roman" pitchFamily="18" charset="0"/>
                  <a:cs typeface="Angsana New" pitchFamily="18" charset="-34"/>
                </a:rPr>
                <a:t>Suzuki</a:t>
              </a:r>
            </a:p>
          </p:txBody>
        </p:sp>
        <p:sp>
          <p:nvSpPr>
            <p:cNvPr id="652450" name="Text Box 162"/>
            <p:cNvSpPr txBox="1">
              <a:spLocks noChangeArrowheads="1"/>
            </p:cNvSpPr>
            <p:nvPr/>
          </p:nvSpPr>
          <p:spPr bwMode="auto">
            <a:xfrm>
              <a:off x="2329" y="1456"/>
              <a:ext cx="384" cy="191"/>
            </a:xfrm>
            <a:prstGeom prst="rect">
              <a:avLst/>
            </a:prstGeom>
            <a:noFill/>
            <a:ln w="9525">
              <a:noFill/>
              <a:miter lim="800000"/>
              <a:headEnd/>
              <a:tailEnd/>
            </a:ln>
            <a:effectLst/>
          </p:spPr>
          <p:txBody>
            <a:bodyPr>
              <a:spAutoFit/>
            </a:bodyPr>
            <a:lstStyle/>
            <a:p>
              <a:pPr>
                <a:spcBef>
                  <a:spcPct val="50000"/>
                </a:spcBef>
                <a:defRPr/>
              </a:pPr>
              <a:r>
                <a:rPr lang="en-US" altLang="ja-JP" sz="1400">
                  <a:effectLst>
                    <a:outerShdw blurRad="38100" dist="38100" dir="2700000" algn="tl">
                      <a:srgbClr val="000000"/>
                    </a:outerShdw>
                  </a:effectLst>
                  <a:latin typeface="Times New Roman" pitchFamily="18" charset="0"/>
                </a:rPr>
                <a:t>●</a:t>
              </a:r>
            </a:p>
          </p:txBody>
        </p:sp>
        <p:sp>
          <p:nvSpPr>
            <p:cNvPr id="652451" name="Text Box 163"/>
            <p:cNvSpPr txBox="1">
              <a:spLocks noChangeArrowheads="1"/>
            </p:cNvSpPr>
            <p:nvPr/>
          </p:nvSpPr>
          <p:spPr bwMode="auto">
            <a:xfrm>
              <a:off x="2325" y="1633"/>
              <a:ext cx="383" cy="192"/>
            </a:xfrm>
            <a:prstGeom prst="rect">
              <a:avLst/>
            </a:prstGeom>
            <a:noFill/>
            <a:ln w="9525">
              <a:noFill/>
              <a:miter lim="800000"/>
              <a:headEnd/>
              <a:tailEnd/>
            </a:ln>
            <a:effectLst/>
          </p:spPr>
          <p:txBody>
            <a:bodyPr>
              <a:spAutoFit/>
            </a:bodyPr>
            <a:lstStyle/>
            <a:p>
              <a:pPr>
                <a:spcBef>
                  <a:spcPct val="50000"/>
                </a:spcBef>
                <a:defRPr/>
              </a:pPr>
              <a:r>
                <a:rPr lang="en-US" altLang="ja-JP" sz="1400">
                  <a:effectLst>
                    <a:outerShdw blurRad="38100" dist="38100" dir="2700000" algn="tl">
                      <a:srgbClr val="000000"/>
                    </a:outerShdw>
                  </a:effectLst>
                  <a:latin typeface="Times New Roman" pitchFamily="18" charset="0"/>
                </a:rPr>
                <a:t>●</a:t>
              </a:r>
            </a:p>
          </p:txBody>
        </p:sp>
        <p:sp>
          <p:nvSpPr>
            <p:cNvPr id="652452" name="Text Box 164"/>
            <p:cNvSpPr txBox="1">
              <a:spLocks noChangeArrowheads="1"/>
            </p:cNvSpPr>
            <p:nvPr/>
          </p:nvSpPr>
          <p:spPr bwMode="auto">
            <a:xfrm>
              <a:off x="2325" y="1809"/>
              <a:ext cx="383" cy="192"/>
            </a:xfrm>
            <a:prstGeom prst="rect">
              <a:avLst/>
            </a:prstGeom>
            <a:noFill/>
            <a:ln w="9525">
              <a:noFill/>
              <a:miter lim="800000"/>
              <a:headEnd/>
              <a:tailEnd/>
            </a:ln>
            <a:effectLst/>
          </p:spPr>
          <p:txBody>
            <a:bodyPr>
              <a:spAutoFit/>
            </a:bodyPr>
            <a:lstStyle/>
            <a:p>
              <a:pPr>
                <a:spcBef>
                  <a:spcPct val="50000"/>
                </a:spcBef>
                <a:defRPr/>
              </a:pPr>
              <a:r>
                <a:rPr lang="en-US" altLang="ja-JP" sz="1400">
                  <a:effectLst>
                    <a:outerShdw blurRad="38100" dist="38100" dir="2700000" algn="tl">
                      <a:srgbClr val="000000"/>
                    </a:outerShdw>
                  </a:effectLst>
                  <a:latin typeface="Times New Roman" pitchFamily="18" charset="0"/>
                </a:rPr>
                <a:t>●</a:t>
              </a:r>
            </a:p>
          </p:txBody>
        </p:sp>
        <p:sp>
          <p:nvSpPr>
            <p:cNvPr id="652453" name="Text Box 165"/>
            <p:cNvSpPr txBox="1">
              <a:spLocks noChangeArrowheads="1"/>
            </p:cNvSpPr>
            <p:nvPr/>
          </p:nvSpPr>
          <p:spPr bwMode="auto">
            <a:xfrm>
              <a:off x="2325" y="1983"/>
              <a:ext cx="383" cy="192"/>
            </a:xfrm>
            <a:prstGeom prst="rect">
              <a:avLst/>
            </a:prstGeom>
            <a:noFill/>
            <a:ln w="9525">
              <a:noFill/>
              <a:miter lim="800000"/>
              <a:headEnd/>
              <a:tailEnd/>
            </a:ln>
            <a:effectLst/>
          </p:spPr>
          <p:txBody>
            <a:bodyPr>
              <a:spAutoFit/>
            </a:bodyPr>
            <a:lstStyle/>
            <a:p>
              <a:pPr>
                <a:spcBef>
                  <a:spcPct val="50000"/>
                </a:spcBef>
                <a:defRPr/>
              </a:pPr>
              <a:r>
                <a:rPr lang="en-US" altLang="ja-JP" sz="1400">
                  <a:effectLst>
                    <a:outerShdw blurRad="38100" dist="38100" dir="2700000" algn="tl">
                      <a:srgbClr val="000000"/>
                    </a:outerShdw>
                  </a:effectLst>
                  <a:latin typeface="Times New Roman" pitchFamily="18" charset="0"/>
                </a:rPr>
                <a:t>●</a:t>
              </a:r>
            </a:p>
          </p:txBody>
        </p:sp>
        <p:sp>
          <p:nvSpPr>
            <p:cNvPr id="652454" name="Text Box 166"/>
            <p:cNvSpPr txBox="1">
              <a:spLocks noChangeArrowheads="1"/>
            </p:cNvSpPr>
            <p:nvPr/>
          </p:nvSpPr>
          <p:spPr bwMode="auto">
            <a:xfrm>
              <a:off x="2703" y="1456"/>
              <a:ext cx="384" cy="191"/>
            </a:xfrm>
            <a:prstGeom prst="rect">
              <a:avLst/>
            </a:prstGeom>
            <a:noFill/>
            <a:ln w="9525">
              <a:noFill/>
              <a:miter lim="800000"/>
              <a:headEnd/>
              <a:tailEnd/>
            </a:ln>
            <a:effectLst/>
          </p:spPr>
          <p:txBody>
            <a:bodyPr>
              <a:spAutoFit/>
            </a:bodyPr>
            <a:lstStyle/>
            <a:p>
              <a:pPr>
                <a:spcBef>
                  <a:spcPct val="50000"/>
                </a:spcBef>
                <a:defRPr/>
              </a:pPr>
              <a:r>
                <a:rPr lang="en-US" altLang="ja-JP" sz="1400">
                  <a:effectLst>
                    <a:outerShdw blurRad="38100" dist="38100" dir="2700000" algn="tl">
                      <a:srgbClr val="000000"/>
                    </a:outerShdw>
                  </a:effectLst>
                  <a:latin typeface="Times New Roman" pitchFamily="18" charset="0"/>
                </a:rPr>
                <a:t>●</a:t>
              </a:r>
            </a:p>
          </p:txBody>
        </p:sp>
        <p:sp>
          <p:nvSpPr>
            <p:cNvPr id="652455" name="Text Box 167"/>
            <p:cNvSpPr txBox="1">
              <a:spLocks noChangeArrowheads="1"/>
            </p:cNvSpPr>
            <p:nvPr/>
          </p:nvSpPr>
          <p:spPr bwMode="auto">
            <a:xfrm>
              <a:off x="2708" y="1633"/>
              <a:ext cx="383" cy="192"/>
            </a:xfrm>
            <a:prstGeom prst="rect">
              <a:avLst/>
            </a:prstGeom>
            <a:noFill/>
            <a:ln w="9525">
              <a:noFill/>
              <a:miter lim="800000"/>
              <a:headEnd/>
              <a:tailEnd/>
            </a:ln>
            <a:effectLst/>
          </p:spPr>
          <p:txBody>
            <a:bodyPr>
              <a:spAutoFit/>
            </a:bodyPr>
            <a:lstStyle/>
            <a:p>
              <a:pPr>
                <a:spcBef>
                  <a:spcPct val="50000"/>
                </a:spcBef>
                <a:defRPr/>
              </a:pPr>
              <a:r>
                <a:rPr lang="en-US" altLang="ja-JP" sz="1400">
                  <a:effectLst>
                    <a:outerShdw blurRad="38100" dist="38100" dir="2700000" algn="tl">
                      <a:srgbClr val="000000"/>
                    </a:outerShdw>
                  </a:effectLst>
                  <a:latin typeface="Times New Roman" pitchFamily="18" charset="0"/>
                </a:rPr>
                <a:t>●</a:t>
              </a:r>
            </a:p>
          </p:txBody>
        </p:sp>
        <p:sp>
          <p:nvSpPr>
            <p:cNvPr id="652456" name="Text Box 168"/>
            <p:cNvSpPr txBox="1">
              <a:spLocks noChangeArrowheads="1"/>
            </p:cNvSpPr>
            <p:nvPr/>
          </p:nvSpPr>
          <p:spPr bwMode="auto">
            <a:xfrm>
              <a:off x="2708" y="1809"/>
              <a:ext cx="383" cy="192"/>
            </a:xfrm>
            <a:prstGeom prst="rect">
              <a:avLst/>
            </a:prstGeom>
            <a:noFill/>
            <a:ln w="9525">
              <a:noFill/>
              <a:miter lim="800000"/>
              <a:headEnd/>
              <a:tailEnd/>
            </a:ln>
            <a:effectLst/>
          </p:spPr>
          <p:txBody>
            <a:bodyPr>
              <a:spAutoFit/>
            </a:bodyPr>
            <a:lstStyle/>
            <a:p>
              <a:pPr>
                <a:spcBef>
                  <a:spcPct val="50000"/>
                </a:spcBef>
                <a:defRPr/>
              </a:pPr>
              <a:r>
                <a:rPr lang="en-US" altLang="ja-JP" sz="1400">
                  <a:effectLst>
                    <a:outerShdw blurRad="38100" dist="38100" dir="2700000" algn="tl">
                      <a:srgbClr val="000000"/>
                    </a:outerShdw>
                  </a:effectLst>
                  <a:latin typeface="Times New Roman" pitchFamily="18" charset="0"/>
                </a:rPr>
                <a:t>●</a:t>
              </a:r>
            </a:p>
          </p:txBody>
        </p:sp>
        <p:sp>
          <p:nvSpPr>
            <p:cNvPr id="652457" name="Text Box 169"/>
            <p:cNvSpPr txBox="1">
              <a:spLocks noChangeArrowheads="1"/>
            </p:cNvSpPr>
            <p:nvPr/>
          </p:nvSpPr>
          <p:spPr bwMode="auto">
            <a:xfrm>
              <a:off x="2708" y="1983"/>
              <a:ext cx="383" cy="192"/>
            </a:xfrm>
            <a:prstGeom prst="rect">
              <a:avLst/>
            </a:prstGeom>
            <a:noFill/>
            <a:ln w="9525">
              <a:noFill/>
              <a:miter lim="800000"/>
              <a:headEnd/>
              <a:tailEnd/>
            </a:ln>
            <a:effectLst/>
          </p:spPr>
          <p:txBody>
            <a:bodyPr>
              <a:spAutoFit/>
            </a:bodyPr>
            <a:lstStyle/>
            <a:p>
              <a:pPr>
                <a:spcBef>
                  <a:spcPct val="50000"/>
                </a:spcBef>
                <a:defRPr/>
              </a:pPr>
              <a:r>
                <a:rPr lang="en-US" altLang="ja-JP" sz="1400">
                  <a:effectLst>
                    <a:outerShdw blurRad="38100" dist="38100" dir="2700000" algn="tl">
                      <a:srgbClr val="000000"/>
                    </a:outerShdw>
                  </a:effectLst>
                  <a:latin typeface="Times New Roman" pitchFamily="18" charset="0"/>
                </a:rPr>
                <a:t>●</a:t>
              </a:r>
            </a:p>
          </p:txBody>
        </p:sp>
        <p:sp>
          <p:nvSpPr>
            <p:cNvPr id="652458" name="Text Box 170"/>
            <p:cNvSpPr txBox="1">
              <a:spLocks noChangeArrowheads="1"/>
            </p:cNvSpPr>
            <p:nvPr/>
          </p:nvSpPr>
          <p:spPr bwMode="auto">
            <a:xfrm>
              <a:off x="3097" y="1456"/>
              <a:ext cx="382" cy="191"/>
            </a:xfrm>
            <a:prstGeom prst="rect">
              <a:avLst/>
            </a:prstGeom>
            <a:noFill/>
            <a:ln w="9525">
              <a:noFill/>
              <a:miter lim="800000"/>
              <a:headEnd/>
              <a:tailEnd/>
            </a:ln>
            <a:effectLst/>
          </p:spPr>
          <p:txBody>
            <a:bodyPr>
              <a:spAutoFit/>
            </a:bodyPr>
            <a:lstStyle/>
            <a:p>
              <a:pPr>
                <a:spcBef>
                  <a:spcPct val="50000"/>
                </a:spcBef>
                <a:defRPr/>
              </a:pPr>
              <a:r>
                <a:rPr lang="en-US" altLang="ja-JP" sz="1400">
                  <a:effectLst>
                    <a:outerShdw blurRad="38100" dist="38100" dir="2700000" algn="tl">
                      <a:srgbClr val="000000"/>
                    </a:outerShdw>
                  </a:effectLst>
                  <a:latin typeface="Times New Roman" pitchFamily="18" charset="0"/>
                </a:rPr>
                <a:t>●</a:t>
              </a:r>
            </a:p>
          </p:txBody>
        </p:sp>
        <p:sp>
          <p:nvSpPr>
            <p:cNvPr id="652459" name="Text Box 171"/>
            <p:cNvSpPr txBox="1">
              <a:spLocks noChangeArrowheads="1"/>
            </p:cNvSpPr>
            <p:nvPr/>
          </p:nvSpPr>
          <p:spPr bwMode="auto">
            <a:xfrm>
              <a:off x="3097" y="1633"/>
              <a:ext cx="382" cy="192"/>
            </a:xfrm>
            <a:prstGeom prst="rect">
              <a:avLst/>
            </a:prstGeom>
            <a:noFill/>
            <a:ln w="9525">
              <a:noFill/>
              <a:miter lim="800000"/>
              <a:headEnd/>
              <a:tailEnd/>
            </a:ln>
            <a:effectLst/>
          </p:spPr>
          <p:txBody>
            <a:bodyPr>
              <a:spAutoFit/>
            </a:bodyPr>
            <a:lstStyle/>
            <a:p>
              <a:pPr>
                <a:spcBef>
                  <a:spcPct val="50000"/>
                </a:spcBef>
                <a:defRPr/>
              </a:pPr>
              <a:r>
                <a:rPr lang="en-US" altLang="ja-JP" sz="1400">
                  <a:effectLst>
                    <a:outerShdw blurRad="38100" dist="38100" dir="2700000" algn="tl">
                      <a:srgbClr val="000000"/>
                    </a:outerShdw>
                  </a:effectLst>
                  <a:latin typeface="Times New Roman" pitchFamily="18" charset="0"/>
                </a:rPr>
                <a:t>●</a:t>
              </a:r>
            </a:p>
          </p:txBody>
        </p:sp>
        <p:sp>
          <p:nvSpPr>
            <p:cNvPr id="652460" name="Text Box 172"/>
            <p:cNvSpPr txBox="1">
              <a:spLocks noChangeArrowheads="1"/>
            </p:cNvSpPr>
            <p:nvPr/>
          </p:nvSpPr>
          <p:spPr bwMode="auto">
            <a:xfrm>
              <a:off x="3101" y="1809"/>
              <a:ext cx="384" cy="192"/>
            </a:xfrm>
            <a:prstGeom prst="rect">
              <a:avLst/>
            </a:prstGeom>
            <a:noFill/>
            <a:ln w="9525">
              <a:noFill/>
              <a:miter lim="800000"/>
              <a:headEnd/>
              <a:tailEnd/>
            </a:ln>
            <a:effectLst/>
          </p:spPr>
          <p:txBody>
            <a:bodyPr>
              <a:spAutoFit/>
            </a:bodyPr>
            <a:lstStyle/>
            <a:p>
              <a:pPr>
                <a:spcBef>
                  <a:spcPct val="50000"/>
                </a:spcBef>
                <a:defRPr/>
              </a:pPr>
              <a:r>
                <a:rPr lang="en-US" altLang="ja-JP" sz="1400">
                  <a:effectLst>
                    <a:outerShdw blurRad="38100" dist="38100" dir="2700000" algn="tl">
                      <a:srgbClr val="000000"/>
                    </a:outerShdw>
                  </a:effectLst>
                  <a:latin typeface="Times New Roman" pitchFamily="18" charset="0"/>
                </a:rPr>
                <a:t>●</a:t>
              </a:r>
            </a:p>
          </p:txBody>
        </p:sp>
        <p:sp>
          <p:nvSpPr>
            <p:cNvPr id="652461" name="Text Box 173"/>
            <p:cNvSpPr txBox="1">
              <a:spLocks noChangeArrowheads="1"/>
            </p:cNvSpPr>
            <p:nvPr/>
          </p:nvSpPr>
          <p:spPr bwMode="auto">
            <a:xfrm>
              <a:off x="3097" y="1983"/>
              <a:ext cx="382" cy="192"/>
            </a:xfrm>
            <a:prstGeom prst="rect">
              <a:avLst/>
            </a:prstGeom>
            <a:noFill/>
            <a:ln w="9525">
              <a:noFill/>
              <a:miter lim="800000"/>
              <a:headEnd/>
              <a:tailEnd/>
            </a:ln>
            <a:effectLst/>
          </p:spPr>
          <p:txBody>
            <a:bodyPr>
              <a:spAutoFit/>
            </a:bodyPr>
            <a:lstStyle/>
            <a:p>
              <a:pPr>
                <a:spcBef>
                  <a:spcPct val="50000"/>
                </a:spcBef>
                <a:defRPr/>
              </a:pPr>
              <a:r>
                <a:rPr lang="en-US" altLang="ja-JP" sz="1400">
                  <a:effectLst>
                    <a:outerShdw blurRad="38100" dist="38100" dir="2700000" algn="tl">
                      <a:srgbClr val="000000"/>
                    </a:outerShdw>
                  </a:effectLst>
                  <a:latin typeface="Times New Roman" pitchFamily="18" charset="0"/>
                </a:rPr>
                <a:t>●</a:t>
              </a:r>
            </a:p>
          </p:txBody>
        </p:sp>
        <p:sp>
          <p:nvSpPr>
            <p:cNvPr id="652462" name="Text Box 174"/>
            <p:cNvSpPr txBox="1">
              <a:spLocks noChangeArrowheads="1"/>
            </p:cNvSpPr>
            <p:nvPr/>
          </p:nvSpPr>
          <p:spPr bwMode="auto">
            <a:xfrm>
              <a:off x="3479" y="1456"/>
              <a:ext cx="384" cy="191"/>
            </a:xfrm>
            <a:prstGeom prst="rect">
              <a:avLst/>
            </a:prstGeom>
            <a:noFill/>
            <a:ln w="9525">
              <a:noFill/>
              <a:miter lim="800000"/>
              <a:headEnd/>
              <a:tailEnd/>
            </a:ln>
            <a:effectLst/>
          </p:spPr>
          <p:txBody>
            <a:bodyPr>
              <a:spAutoFit/>
            </a:bodyPr>
            <a:lstStyle/>
            <a:p>
              <a:pPr>
                <a:spcBef>
                  <a:spcPct val="50000"/>
                </a:spcBef>
                <a:defRPr/>
              </a:pPr>
              <a:r>
                <a:rPr lang="en-US" altLang="ja-JP" sz="1400">
                  <a:effectLst>
                    <a:outerShdw blurRad="38100" dist="38100" dir="2700000" algn="tl">
                      <a:srgbClr val="000000"/>
                    </a:outerShdw>
                  </a:effectLst>
                  <a:latin typeface="Times New Roman" pitchFamily="18" charset="0"/>
                </a:rPr>
                <a:t>●</a:t>
              </a:r>
            </a:p>
          </p:txBody>
        </p:sp>
        <p:sp>
          <p:nvSpPr>
            <p:cNvPr id="652463" name="Text Box 175"/>
            <p:cNvSpPr txBox="1">
              <a:spLocks noChangeArrowheads="1"/>
            </p:cNvSpPr>
            <p:nvPr/>
          </p:nvSpPr>
          <p:spPr bwMode="auto">
            <a:xfrm>
              <a:off x="3479" y="1633"/>
              <a:ext cx="384" cy="192"/>
            </a:xfrm>
            <a:prstGeom prst="rect">
              <a:avLst/>
            </a:prstGeom>
            <a:noFill/>
            <a:ln w="9525">
              <a:noFill/>
              <a:miter lim="800000"/>
              <a:headEnd/>
              <a:tailEnd/>
            </a:ln>
            <a:effectLst/>
          </p:spPr>
          <p:txBody>
            <a:bodyPr>
              <a:spAutoFit/>
            </a:bodyPr>
            <a:lstStyle/>
            <a:p>
              <a:pPr>
                <a:spcBef>
                  <a:spcPct val="50000"/>
                </a:spcBef>
                <a:defRPr/>
              </a:pPr>
              <a:r>
                <a:rPr lang="en-US" altLang="ja-JP" sz="1400">
                  <a:effectLst>
                    <a:outerShdw blurRad="38100" dist="38100" dir="2700000" algn="tl">
                      <a:srgbClr val="000000"/>
                    </a:outerShdw>
                  </a:effectLst>
                  <a:latin typeface="Times New Roman" pitchFamily="18" charset="0"/>
                </a:rPr>
                <a:t>●</a:t>
              </a:r>
            </a:p>
          </p:txBody>
        </p:sp>
        <p:sp>
          <p:nvSpPr>
            <p:cNvPr id="652464" name="Text Box 176"/>
            <p:cNvSpPr txBox="1">
              <a:spLocks noChangeArrowheads="1"/>
            </p:cNvSpPr>
            <p:nvPr/>
          </p:nvSpPr>
          <p:spPr bwMode="auto">
            <a:xfrm>
              <a:off x="3479" y="1809"/>
              <a:ext cx="384" cy="192"/>
            </a:xfrm>
            <a:prstGeom prst="rect">
              <a:avLst/>
            </a:prstGeom>
            <a:noFill/>
            <a:ln w="9525">
              <a:noFill/>
              <a:miter lim="800000"/>
              <a:headEnd/>
              <a:tailEnd/>
            </a:ln>
            <a:effectLst/>
          </p:spPr>
          <p:txBody>
            <a:bodyPr>
              <a:spAutoFit/>
            </a:bodyPr>
            <a:lstStyle/>
            <a:p>
              <a:pPr>
                <a:spcBef>
                  <a:spcPct val="50000"/>
                </a:spcBef>
                <a:defRPr/>
              </a:pPr>
              <a:r>
                <a:rPr lang="en-US" altLang="ja-JP" sz="1400">
                  <a:effectLst>
                    <a:outerShdw blurRad="38100" dist="38100" dir="2700000" algn="tl">
                      <a:srgbClr val="000000"/>
                    </a:outerShdw>
                  </a:effectLst>
                  <a:latin typeface="Times New Roman" pitchFamily="18" charset="0"/>
                </a:rPr>
                <a:t>●</a:t>
              </a:r>
            </a:p>
          </p:txBody>
        </p:sp>
        <p:sp>
          <p:nvSpPr>
            <p:cNvPr id="652465" name="Text Box 177"/>
            <p:cNvSpPr txBox="1">
              <a:spLocks noChangeArrowheads="1"/>
            </p:cNvSpPr>
            <p:nvPr/>
          </p:nvSpPr>
          <p:spPr bwMode="auto">
            <a:xfrm>
              <a:off x="3863" y="1459"/>
              <a:ext cx="384" cy="192"/>
            </a:xfrm>
            <a:prstGeom prst="rect">
              <a:avLst/>
            </a:prstGeom>
            <a:noFill/>
            <a:ln w="9525">
              <a:noFill/>
              <a:miter lim="800000"/>
              <a:headEnd/>
              <a:tailEnd/>
            </a:ln>
            <a:effectLst/>
          </p:spPr>
          <p:txBody>
            <a:bodyPr>
              <a:spAutoFit/>
            </a:bodyPr>
            <a:lstStyle/>
            <a:p>
              <a:pPr>
                <a:spcBef>
                  <a:spcPct val="50000"/>
                </a:spcBef>
                <a:defRPr/>
              </a:pPr>
              <a:r>
                <a:rPr lang="en-US" altLang="ja-JP" sz="1400">
                  <a:effectLst>
                    <a:outerShdw blurRad="38100" dist="38100" dir="2700000" algn="tl">
                      <a:srgbClr val="000000"/>
                    </a:outerShdw>
                  </a:effectLst>
                  <a:latin typeface="Times New Roman" pitchFamily="18" charset="0"/>
                </a:rPr>
                <a:t>●</a:t>
              </a:r>
            </a:p>
          </p:txBody>
        </p:sp>
        <p:sp>
          <p:nvSpPr>
            <p:cNvPr id="652466" name="Text Box 178"/>
            <p:cNvSpPr txBox="1">
              <a:spLocks noChangeArrowheads="1"/>
            </p:cNvSpPr>
            <p:nvPr/>
          </p:nvSpPr>
          <p:spPr bwMode="auto">
            <a:xfrm>
              <a:off x="3867" y="1635"/>
              <a:ext cx="384" cy="192"/>
            </a:xfrm>
            <a:prstGeom prst="rect">
              <a:avLst/>
            </a:prstGeom>
            <a:noFill/>
            <a:ln w="9525">
              <a:noFill/>
              <a:miter lim="800000"/>
              <a:headEnd/>
              <a:tailEnd/>
            </a:ln>
            <a:effectLst/>
          </p:spPr>
          <p:txBody>
            <a:bodyPr>
              <a:spAutoFit/>
            </a:bodyPr>
            <a:lstStyle/>
            <a:p>
              <a:pPr>
                <a:spcBef>
                  <a:spcPct val="50000"/>
                </a:spcBef>
                <a:defRPr/>
              </a:pPr>
              <a:r>
                <a:rPr lang="en-US" altLang="ja-JP" sz="1400">
                  <a:effectLst>
                    <a:outerShdw blurRad="38100" dist="38100" dir="2700000" algn="tl">
                      <a:srgbClr val="000000"/>
                    </a:outerShdw>
                  </a:effectLst>
                  <a:latin typeface="Times New Roman" pitchFamily="18" charset="0"/>
                </a:rPr>
                <a:t>●</a:t>
              </a:r>
            </a:p>
          </p:txBody>
        </p:sp>
        <p:sp>
          <p:nvSpPr>
            <p:cNvPr id="652467" name="Text Box 179"/>
            <p:cNvSpPr txBox="1">
              <a:spLocks noChangeArrowheads="1"/>
            </p:cNvSpPr>
            <p:nvPr/>
          </p:nvSpPr>
          <p:spPr bwMode="auto">
            <a:xfrm>
              <a:off x="3867" y="1809"/>
              <a:ext cx="384" cy="192"/>
            </a:xfrm>
            <a:prstGeom prst="rect">
              <a:avLst/>
            </a:prstGeom>
            <a:noFill/>
            <a:ln w="9525">
              <a:noFill/>
              <a:miter lim="800000"/>
              <a:headEnd/>
              <a:tailEnd/>
            </a:ln>
            <a:effectLst/>
          </p:spPr>
          <p:txBody>
            <a:bodyPr>
              <a:spAutoFit/>
            </a:bodyPr>
            <a:lstStyle/>
            <a:p>
              <a:pPr>
                <a:spcBef>
                  <a:spcPct val="50000"/>
                </a:spcBef>
                <a:defRPr/>
              </a:pPr>
              <a:r>
                <a:rPr lang="en-US" altLang="ja-JP" sz="1400">
                  <a:effectLst>
                    <a:outerShdw blurRad="38100" dist="38100" dir="2700000" algn="tl">
                      <a:srgbClr val="000000"/>
                    </a:outerShdw>
                  </a:effectLst>
                  <a:latin typeface="Times New Roman" pitchFamily="18" charset="0"/>
                </a:rPr>
                <a:t>●</a:t>
              </a:r>
            </a:p>
          </p:txBody>
        </p:sp>
        <p:sp>
          <p:nvSpPr>
            <p:cNvPr id="652468" name="Text Box 180"/>
            <p:cNvSpPr txBox="1">
              <a:spLocks noChangeArrowheads="1"/>
            </p:cNvSpPr>
            <p:nvPr/>
          </p:nvSpPr>
          <p:spPr bwMode="auto">
            <a:xfrm>
              <a:off x="3867" y="1983"/>
              <a:ext cx="384" cy="192"/>
            </a:xfrm>
            <a:prstGeom prst="rect">
              <a:avLst/>
            </a:prstGeom>
            <a:noFill/>
            <a:ln w="9525">
              <a:noFill/>
              <a:miter lim="800000"/>
              <a:headEnd/>
              <a:tailEnd/>
            </a:ln>
            <a:effectLst/>
          </p:spPr>
          <p:txBody>
            <a:bodyPr>
              <a:spAutoFit/>
            </a:bodyPr>
            <a:lstStyle/>
            <a:p>
              <a:pPr>
                <a:spcBef>
                  <a:spcPct val="50000"/>
                </a:spcBef>
                <a:defRPr/>
              </a:pPr>
              <a:r>
                <a:rPr lang="en-US" altLang="ja-JP" sz="1400">
                  <a:effectLst>
                    <a:outerShdw blurRad="38100" dist="38100" dir="2700000" algn="tl">
                      <a:srgbClr val="000000"/>
                    </a:outerShdw>
                  </a:effectLst>
                  <a:latin typeface="Times New Roman" pitchFamily="18" charset="0"/>
                </a:rPr>
                <a:t>●</a:t>
              </a:r>
            </a:p>
          </p:txBody>
        </p:sp>
        <p:sp>
          <p:nvSpPr>
            <p:cNvPr id="652469" name="Text Box 181"/>
            <p:cNvSpPr txBox="1">
              <a:spLocks noChangeArrowheads="1"/>
            </p:cNvSpPr>
            <p:nvPr/>
          </p:nvSpPr>
          <p:spPr bwMode="auto">
            <a:xfrm>
              <a:off x="4241" y="1809"/>
              <a:ext cx="384" cy="192"/>
            </a:xfrm>
            <a:prstGeom prst="rect">
              <a:avLst/>
            </a:prstGeom>
            <a:noFill/>
            <a:ln w="9525">
              <a:noFill/>
              <a:miter lim="800000"/>
              <a:headEnd/>
              <a:tailEnd/>
            </a:ln>
            <a:effectLst/>
          </p:spPr>
          <p:txBody>
            <a:bodyPr>
              <a:spAutoFit/>
            </a:bodyPr>
            <a:lstStyle/>
            <a:p>
              <a:pPr>
                <a:spcBef>
                  <a:spcPct val="50000"/>
                </a:spcBef>
                <a:defRPr/>
              </a:pPr>
              <a:r>
                <a:rPr lang="en-US" altLang="ja-JP" sz="1400">
                  <a:effectLst>
                    <a:outerShdw blurRad="38100" dist="38100" dir="2700000" algn="tl">
                      <a:srgbClr val="000000"/>
                    </a:outerShdw>
                  </a:effectLst>
                  <a:latin typeface="Times New Roman" pitchFamily="18" charset="0"/>
                </a:rPr>
                <a:t>●</a:t>
              </a:r>
            </a:p>
          </p:txBody>
        </p:sp>
        <p:sp>
          <p:nvSpPr>
            <p:cNvPr id="652470" name="Text Box 182"/>
            <p:cNvSpPr txBox="1">
              <a:spLocks noChangeArrowheads="1"/>
            </p:cNvSpPr>
            <p:nvPr/>
          </p:nvSpPr>
          <p:spPr bwMode="auto">
            <a:xfrm>
              <a:off x="4625" y="1809"/>
              <a:ext cx="384" cy="192"/>
            </a:xfrm>
            <a:prstGeom prst="rect">
              <a:avLst/>
            </a:prstGeom>
            <a:noFill/>
            <a:ln w="9525">
              <a:noFill/>
              <a:miter lim="800000"/>
              <a:headEnd/>
              <a:tailEnd/>
            </a:ln>
            <a:effectLst/>
          </p:spPr>
          <p:txBody>
            <a:bodyPr>
              <a:spAutoFit/>
            </a:bodyPr>
            <a:lstStyle/>
            <a:p>
              <a:pPr>
                <a:spcBef>
                  <a:spcPct val="50000"/>
                </a:spcBef>
                <a:defRPr/>
              </a:pPr>
              <a:r>
                <a:rPr lang="en-US" altLang="ja-JP" sz="1400">
                  <a:effectLst>
                    <a:outerShdw blurRad="38100" dist="38100" dir="2700000" algn="tl">
                      <a:srgbClr val="000000"/>
                    </a:outerShdw>
                  </a:effectLst>
                  <a:latin typeface="Times New Roman" pitchFamily="18" charset="0"/>
                </a:rPr>
                <a:t>●</a:t>
              </a:r>
            </a:p>
          </p:txBody>
        </p:sp>
        <p:sp>
          <p:nvSpPr>
            <p:cNvPr id="652471" name="Text Box 183"/>
            <p:cNvSpPr txBox="1">
              <a:spLocks noChangeArrowheads="1"/>
            </p:cNvSpPr>
            <p:nvPr/>
          </p:nvSpPr>
          <p:spPr bwMode="auto">
            <a:xfrm>
              <a:off x="5009" y="1621"/>
              <a:ext cx="407" cy="192"/>
            </a:xfrm>
            <a:prstGeom prst="rect">
              <a:avLst/>
            </a:prstGeom>
            <a:noFill/>
            <a:ln w="9525">
              <a:noFill/>
              <a:miter lim="800000"/>
              <a:headEnd/>
              <a:tailEnd/>
            </a:ln>
            <a:effectLst/>
          </p:spPr>
          <p:txBody>
            <a:bodyPr>
              <a:spAutoFit/>
            </a:bodyPr>
            <a:lstStyle/>
            <a:p>
              <a:pPr>
                <a:spcBef>
                  <a:spcPct val="50000"/>
                </a:spcBef>
                <a:defRPr/>
              </a:pPr>
              <a:r>
                <a:rPr lang="en-US" altLang="ja-JP" sz="1400">
                  <a:effectLst>
                    <a:outerShdw blurRad="38100" dist="38100" dir="2700000" algn="tl">
                      <a:srgbClr val="000000"/>
                    </a:outerShdw>
                  </a:effectLst>
                  <a:latin typeface="Times New Roman" pitchFamily="18" charset="0"/>
                </a:rPr>
                <a:t>○</a:t>
              </a:r>
            </a:p>
          </p:txBody>
        </p:sp>
        <p:sp>
          <p:nvSpPr>
            <p:cNvPr id="652472" name="Text Box 184"/>
            <p:cNvSpPr txBox="1">
              <a:spLocks noChangeArrowheads="1"/>
            </p:cNvSpPr>
            <p:nvPr/>
          </p:nvSpPr>
          <p:spPr bwMode="auto">
            <a:xfrm>
              <a:off x="5000" y="1971"/>
              <a:ext cx="408" cy="192"/>
            </a:xfrm>
            <a:prstGeom prst="rect">
              <a:avLst/>
            </a:prstGeom>
            <a:noFill/>
            <a:ln w="9525">
              <a:noFill/>
              <a:miter lim="800000"/>
              <a:headEnd/>
              <a:tailEnd/>
            </a:ln>
            <a:effectLst/>
          </p:spPr>
          <p:txBody>
            <a:bodyPr>
              <a:spAutoFit/>
            </a:bodyPr>
            <a:lstStyle/>
            <a:p>
              <a:pPr>
                <a:spcBef>
                  <a:spcPct val="50000"/>
                </a:spcBef>
                <a:defRPr/>
              </a:pPr>
              <a:r>
                <a:rPr lang="en-US" altLang="ja-JP" sz="1400">
                  <a:effectLst>
                    <a:outerShdw blurRad="38100" dist="38100" dir="2700000" algn="tl">
                      <a:srgbClr val="000000"/>
                    </a:outerShdw>
                  </a:effectLst>
                  <a:latin typeface="Times New Roman" pitchFamily="18" charset="0"/>
                </a:rPr>
                <a:t>○</a:t>
              </a:r>
            </a:p>
          </p:txBody>
        </p:sp>
        <p:sp>
          <p:nvSpPr>
            <p:cNvPr id="652473" name="Text Box 185"/>
            <p:cNvSpPr txBox="1">
              <a:spLocks noChangeArrowheads="1"/>
            </p:cNvSpPr>
            <p:nvPr/>
          </p:nvSpPr>
          <p:spPr bwMode="auto">
            <a:xfrm>
              <a:off x="2320" y="2557"/>
              <a:ext cx="383" cy="191"/>
            </a:xfrm>
            <a:prstGeom prst="rect">
              <a:avLst/>
            </a:prstGeom>
            <a:noFill/>
            <a:ln w="9525">
              <a:noFill/>
              <a:miter lim="800000"/>
              <a:headEnd/>
              <a:tailEnd/>
            </a:ln>
            <a:effectLst/>
          </p:spPr>
          <p:txBody>
            <a:bodyPr>
              <a:spAutoFit/>
            </a:bodyPr>
            <a:lstStyle/>
            <a:p>
              <a:pPr>
                <a:spcBef>
                  <a:spcPct val="50000"/>
                </a:spcBef>
                <a:defRPr/>
              </a:pPr>
              <a:r>
                <a:rPr lang="en-US" altLang="ja-JP" sz="1400">
                  <a:effectLst>
                    <a:outerShdw blurRad="38100" dist="38100" dir="2700000" algn="tl">
                      <a:srgbClr val="000000"/>
                    </a:outerShdw>
                  </a:effectLst>
                  <a:latin typeface="Times New Roman" pitchFamily="18" charset="0"/>
                </a:rPr>
                <a:t>●</a:t>
              </a:r>
            </a:p>
          </p:txBody>
        </p:sp>
        <p:sp>
          <p:nvSpPr>
            <p:cNvPr id="652474" name="Text Box 186"/>
            <p:cNvSpPr txBox="1">
              <a:spLocks noChangeArrowheads="1"/>
            </p:cNvSpPr>
            <p:nvPr/>
          </p:nvSpPr>
          <p:spPr bwMode="auto">
            <a:xfrm>
              <a:off x="2315" y="2734"/>
              <a:ext cx="383" cy="192"/>
            </a:xfrm>
            <a:prstGeom prst="rect">
              <a:avLst/>
            </a:prstGeom>
            <a:noFill/>
            <a:ln w="9525">
              <a:noFill/>
              <a:miter lim="800000"/>
              <a:headEnd/>
              <a:tailEnd/>
            </a:ln>
            <a:effectLst/>
          </p:spPr>
          <p:txBody>
            <a:bodyPr>
              <a:spAutoFit/>
            </a:bodyPr>
            <a:lstStyle/>
            <a:p>
              <a:pPr>
                <a:spcBef>
                  <a:spcPct val="50000"/>
                </a:spcBef>
                <a:defRPr/>
              </a:pPr>
              <a:r>
                <a:rPr lang="en-US" altLang="ja-JP" sz="1400">
                  <a:effectLst>
                    <a:outerShdw blurRad="38100" dist="38100" dir="2700000" algn="tl">
                      <a:srgbClr val="000000"/>
                    </a:outerShdw>
                  </a:effectLst>
                  <a:latin typeface="Times New Roman" pitchFamily="18" charset="0"/>
                </a:rPr>
                <a:t>●</a:t>
              </a:r>
            </a:p>
          </p:txBody>
        </p:sp>
        <p:sp>
          <p:nvSpPr>
            <p:cNvPr id="652475" name="Text Box 187"/>
            <p:cNvSpPr txBox="1">
              <a:spLocks noChangeArrowheads="1"/>
            </p:cNvSpPr>
            <p:nvPr/>
          </p:nvSpPr>
          <p:spPr bwMode="auto">
            <a:xfrm>
              <a:off x="2320" y="2910"/>
              <a:ext cx="383" cy="192"/>
            </a:xfrm>
            <a:prstGeom prst="rect">
              <a:avLst/>
            </a:prstGeom>
            <a:noFill/>
            <a:ln w="9525">
              <a:noFill/>
              <a:miter lim="800000"/>
              <a:headEnd/>
              <a:tailEnd/>
            </a:ln>
            <a:effectLst/>
          </p:spPr>
          <p:txBody>
            <a:bodyPr>
              <a:spAutoFit/>
            </a:bodyPr>
            <a:lstStyle/>
            <a:p>
              <a:pPr>
                <a:spcBef>
                  <a:spcPct val="50000"/>
                </a:spcBef>
                <a:defRPr/>
              </a:pPr>
              <a:r>
                <a:rPr lang="en-US" altLang="ja-JP" sz="1400">
                  <a:effectLst>
                    <a:outerShdw blurRad="38100" dist="38100" dir="2700000" algn="tl">
                      <a:srgbClr val="000000"/>
                    </a:outerShdw>
                  </a:effectLst>
                  <a:latin typeface="Times New Roman" pitchFamily="18" charset="0"/>
                </a:rPr>
                <a:t>●</a:t>
              </a:r>
            </a:p>
          </p:txBody>
        </p:sp>
        <p:sp>
          <p:nvSpPr>
            <p:cNvPr id="652476" name="Text Box 188"/>
            <p:cNvSpPr txBox="1">
              <a:spLocks noChangeArrowheads="1"/>
            </p:cNvSpPr>
            <p:nvPr/>
          </p:nvSpPr>
          <p:spPr bwMode="auto">
            <a:xfrm>
              <a:off x="2315" y="3084"/>
              <a:ext cx="383" cy="192"/>
            </a:xfrm>
            <a:prstGeom prst="rect">
              <a:avLst/>
            </a:prstGeom>
            <a:noFill/>
            <a:ln w="9525">
              <a:noFill/>
              <a:miter lim="800000"/>
              <a:headEnd/>
              <a:tailEnd/>
            </a:ln>
            <a:effectLst/>
          </p:spPr>
          <p:txBody>
            <a:bodyPr>
              <a:spAutoFit/>
            </a:bodyPr>
            <a:lstStyle/>
            <a:p>
              <a:pPr>
                <a:spcBef>
                  <a:spcPct val="50000"/>
                </a:spcBef>
                <a:defRPr/>
              </a:pPr>
              <a:r>
                <a:rPr lang="en-US" altLang="ja-JP" sz="1400">
                  <a:effectLst>
                    <a:outerShdw blurRad="38100" dist="38100" dir="2700000" algn="tl">
                      <a:srgbClr val="000000"/>
                    </a:outerShdw>
                  </a:effectLst>
                  <a:latin typeface="Times New Roman" pitchFamily="18" charset="0"/>
                </a:rPr>
                <a:t>●</a:t>
              </a:r>
            </a:p>
          </p:txBody>
        </p:sp>
        <p:sp>
          <p:nvSpPr>
            <p:cNvPr id="652477" name="Text Box 189"/>
            <p:cNvSpPr txBox="1">
              <a:spLocks noChangeArrowheads="1"/>
            </p:cNvSpPr>
            <p:nvPr/>
          </p:nvSpPr>
          <p:spPr bwMode="auto">
            <a:xfrm>
              <a:off x="2320" y="3261"/>
              <a:ext cx="383" cy="193"/>
            </a:xfrm>
            <a:prstGeom prst="rect">
              <a:avLst/>
            </a:prstGeom>
            <a:noFill/>
            <a:ln w="9525">
              <a:noFill/>
              <a:miter lim="800000"/>
              <a:headEnd/>
              <a:tailEnd/>
            </a:ln>
            <a:effectLst/>
          </p:spPr>
          <p:txBody>
            <a:bodyPr>
              <a:spAutoFit/>
            </a:bodyPr>
            <a:lstStyle/>
            <a:p>
              <a:pPr>
                <a:spcBef>
                  <a:spcPct val="50000"/>
                </a:spcBef>
                <a:defRPr/>
              </a:pPr>
              <a:r>
                <a:rPr lang="en-US" altLang="ja-JP" sz="1400">
                  <a:effectLst>
                    <a:outerShdw blurRad="38100" dist="38100" dir="2700000" algn="tl">
                      <a:srgbClr val="000000"/>
                    </a:outerShdw>
                  </a:effectLst>
                  <a:latin typeface="Times New Roman" pitchFamily="18" charset="0"/>
                </a:rPr>
                <a:t>●</a:t>
              </a:r>
            </a:p>
          </p:txBody>
        </p:sp>
        <p:sp>
          <p:nvSpPr>
            <p:cNvPr id="652478" name="Text Box 190"/>
            <p:cNvSpPr txBox="1">
              <a:spLocks noChangeArrowheads="1"/>
            </p:cNvSpPr>
            <p:nvPr/>
          </p:nvSpPr>
          <p:spPr bwMode="auto">
            <a:xfrm>
              <a:off x="2703" y="2722"/>
              <a:ext cx="384" cy="192"/>
            </a:xfrm>
            <a:prstGeom prst="rect">
              <a:avLst/>
            </a:prstGeom>
            <a:noFill/>
            <a:ln w="9525">
              <a:noFill/>
              <a:miter lim="800000"/>
              <a:headEnd/>
              <a:tailEnd/>
            </a:ln>
            <a:effectLst/>
          </p:spPr>
          <p:txBody>
            <a:bodyPr>
              <a:spAutoFit/>
            </a:bodyPr>
            <a:lstStyle/>
            <a:p>
              <a:pPr>
                <a:spcBef>
                  <a:spcPct val="50000"/>
                </a:spcBef>
                <a:defRPr/>
              </a:pPr>
              <a:r>
                <a:rPr lang="en-US" altLang="ja-JP" sz="1400">
                  <a:effectLst>
                    <a:outerShdw blurRad="38100" dist="38100" dir="2700000" algn="tl">
                      <a:srgbClr val="000000"/>
                    </a:outerShdw>
                  </a:effectLst>
                  <a:latin typeface="Times New Roman" pitchFamily="18" charset="0"/>
                </a:rPr>
                <a:t>●</a:t>
              </a:r>
            </a:p>
          </p:txBody>
        </p:sp>
        <p:sp>
          <p:nvSpPr>
            <p:cNvPr id="652479" name="Text Box 191"/>
            <p:cNvSpPr txBox="1">
              <a:spLocks noChangeArrowheads="1"/>
            </p:cNvSpPr>
            <p:nvPr/>
          </p:nvSpPr>
          <p:spPr bwMode="auto">
            <a:xfrm>
              <a:off x="2703" y="2545"/>
              <a:ext cx="384" cy="191"/>
            </a:xfrm>
            <a:prstGeom prst="rect">
              <a:avLst/>
            </a:prstGeom>
            <a:noFill/>
            <a:ln w="9525">
              <a:noFill/>
              <a:miter lim="800000"/>
              <a:headEnd/>
              <a:tailEnd/>
            </a:ln>
            <a:effectLst/>
          </p:spPr>
          <p:txBody>
            <a:bodyPr>
              <a:spAutoFit/>
            </a:bodyPr>
            <a:lstStyle/>
            <a:p>
              <a:pPr>
                <a:spcBef>
                  <a:spcPct val="50000"/>
                </a:spcBef>
                <a:defRPr/>
              </a:pPr>
              <a:r>
                <a:rPr lang="en-US" altLang="ja-JP" sz="1400">
                  <a:effectLst>
                    <a:outerShdw blurRad="38100" dist="38100" dir="2700000" algn="tl">
                      <a:srgbClr val="000000"/>
                    </a:outerShdw>
                  </a:effectLst>
                  <a:latin typeface="Times New Roman" pitchFamily="18" charset="0"/>
                </a:rPr>
                <a:t>●</a:t>
              </a:r>
            </a:p>
          </p:txBody>
        </p:sp>
        <p:sp>
          <p:nvSpPr>
            <p:cNvPr id="652480" name="Text Box 192"/>
            <p:cNvSpPr txBox="1">
              <a:spLocks noChangeArrowheads="1"/>
            </p:cNvSpPr>
            <p:nvPr/>
          </p:nvSpPr>
          <p:spPr bwMode="auto">
            <a:xfrm>
              <a:off x="2703" y="3261"/>
              <a:ext cx="408" cy="193"/>
            </a:xfrm>
            <a:prstGeom prst="rect">
              <a:avLst/>
            </a:prstGeom>
            <a:noFill/>
            <a:ln w="9525">
              <a:noFill/>
              <a:miter lim="800000"/>
              <a:headEnd/>
              <a:tailEnd/>
            </a:ln>
            <a:effectLst/>
          </p:spPr>
          <p:txBody>
            <a:bodyPr>
              <a:spAutoFit/>
            </a:bodyPr>
            <a:lstStyle/>
            <a:p>
              <a:pPr>
                <a:spcBef>
                  <a:spcPct val="50000"/>
                </a:spcBef>
                <a:defRPr/>
              </a:pPr>
              <a:r>
                <a:rPr lang="en-US" altLang="ja-JP" sz="1400">
                  <a:effectLst>
                    <a:outerShdw blurRad="38100" dist="38100" dir="2700000" algn="tl">
                      <a:srgbClr val="000000"/>
                    </a:outerShdw>
                  </a:effectLst>
                  <a:latin typeface="Times New Roman" pitchFamily="18" charset="0"/>
                </a:rPr>
                <a:t>○</a:t>
              </a:r>
            </a:p>
          </p:txBody>
        </p:sp>
        <p:sp>
          <p:nvSpPr>
            <p:cNvPr id="652481" name="Text Box 193"/>
            <p:cNvSpPr txBox="1">
              <a:spLocks noChangeArrowheads="1"/>
            </p:cNvSpPr>
            <p:nvPr/>
          </p:nvSpPr>
          <p:spPr bwMode="auto">
            <a:xfrm>
              <a:off x="3087" y="2545"/>
              <a:ext cx="383" cy="191"/>
            </a:xfrm>
            <a:prstGeom prst="rect">
              <a:avLst/>
            </a:prstGeom>
            <a:noFill/>
            <a:ln w="9525">
              <a:noFill/>
              <a:miter lim="800000"/>
              <a:headEnd/>
              <a:tailEnd/>
            </a:ln>
            <a:effectLst/>
          </p:spPr>
          <p:txBody>
            <a:bodyPr>
              <a:spAutoFit/>
            </a:bodyPr>
            <a:lstStyle/>
            <a:p>
              <a:pPr>
                <a:spcBef>
                  <a:spcPct val="50000"/>
                </a:spcBef>
                <a:defRPr/>
              </a:pPr>
              <a:r>
                <a:rPr lang="en-US" altLang="ja-JP" sz="1400">
                  <a:effectLst>
                    <a:outerShdw blurRad="38100" dist="38100" dir="2700000" algn="tl">
                      <a:srgbClr val="000000"/>
                    </a:outerShdw>
                  </a:effectLst>
                  <a:latin typeface="Times New Roman" pitchFamily="18" charset="0"/>
                </a:rPr>
                <a:t>●</a:t>
              </a:r>
            </a:p>
          </p:txBody>
        </p:sp>
        <p:sp>
          <p:nvSpPr>
            <p:cNvPr id="652482" name="Text Box 194"/>
            <p:cNvSpPr txBox="1">
              <a:spLocks noChangeArrowheads="1"/>
            </p:cNvSpPr>
            <p:nvPr/>
          </p:nvSpPr>
          <p:spPr bwMode="auto">
            <a:xfrm>
              <a:off x="3087" y="3072"/>
              <a:ext cx="383" cy="192"/>
            </a:xfrm>
            <a:prstGeom prst="rect">
              <a:avLst/>
            </a:prstGeom>
            <a:noFill/>
            <a:ln w="9525">
              <a:noFill/>
              <a:miter lim="800000"/>
              <a:headEnd/>
              <a:tailEnd/>
            </a:ln>
            <a:effectLst/>
          </p:spPr>
          <p:txBody>
            <a:bodyPr>
              <a:spAutoFit/>
            </a:bodyPr>
            <a:lstStyle/>
            <a:p>
              <a:pPr>
                <a:spcBef>
                  <a:spcPct val="50000"/>
                </a:spcBef>
                <a:defRPr/>
              </a:pPr>
              <a:r>
                <a:rPr lang="en-US" altLang="ja-JP" sz="1400">
                  <a:effectLst>
                    <a:outerShdw blurRad="38100" dist="38100" dir="2700000" algn="tl">
                      <a:srgbClr val="000000"/>
                    </a:outerShdw>
                  </a:effectLst>
                  <a:latin typeface="Times New Roman" pitchFamily="18" charset="0"/>
                </a:rPr>
                <a:t>●</a:t>
              </a:r>
            </a:p>
          </p:txBody>
        </p:sp>
        <p:sp>
          <p:nvSpPr>
            <p:cNvPr id="652483" name="Text Box 195"/>
            <p:cNvSpPr txBox="1">
              <a:spLocks noChangeArrowheads="1"/>
            </p:cNvSpPr>
            <p:nvPr/>
          </p:nvSpPr>
          <p:spPr bwMode="auto">
            <a:xfrm>
              <a:off x="3479" y="2545"/>
              <a:ext cx="384" cy="191"/>
            </a:xfrm>
            <a:prstGeom prst="rect">
              <a:avLst/>
            </a:prstGeom>
            <a:noFill/>
            <a:ln w="9525">
              <a:noFill/>
              <a:miter lim="800000"/>
              <a:headEnd/>
              <a:tailEnd/>
            </a:ln>
            <a:effectLst/>
          </p:spPr>
          <p:txBody>
            <a:bodyPr>
              <a:spAutoFit/>
            </a:bodyPr>
            <a:lstStyle/>
            <a:p>
              <a:pPr>
                <a:spcBef>
                  <a:spcPct val="50000"/>
                </a:spcBef>
                <a:defRPr/>
              </a:pPr>
              <a:r>
                <a:rPr lang="en-US" altLang="ja-JP" sz="1400">
                  <a:effectLst>
                    <a:outerShdw blurRad="38100" dist="38100" dir="2700000" algn="tl">
                      <a:srgbClr val="000000"/>
                    </a:outerShdw>
                  </a:effectLst>
                  <a:latin typeface="Times New Roman" pitchFamily="18" charset="0"/>
                </a:rPr>
                <a:t>●</a:t>
              </a:r>
            </a:p>
          </p:txBody>
        </p:sp>
        <p:sp>
          <p:nvSpPr>
            <p:cNvPr id="652484" name="Text Box 196"/>
            <p:cNvSpPr txBox="1">
              <a:spLocks noChangeArrowheads="1"/>
            </p:cNvSpPr>
            <p:nvPr/>
          </p:nvSpPr>
          <p:spPr bwMode="auto">
            <a:xfrm>
              <a:off x="3479" y="2898"/>
              <a:ext cx="384" cy="192"/>
            </a:xfrm>
            <a:prstGeom prst="rect">
              <a:avLst/>
            </a:prstGeom>
            <a:noFill/>
            <a:ln w="9525">
              <a:noFill/>
              <a:miter lim="800000"/>
              <a:headEnd/>
              <a:tailEnd/>
            </a:ln>
            <a:effectLst/>
          </p:spPr>
          <p:txBody>
            <a:bodyPr>
              <a:spAutoFit/>
            </a:bodyPr>
            <a:lstStyle/>
            <a:p>
              <a:pPr>
                <a:spcBef>
                  <a:spcPct val="50000"/>
                </a:spcBef>
                <a:defRPr/>
              </a:pPr>
              <a:r>
                <a:rPr lang="en-US" altLang="ja-JP" sz="1400">
                  <a:effectLst>
                    <a:outerShdw blurRad="38100" dist="38100" dir="2700000" algn="tl">
                      <a:srgbClr val="000000"/>
                    </a:outerShdw>
                  </a:effectLst>
                  <a:latin typeface="Times New Roman" pitchFamily="18" charset="0"/>
                </a:rPr>
                <a:t>●</a:t>
              </a:r>
            </a:p>
          </p:txBody>
        </p:sp>
        <p:sp>
          <p:nvSpPr>
            <p:cNvPr id="652485" name="Text Box 197"/>
            <p:cNvSpPr txBox="1">
              <a:spLocks noChangeArrowheads="1"/>
            </p:cNvSpPr>
            <p:nvPr/>
          </p:nvSpPr>
          <p:spPr bwMode="auto">
            <a:xfrm>
              <a:off x="3479" y="3261"/>
              <a:ext cx="408" cy="193"/>
            </a:xfrm>
            <a:prstGeom prst="rect">
              <a:avLst/>
            </a:prstGeom>
            <a:noFill/>
            <a:ln w="9525">
              <a:noFill/>
              <a:miter lim="800000"/>
              <a:headEnd/>
              <a:tailEnd/>
            </a:ln>
            <a:effectLst/>
          </p:spPr>
          <p:txBody>
            <a:bodyPr>
              <a:spAutoFit/>
            </a:bodyPr>
            <a:lstStyle/>
            <a:p>
              <a:pPr>
                <a:spcBef>
                  <a:spcPct val="50000"/>
                </a:spcBef>
                <a:defRPr/>
              </a:pPr>
              <a:r>
                <a:rPr lang="en-US" altLang="ja-JP" sz="1400">
                  <a:effectLst>
                    <a:outerShdw blurRad="38100" dist="38100" dir="2700000" algn="tl">
                      <a:srgbClr val="000000"/>
                    </a:outerShdw>
                  </a:effectLst>
                  <a:latin typeface="Times New Roman" pitchFamily="18" charset="0"/>
                </a:rPr>
                <a:t>○</a:t>
              </a:r>
            </a:p>
          </p:txBody>
        </p:sp>
        <p:sp>
          <p:nvSpPr>
            <p:cNvPr id="652486" name="Text Box 198"/>
            <p:cNvSpPr txBox="1">
              <a:spLocks noChangeArrowheads="1"/>
            </p:cNvSpPr>
            <p:nvPr/>
          </p:nvSpPr>
          <p:spPr bwMode="auto">
            <a:xfrm>
              <a:off x="3859" y="2545"/>
              <a:ext cx="382" cy="191"/>
            </a:xfrm>
            <a:prstGeom prst="rect">
              <a:avLst/>
            </a:prstGeom>
            <a:noFill/>
            <a:ln w="9525">
              <a:noFill/>
              <a:miter lim="800000"/>
              <a:headEnd/>
              <a:tailEnd/>
            </a:ln>
            <a:effectLst/>
          </p:spPr>
          <p:txBody>
            <a:bodyPr>
              <a:spAutoFit/>
            </a:bodyPr>
            <a:lstStyle/>
            <a:p>
              <a:pPr>
                <a:spcBef>
                  <a:spcPct val="50000"/>
                </a:spcBef>
                <a:defRPr/>
              </a:pPr>
              <a:r>
                <a:rPr lang="en-US" altLang="ja-JP" sz="1400">
                  <a:effectLst>
                    <a:outerShdw blurRad="38100" dist="38100" dir="2700000" algn="tl">
                      <a:srgbClr val="000000"/>
                    </a:outerShdw>
                  </a:effectLst>
                  <a:latin typeface="Times New Roman" pitchFamily="18" charset="0"/>
                </a:rPr>
                <a:t>●</a:t>
              </a:r>
            </a:p>
          </p:txBody>
        </p:sp>
        <p:sp>
          <p:nvSpPr>
            <p:cNvPr id="652487" name="Text Box 199"/>
            <p:cNvSpPr txBox="1">
              <a:spLocks noChangeArrowheads="1"/>
            </p:cNvSpPr>
            <p:nvPr/>
          </p:nvSpPr>
          <p:spPr bwMode="auto">
            <a:xfrm>
              <a:off x="3863" y="2722"/>
              <a:ext cx="384" cy="192"/>
            </a:xfrm>
            <a:prstGeom prst="rect">
              <a:avLst/>
            </a:prstGeom>
            <a:noFill/>
            <a:ln w="9525">
              <a:noFill/>
              <a:miter lim="800000"/>
              <a:headEnd/>
              <a:tailEnd/>
            </a:ln>
            <a:effectLst/>
          </p:spPr>
          <p:txBody>
            <a:bodyPr>
              <a:spAutoFit/>
            </a:bodyPr>
            <a:lstStyle/>
            <a:p>
              <a:pPr>
                <a:spcBef>
                  <a:spcPct val="50000"/>
                </a:spcBef>
                <a:defRPr/>
              </a:pPr>
              <a:r>
                <a:rPr lang="en-US" altLang="ja-JP" sz="1400">
                  <a:effectLst>
                    <a:outerShdw blurRad="38100" dist="38100" dir="2700000" algn="tl">
                      <a:srgbClr val="000000"/>
                    </a:outerShdw>
                  </a:effectLst>
                  <a:latin typeface="Times New Roman" pitchFamily="18" charset="0"/>
                </a:rPr>
                <a:t>●</a:t>
              </a:r>
            </a:p>
          </p:txBody>
        </p:sp>
        <p:sp>
          <p:nvSpPr>
            <p:cNvPr id="652488" name="Text Box 200"/>
            <p:cNvSpPr txBox="1">
              <a:spLocks noChangeArrowheads="1"/>
            </p:cNvSpPr>
            <p:nvPr/>
          </p:nvSpPr>
          <p:spPr bwMode="auto">
            <a:xfrm>
              <a:off x="3859" y="2898"/>
              <a:ext cx="382" cy="192"/>
            </a:xfrm>
            <a:prstGeom prst="rect">
              <a:avLst/>
            </a:prstGeom>
            <a:noFill/>
            <a:ln w="9525">
              <a:noFill/>
              <a:miter lim="800000"/>
              <a:headEnd/>
              <a:tailEnd/>
            </a:ln>
            <a:effectLst/>
          </p:spPr>
          <p:txBody>
            <a:bodyPr>
              <a:spAutoFit/>
            </a:bodyPr>
            <a:lstStyle/>
            <a:p>
              <a:pPr>
                <a:spcBef>
                  <a:spcPct val="50000"/>
                </a:spcBef>
                <a:defRPr/>
              </a:pPr>
              <a:r>
                <a:rPr lang="en-US" altLang="ja-JP" sz="1400">
                  <a:effectLst>
                    <a:outerShdw blurRad="38100" dist="38100" dir="2700000" algn="tl">
                      <a:srgbClr val="000000"/>
                    </a:outerShdw>
                  </a:effectLst>
                  <a:latin typeface="Times New Roman" pitchFamily="18" charset="0"/>
                </a:rPr>
                <a:t>●</a:t>
              </a:r>
            </a:p>
          </p:txBody>
        </p:sp>
        <p:sp>
          <p:nvSpPr>
            <p:cNvPr id="652489" name="Text Box 201"/>
            <p:cNvSpPr txBox="1">
              <a:spLocks noChangeArrowheads="1"/>
            </p:cNvSpPr>
            <p:nvPr/>
          </p:nvSpPr>
          <p:spPr bwMode="auto">
            <a:xfrm>
              <a:off x="3859" y="3258"/>
              <a:ext cx="407" cy="192"/>
            </a:xfrm>
            <a:prstGeom prst="rect">
              <a:avLst/>
            </a:prstGeom>
            <a:noFill/>
            <a:ln w="9525">
              <a:noFill/>
              <a:miter lim="800000"/>
              <a:headEnd/>
              <a:tailEnd/>
            </a:ln>
            <a:effectLst/>
          </p:spPr>
          <p:txBody>
            <a:bodyPr>
              <a:spAutoFit/>
            </a:bodyPr>
            <a:lstStyle/>
            <a:p>
              <a:pPr>
                <a:spcBef>
                  <a:spcPct val="50000"/>
                </a:spcBef>
                <a:defRPr/>
              </a:pPr>
              <a:r>
                <a:rPr lang="en-US" altLang="ja-JP" sz="1400">
                  <a:effectLst>
                    <a:outerShdw blurRad="38100" dist="38100" dir="2700000" algn="tl">
                      <a:srgbClr val="000000"/>
                    </a:outerShdw>
                  </a:effectLst>
                  <a:latin typeface="Times New Roman" pitchFamily="18" charset="0"/>
                </a:rPr>
                <a:t>○</a:t>
              </a:r>
            </a:p>
          </p:txBody>
        </p:sp>
        <p:sp>
          <p:nvSpPr>
            <p:cNvPr id="652490" name="Text Box 202"/>
            <p:cNvSpPr txBox="1">
              <a:spLocks noChangeArrowheads="1"/>
            </p:cNvSpPr>
            <p:nvPr/>
          </p:nvSpPr>
          <p:spPr bwMode="auto">
            <a:xfrm>
              <a:off x="4237" y="2545"/>
              <a:ext cx="384" cy="191"/>
            </a:xfrm>
            <a:prstGeom prst="rect">
              <a:avLst/>
            </a:prstGeom>
            <a:noFill/>
            <a:ln w="9525">
              <a:noFill/>
              <a:miter lim="800000"/>
              <a:headEnd/>
              <a:tailEnd/>
            </a:ln>
            <a:effectLst/>
          </p:spPr>
          <p:txBody>
            <a:bodyPr>
              <a:spAutoFit/>
            </a:bodyPr>
            <a:lstStyle/>
            <a:p>
              <a:pPr>
                <a:spcBef>
                  <a:spcPct val="50000"/>
                </a:spcBef>
                <a:defRPr/>
              </a:pPr>
              <a:r>
                <a:rPr lang="en-US" altLang="ja-JP" sz="1400">
                  <a:effectLst>
                    <a:outerShdw blurRad="38100" dist="38100" dir="2700000" algn="tl">
                      <a:srgbClr val="000000"/>
                    </a:outerShdw>
                  </a:effectLst>
                  <a:latin typeface="Times New Roman" pitchFamily="18" charset="0"/>
                </a:rPr>
                <a:t>●</a:t>
              </a:r>
            </a:p>
          </p:txBody>
        </p:sp>
        <p:sp>
          <p:nvSpPr>
            <p:cNvPr id="652491" name="Text Box 203"/>
            <p:cNvSpPr txBox="1">
              <a:spLocks noChangeArrowheads="1"/>
            </p:cNvSpPr>
            <p:nvPr/>
          </p:nvSpPr>
          <p:spPr bwMode="auto">
            <a:xfrm>
              <a:off x="4237" y="2722"/>
              <a:ext cx="384" cy="192"/>
            </a:xfrm>
            <a:prstGeom prst="rect">
              <a:avLst/>
            </a:prstGeom>
            <a:noFill/>
            <a:ln w="9525">
              <a:noFill/>
              <a:miter lim="800000"/>
              <a:headEnd/>
              <a:tailEnd/>
            </a:ln>
            <a:effectLst/>
          </p:spPr>
          <p:txBody>
            <a:bodyPr>
              <a:spAutoFit/>
            </a:bodyPr>
            <a:lstStyle/>
            <a:p>
              <a:pPr>
                <a:spcBef>
                  <a:spcPct val="50000"/>
                </a:spcBef>
                <a:defRPr/>
              </a:pPr>
              <a:r>
                <a:rPr lang="en-US" altLang="ja-JP" sz="1400">
                  <a:effectLst>
                    <a:outerShdw blurRad="38100" dist="38100" dir="2700000" algn="tl">
                      <a:srgbClr val="000000"/>
                    </a:outerShdw>
                  </a:effectLst>
                  <a:latin typeface="Times New Roman" pitchFamily="18" charset="0"/>
                </a:rPr>
                <a:t>●</a:t>
              </a:r>
            </a:p>
          </p:txBody>
        </p:sp>
        <p:sp>
          <p:nvSpPr>
            <p:cNvPr id="652492" name="Text Box 204"/>
            <p:cNvSpPr txBox="1">
              <a:spLocks noChangeArrowheads="1"/>
            </p:cNvSpPr>
            <p:nvPr/>
          </p:nvSpPr>
          <p:spPr bwMode="auto">
            <a:xfrm>
              <a:off x="4157" y="3064"/>
              <a:ext cx="384" cy="192"/>
            </a:xfrm>
            <a:prstGeom prst="rect">
              <a:avLst/>
            </a:prstGeom>
            <a:noFill/>
            <a:ln w="9525">
              <a:noFill/>
              <a:miter lim="800000"/>
              <a:headEnd/>
              <a:tailEnd/>
            </a:ln>
            <a:effectLst/>
          </p:spPr>
          <p:txBody>
            <a:bodyPr>
              <a:spAutoFit/>
            </a:bodyPr>
            <a:lstStyle/>
            <a:p>
              <a:pPr>
                <a:spcBef>
                  <a:spcPct val="50000"/>
                </a:spcBef>
                <a:defRPr/>
              </a:pPr>
              <a:r>
                <a:rPr lang="en-US" altLang="ja-JP" sz="1400">
                  <a:effectLst>
                    <a:outerShdw blurRad="38100" dist="38100" dir="2700000" algn="tl">
                      <a:srgbClr val="000000"/>
                    </a:outerShdw>
                  </a:effectLst>
                  <a:latin typeface="Times New Roman" pitchFamily="18" charset="0"/>
                </a:rPr>
                <a:t>●</a:t>
              </a:r>
            </a:p>
          </p:txBody>
        </p:sp>
        <p:sp>
          <p:nvSpPr>
            <p:cNvPr id="652493" name="Text Box 205"/>
            <p:cNvSpPr txBox="1">
              <a:spLocks noChangeArrowheads="1"/>
            </p:cNvSpPr>
            <p:nvPr/>
          </p:nvSpPr>
          <p:spPr bwMode="auto">
            <a:xfrm>
              <a:off x="4621" y="2545"/>
              <a:ext cx="382" cy="191"/>
            </a:xfrm>
            <a:prstGeom prst="rect">
              <a:avLst/>
            </a:prstGeom>
            <a:noFill/>
            <a:ln w="9525">
              <a:noFill/>
              <a:miter lim="800000"/>
              <a:headEnd/>
              <a:tailEnd/>
            </a:ln>
            <a:effectLst/>
          </p:spPr>
          <p:txBody>
            <a:bodyPr>
              <a:spAutoFit/>
            </a:bodyPr>
            <a:lstStyle/>
            <a:p>
              <a:pPr>
                <a:spcBef>
                  <a:spcPct val="50000"/>
                </a:spcBef>
                <a:defRPr/>
              </a:pPr>
              <a:r>
                <a:rPr lang="en-US" altLang="ja-JP" sz="1400">
                  <a:effectLst>
                    <a:outerShdw blurRad="38100" dist="38100" dir="2700000" algn="tl">
                      <a:srgbClr val="000000"/>
                    </a:outerShdw>
                  </a:effectLst>
                  <a:latin typeface="Times New Roman" pitchFamily="18" charset="0"/>
                </a:rPr>
                <a:t>●</a:t>
              </a:r>
            </a:p>
          </p:txBody>
        </p:sp>
        <p:sp>
          <p:nvSpPr>
            <p:cNvPr id="652494" name="Text Box 206"/>
            <p:cNvSpPr txBox="1">
              <a:spLocks noChangeArrowheads="1"/>
            </p:cNvSpPr>
            <p:nvPr/>
          </p:nvSpPr>
          <p:spPr bwMode="auto">
            <a:xfrm>
              <a:off x="4999" y="2545"/>
              <a:ext cx="384" cy="191"/>
            </a:xfrm>
            <a:prstGeom prst="rect">
              <a:avLst/>
            </a:prstGeom>
            <a:noFill/>
            <a:ln w="9525">
              <a:noFill/>
              <a:miter lim="800000"/>
              <a:headEnd/>
              <a:tailEnd/>
            </a:ln>
            <a:effectLst/>
          </p:spPr>
          <p:txBody>
            <a:bodyPr>
              <a:spAutoFit/>
            </a:bodyPr>
            <a:lstStyle/>
            <a:p>
              <a:pPr>
                <a:spcBef>
                  <a:spcPct val="50000"/>
                </a:spcBef>
                <a:defRPr/>
              </a:pPr>
              <a:r>
                <a:rPr lang="en-US" altLang="ja-JP" sz="1400">
                  <a:effectLst>
                    <a:outerShdw blurRad="38100" dist="38100" dir="2700000" algn="tl">
                      <a:srgbClr val="000000"/>
                    </a:outerShdw>
                  </a:effectLst>
                  <a:latin typeface="Times New Roman" pitchFamily="18" charset="0"/>
                </a:rPr>
                <a:t>●</a:t>
              </a:r>
            </a:p>
          </p:txBody>
        </p:sp>
        <p:sp>
          <p:nvSpPr>
            <p:cNvPr id="652495" name="Text Box 207"/>
            <p:cNvSpPr txBox="1">
              <a:spLocks noChangeArrowheads="1"/>
            </p:cNvSpPr>
            <p:nvPr/>
          </p:nvSpPr>
          <p:spPr bwMode="auto">
            <a:xfrm>
              <a:off x="5003" y="2898"/>
              <a:ext cx="384" cy="192"/>
            </a:xfrm>
            <a:prstGeom prst="rect">
              <a:avLst/>
            </a:prstGeom>
            <a:noFill/>
            <a:ln w="9525">
              <a:noFill/>
              <a:miter lim="800000"/>
              <a:headEnd/>
              <a:tailEnd/>
            </a:ln>
            <a:effectLst/>
          </p:spPr>
          <p:txBody>
            <a:bodyPr>
              <a:spAutoFit/>
            </a:bodyPr>
            <a:lstStyle/>
            <a:p>
              <a:pPr>
                <a:spcBef>
                  <a:spcPct val="50000"/>
                </a:spcBef>
                <a:defRPr/>
              </a:pPr>
              <a:r>
                <a:rPr lang="en-US" altLang="ja-JP" sz="1400">
                  <a:effectLst>
                    <a:outerShdw blurRad="38100" dist="38100" dir="2700000" algn="tl">
                      <a:srgbClr val="000000"/>
                    </a:outerShdw>
                  </a:effectLst>
                  <a:latin typeface="Times New Roman" pitchFamily="18" charset="0"/>
                </a:rPr>
                <a:t>●</a:t>
              </a:r>
            </a:p>
          </p:txBody>
        </p:sp>
        <p:sp>
          <p:nvSpPr>
            <p:cNvPr id="652496" name="Text Box 208"/>
            <p:cNvSpPr txBox="1">
              <a:spLocks noChangeArrowheads="1"/>
            </p:cNvSpPr>
            <p:nvPr/>
          </p:nvSpPr>
          <p:spPr bwMode="auto">
            <a:xfrm>
              <a:off x="4621" y="3258"/>
              <a:ext cx="407" cy="192"/>
            </a:xfrm>
            <a:prstGeom prst="rect">
              <a:avLst/>
            </a:prstGeom>
            <a:noFill/>
            <a:ln w="9525">
              <a:noFill/>
              <a:miter lim="800000"/>
              <a:headEnd/>
              <a:tailEnd/>
            </a:ln>
            <a:effectLst/>
          </p:spPr>
          <p:txBody>
            <a:bodyPr>
              <a:spAutoFit/>
            </a:bodyPr>
            <a:lstStyle/>
            <a:p>
              <a:pPr>
                <a:spcBef>
                  <a:spcPct val="50000"/>
                </a:spcBef>
                <a:defRPr/>
              </a:pPr>
              <a:r>
                <a:rPr lang="en-US" altLang="ja-JP" sz="1400">
                  <a:effectLst>
                    <a:outerShdw blurRad="38100" dist="38100" dir="2700000" algn="tl">
                      <a:srgbClr val="000000"/>
                    </a:outerShdw>
                  </a:effectLst>
                  <a:latin typeface="Times New Roman" pitchFamily="18" charset="0"/>
                </a:rPr>
                <a:t>○</a:t>
              </a:r>
            </a:p>
          </p:txBody>
        </p:sp>
        <p:sp>
          <p:nvSpPr>
            <p:cNvPr id="652497" name="Text Box 209"/>
            <p:cNvSpPr txBox="1">
              <a:spLocks noChangeArrowheads="1"/>
            </p:cNvSpPr>
            <p:nvPr/>
          </p:nvSpPr>
          <p:spPr bwMode="auto">
            <a:xfrm>
              <a:off x="5009" y="3258"/>
              <a:ext cx="407" cy="192"/>
            </a:xfrm>
            <a:prstGeom prst="rect">
              <a:avLst/>
            </a:prstGeom>
            <a:noFill/>
            <a:ln w="9525">
              <a:noFill/>
              <a:miter lim="800000"/>
              <a:headEnd/>
              <a:tailEnd/>
            </a:ln>
            <a:effectLst/>
          </p:spPr>
          <p:txBody>
            <a:bodyPr>
              <a:spAutoFit/>
            </a:bodyPr>
            <a:lstStyle/>
            <a:p>
              <a:pPr>
                <a:spcBef>
                  <a:spcPct val="50000"/>
                </a:spcBef>
                <a:defRPr/>
              </a:pPr>
              <a:r>
                <a:rPr lang="en-US" altLang="ja-JP" sz="1400">
                  <a:effectLst>
                    <a:outerShdw blurRad="38100" dist="38100" dir="2700000" algn="tl">
                      <a:srgbClr val="000000"/>
                    </a:outerShdw>
                  </a:effectLst>
                  <a:latin typeface="Times New Roman" pitchFamily="18" charset="0"/>
                </a:rPr>
                <a:t>○</a:t>
              </a:r>
            </a:p>
          </p:txBody>
        </p:sp>
        <p:sp>
          <p:nvSpPr>
            <p:cNvPr id="652498" name="Text Box 210"/>
            <p:cNvSpPr txBox="1">
              <a:spLocks noChangeArrowheads="1"/>
            </p:cNvSpPr>
            <p:nvPr/>
          </p:nvSpPr>
          <p:spPr bwMode="auto">
            <a:xfrm>
              <a:off x="1515" y="3940"/>
              <a:ext cx="3872" cy="231"/>
            </a:xfrm>
            <a:prstGeom prst="rect">
              <a:avLst/>
            </a:prstGeom>
            <a:noFill/>
            <a:ln w="9525">
              <a:noFill/>
              <a:miter lim="800000"/>
              <a:headEnd/>
              <a:tailEnd/>
            </a:ln>
            <a:effectLst/>
          </p:spPr>
          <p:txBody>
            <a:bodyPr>
              <a:spAutoFit/>
            </a:bodyPr>
            <a:lstStyle/>
            <a:p>
              <a:pPr>
                <a:spcBef>
                  <a:spcPct val="50000"/>
                </a:spcBef>
                <a:defRPr/>
              </a:pPr>
              <a:r>
                <a:rPr lang="th-TH" altLang="ja-JP" sz="1800">
                  <a:effectLst>
                    <a:outerShdw blurRad="38100" dist="38100" dir="2700000" algn="tl">
                      <a:srgbClr val="000000"/>
                    </a:outerShdw>
                  </a:effectLst>
                  <a:latin typeface="Times New Roman" pitchFamily="18" charset="0"/>
                  <a:cs typeface="Angsana New" pitchFamily="18" charset="-34"/>
                </a:rPr>
                <a:t>Chart </a:t>
              </a:r>
              <a:r>
                <a:rPr lang="en-US" altLang="ja-JP" sz="1800">
                  <a:effectLst>
                    <a:outerShdw blurRad="38100" dist="38100" dir="2700000" algn="tl">
                      <a:srgbClr val="000000"/>
                    </a:outerShdw>
                  </a:effectLst>
                  <a:latin typeface="Times New Roman" pitchFamily="18" charset="0"/>
                  <a:cs typeface="Angsana New" pitchFamily="18" charset="-34"/>
                </a:rPr>
                <a:t>3.10</a:t>
              </a:r>
              <a:r>
                <a:rPr lang="th-TH" altLang="ja-JP" sz="1800">
                  <a:effectLst>
                    <a:outerShdw blurRad="38100" dist="38100" dir="2700000" algn="tl">
                      <a:srgbClr val="000000"/>
                    </a:outerShdw>
                  </a:effectLst>
                  <a:latin typeface="Times New Roman" pitchFamily="18" charset="0"/>
                  <a:cs typeface="Angsana New" pitchFamily="18" charset="-34"/>
                </a:rPr>
                <a:t> Training situation of technique and skill</a:t>
              </a:r>
              <a:endParaRPr lang="en-US" altLang="ja-JP" sz="1800">
                <a:effectLst>
                  <a:outerShdw blurRad="38100" dist="38100" dir="2700000" algn="tl">
                    <a:srgbClr val="000000"/>
                  </a:outerShdw>
                </a:effectLst>
                <a:latin typeface="Times New Roman" pitchFamily="18" charset="0"/>
                <a:cs typeface="Angsana New" pitchFamily="18" charset="-34"/>
              </a:endParaRPr>
            </a:p>
          </p:txBody>
        </p:sp>
        <p:sp>
          <p:nvSpPr>
            <p:cNvPr id="652499" name="Text Box 211"/>
            <p:cNvSpPr txBox="1">
              <a:spLocks noChangeArrowheads="1"/>
            </p:cNvSpPr>
            <p:nvPr/>
          </p:nvSpPr>
          <p:spPr bwMode="auto">
            <a:xfrm>
              <a:off x="4697" y="3454"/>
              <a:ext cx="1246" cy="326"/>
            </a:xfrm>
            <a:prstGeom prst="rect">
              <a:avLst/>
            </a:prstGeom>
            <a:noFill/>
            <a:ln w="9525">
              <a:noFill/>
              <a:miter lim="800000"/>
              <a:headEnd/>
              <a:tailEnd/>
            </a:ln>
            <a:effectLst/>
          </p:spPr>
          <p:txBody>
            <a:bodyPr>
              <a:spAutoFit/>
            </a:bodyPr>
            <a:lstStyle/>
            <a:p>
              <a:pPr>
                <a:defRPr/>
              </a:pPr>
              <a:r>
                <a:rPr lang="en-US" altLang="ja-JP" sz="1400">
                  <a:effectLst>
                    <a:outerShdw blurRad="38100" dist="38100" dir="2700000" algn="tl">
                      <a:srgbClr val="000000"/>
                    </a:outerShdw>
                  </a:effectLst>
                  <a:latin typeface="Times New Roman" pitchFamily="18" charset="0"/>
                  <a:ea typeface="イワタ中丸ゴシック体(GT)" charset="-128"/>
                  <a:cs typeface="Angsana New" pitchFamily="18" charset="-34"/>
                </a:rPr>
                <a:t>20xx month..day</a:t>
              </a:r>
            </a:p>
            <a:p>
              <a:pPr>
                <a:defRPr/>
              </a:pPr>
              <a:r>
                <a:rPr lang="en-US" altLang="ja-JP" sz="1400">
                  <a:effectLst>
                    <a:outerShdw blurRad="38100" dist="38100" dir="2700000" algn="tl">
                      <a:srgbClr val="000000"/>
                    </a:outerShdw>
                  </a:effectLst>
                  <a:latin typeface="Times New Roman" pitchFamily="18" charset="0"/>
                  <a:ea typeface="イワタ中丸ゴシック体(GT)" charset="-128"/>
                  <a:cs typeface="Angsana New" pitchFamily="18" charset="-34"/>
                </a:rPr>
                <a:t>Creator : Kota</a:t>
              </a:r>
            </a:p>
          </p:txBody>
        </p:sp>
        <p:sp>
          <p:nvSpPr>
            <p:cNvPr id="652500" name="Line 212"/>
            <p:cNvSpPr>
              <a:spLocks noChangeShapeType="1"/>
            </p:cNvSpPr>
            <p:nvPr/>
          </p:nvSpPr>
          <p:spPr bwMode="auto">
            <a:xfrm flipH="1">
              <a:off x="4032" y="1036"/>
              <a:ext cx="349" cy="212"/>
            </a:xfrm>
            <a:prstGeom prst="line">
              <a:avLst/>
            </a:prstGeom>
            <a:noFill/>
            <a:ln w="3175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652501" name="Line 213"/>
            <p:cNvSpPr>
              <a:spLocks noChangeShapeType="1"/>
            </p:cNvSpPr>
            <p:nvPr/>
          </p:nvSpPr>
          <p:spPr bwMode="auto">
            <a:xfrm>
              <a:off x="585" y="1080"/>
              <a:ext cx="326" cy="586"/>
            </a:xfrm>
            <a:prstGeom prst="line">
              <a:avLst/>
            </a:prstGeom>
            <a:noFill/>
            <a:ln w="3175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652502" name="Line 214"/>
            <p:cNvSpPr>
              <a:spLocks noChangeShapeType="1"/>
            </p:cNvSpPr>
            <p:nvPr/>
          </p:nvSpPr>
          <p:spPr bwMode="auto">
            <a:xfrm flipV="1">
              <a:off x="384" y="2934"/>
              <a:ext cx="488" cy="714"/>
            </a:xfrm>
            <a:prstGeom prst="line">
              <a:avLst/>
            </a:prstGeom>
            <a:noFill/>
            <a:ln w="31750">
              <a:solidFill>
                <a:schemeClr val="tx1"/>
              </a:solidFill>
              <a:round/>
              <a:headEnd/>
              <a:tailEnd type="triangle" w="med" len="med"/>
            </a:ln>
            <a:effectLst>
              <a:outerShdw blurRad="63500" dist="38099" dir="2700000" algn="ctr" rotWithShape="0">
                <a:schemeClr val="bg2">
                  <a:alpha val="74998"/>
                </a:schemeClr>
              </a:outerShdw>
            </a:effectLst>
          </p:spPr>
          <p:txBody>
            <a:bodyPr wrap="none"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652503" name="Rectangle 215"/>
            <p:cNvSpPr>
              <a:spLocks noChangeArrowheads="1"/>
            </p:cNvSpPr>
            <p:nvPr/>
          </p:nvSpPr>
          <p:spPr bwMode="auto">
            <a:xfrm>
              <a:off x="4381" y="937"/>
              <a:ext cx="1427" cy="215"/>
            </a:xfrm>
            <a:prstGeom prst="rect">
              <a:avLst/>
            </a:prstGeom>
            <a:solidFill>
              <a:srgbClr val="800080"/>
            </a:solidFill>
            <a:ln w="9525">
              <a:solidFill>
                <a:schemeClr val="tx1"/>
              </a:solidFill>
              <a:prstDash val="sysDot"/>
              <a:miter lim="800000"/>
              <a:headEnd/>
              <a:tailEnd/>
            </a:ln>
            <a:effectLst>
              <a:outerShdw blurRad="63500" dist="107763" dir="2700000" algn="ctr" rotWithShape="0">
                <a:schemeClr val="bg2">
                  <a:alpha val="74998"/>
                </a:schemeClr>
              </a:outerShdw>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th-TH" altLang="ja-JP" sz="1600">
                  <a:effectLst>
                    <a:outerShdw blurRad="38100" dist="38100" dir="2700000" algn="tl">
                      <a:srgbClr val="000000"/>
                    </a:outerShdw>
                  </a:effectLst>
                  <a:latin typeface="Times New Roman" panose="02020603050405020304" pitchFamily="18" charset="0"/>
                  <a:cs typeface="Angsana New" pitchFamily="18" charset="-34"/>
                </a:rPr>
                <a:t>show a standard symbol</a:t>
              </a:r>
              <a:endParaRPr lang="en-US" altLang="ja-JP" sz="1600">
                <a:effectLst>
                  <a:outerShdw blurRad="38100" dist="38100" dir="2700000" algn="tl">
                    <a:srgbClr val="000000"/>
                  </a:outerShdw>
                </a:effectLst>
                <a:latin typeface="Times New Roman" panose="02020603050405020304" pitchFamily="18" charset="0"/>
                <a:cs typeface="Angsana New" pitchFamily="18" charset="-34"/>
              </a:endParaRPr>
            </a:p>
          </p:txBody>
        </p:sp>
        <p:sp>
          <p:nvSpPr>
            <p:cNvPr id="652504" name="Rectangle 216"/>
            <p:cNvSpPr>
              <a:spLocks noChangeArrowheads="1"/>
            </p:cNvSpPr>
            <p:nvPr/>
          </p:nvSpPr>
          <p:spPr bwMode="auto">
            <a:xfrm>
              <a:off x="336" y="910"/>
              <a:ext cx="864" cy="207"/>
            </a:xfrm>
            <a:prstGeom prst="rect">
              <a:avLst/>
            </a:prstGeom>
            <a:solidFill>
              <a:srgbClr val="800080"/>
            </a:solidFill>
            <a:ln w="9525">
              <a:solidFill>
                <a:schemeClr val="tx1"/>
              </a:solidFill>
              <a:prstDash val="sysDot"/>
              <a:miter lim="800000"/>
              <a:headEnd/>
              <a:tailEnd/>
            </a:ln>
            <a:effectLst>
              <a:outerShdw blurRad="63500" dist="107763" dir="2700000" algn="ctr" rotWithShape="0">
                <a:schemeClr val="bg2">
                  <a:alpha val="74998"/>
                </a:schemeClr>
              </a:outerShdw>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th-TH" altLang="ja-JP" sz="1000">
                  <a:effectLst>
                    <a:outerShdw blurRad="38100" dist="38100" dir="2700000" algn="tl">
                      <a:srgbClr val="000000"/>
                    </a:outerShdw>
                  </a:effectLst>
                  <a:latin typeface="Times New Roman" panose="02020603050405020304" pitchFamily="18" charset="0"/>
                  <a:cs typeface="Angsana New" pitchFamily="18" charset="-34"/>
                </a:rPr>
                <a:t>write in short sentences</a:t>
              </a:r>
              <a:endParaRPr lang="en-US" altLang="ja-JP" sz="1000">
                <a:effectLst>
                  <a:outerShdw blurRad="38100" dist="38100" dir="2700000" algn="tl">
                    <a:srgbClr val="000000"/>
                  </a:outerShdw>
                </a:effectLst>
                <a:latin typeface="Times New Roman" panose="02020603050405020304" pitchFamily="18" charset="0"/>
                <a:cs typeface="Angsana New" pitchFamily="18" charset="-34"/>
              </a:endParaRPr>
            </a:p>
          </p:txBody>
        </p:sp>
        <p:sp>
          <p:nvSpPr>
            <p:cNvPr id="652505" name="Rectangle 217"/>
            <p:cNvSpPr>
              <a:spLocks noChangeArrowheads="1"/>
            </p:cNvSpPr>
            <p:nvPr/>
          </p:nvSpPr>
          <p:spPr bwMode="auto">
            <a:xfrm>
              <a:off x="240" y="3552"/>
              <a:ext cx="1335" cy="309"/>
            </a:xfrm>
            <a:prstGeom prst="rect">
              <a:avLst/>
            </a:prstGeom>
            <a:solidFill>
              <a:srgbClr val="800080"/>
            </a:solidFill>
            <a:ln w="9525">
              <a:solidFill>
                <a:schemeClr val="tx1"/>
              </a:solidFill>
              <a:prstDash val="sysDot"/>
              <a:miter lim="800000"/>
              <a:headEnd/>
              <a:tailEnd/>
            </a:ln>
            <a:effectLst>
              <a:outerShdw blurRad="63500" dist="107763" dir="2700000" algn="ctr" rotWithShape="0">
                <a:schemeClr val="bg2">
                  <a:alpha val="74998"/>
                </a:schemeClr>
              </a:outerShdw>
            </a:effectLst>
          </p:spPr>
          <p:txBody>
            <a:bodyPr wrap="none" anchor="ctr"/>
            <a:lstStyle/>
            <a:p>
              <a:pPr>
                <a:defRPr/>
              </a:pPr>
              <a:r>
                <a:rPr lang="th-TH" altLang="ja-JP" sz="1200">
                  <a:effectLst>
                    <a:outerShdw blurRad="38100" dist="38100" dir="2700000" algn="tl">
                      <a:srgbClr val="000000"/>
                    </a:outerShdw>
                  </a:effectLst>
                  <a:latin typeface="Times New Roman" pitchFamily="18" charset="0"/>
                  <a:cs typeface="Angsana New" pitchFamily="18" charset="-34"/>
                </a:rPr>
                <a:t>If there is a squence of </a:t>
              </a:r>
              <a:endParaRPr lang="en-US" altLang="ja-JP" sz="1200">
                <a:effectLst>
                  <a:outerShdw blurRad="38100" dist="38100" dir="2700000" algn="tl">
                    <a:srgbClr val="000000"/>
                  </a:outerShdw>
                </a:effectLst>
                <a:latin typeface="Times New Roman" pitchFamily="18" charset="0"/>
                <a:cs typeface="Angsana New" pitchFamily="18" charset="-34"/>
              </a:endParaRPr>
            </a:p>
            <a:p>
              <a:pPr>
                <a:defRPr/>
              </a:pPr>
              <a:r>
                <a:rPr lang="th-TH" altLang="ja-JP" sz="1200">
                  <a:effectLst>
                    <a:outerShdw blurRad="38100" dist="38100" dir="2700000" algn="tl">
                      <a:srgbClr val="000000"/>
                    </a:outerShdw>
                  </a:effectLst>
                  <a:latin typeface="Times New Roman" pitchFamily="18" charset="0"/>
                  <a:cs typeface="Angsana New" pitchFamily="18" charset="-34"/>
                </a:rPr>
                <a:t>elements, arrange like this</a:t>
              </a:r>
              <a:r>
                <a:rPr lang="th-TH" altLang="ja-JP" sz="1200">
                  <a:effectLst>
                    <a:outerShdw blurRad="38100" dist="38100" dir="2700000" algn="tl">
                      <a:srgbClr val="000000"/>
                    </a:outerShdw>
                  </a:effectLst>
                  <a:cs typeface="Angsana New" pitchFamily="18" charset="-34"/>
                </a:rPr>
                <a:t>.</a:t>
              </a:r>
              <a:endParaRPr lang="en-US" altLang="ja-JP" sz="1200">
                <a:effectLst>
                  <a:outerShdw blurRad="38100" dist="38100" dir="2700000" algn="tl">
                    <a:srgbClr val="000000"/>
                  </a:outerShdw>
                </a:effectLst>
                <a:cs typeface="Angsana New" pitchFamily="18" charset="-34"/>
              </a:endParaRPr>
            </a:p>
          </p:txBody>
        </p:sp>
      </p:grpSp>
      <p:sp>
        <p:nvSpPr>
          <p:cNvPr id="652507" name="AutoShape 219"/>
          <p:cNvSpPr>
            <a:spLocks noChangeArrowheads="1"/>
          </p:cNvSpPr>
          <p:nvPr/>
        </p:nvSpPr>
        <p:spPr bwMode="auto">
          <a:xfrm>
            <a:off x="1423988" y="152400"/>
            <a:ext cx="6477000" cy="533400"/>
          </a:xfrm>
          <a:prstGeom prst="roundRect">
            <a:avLst>
              <a:gd name="adj" fmla="val 16667"/>
            </a:avLst>
          </a:prstGeom>
          <a:solidFill>
            <a:srgbClr val="008000"/>
          </a:solidFill>
          <a:ln w="9525">
            <a:solidFill>
              <a:schemeClr val="tx1"/>
            </a:solidFill>
            <a:round/>
            <a:headEnd/>
            <a:tailEnd/>
          </a:ln>
          <a:effectLst>
            <a:outerShdw dist="107763" dir="2700000" algn="ctr" rotWithShape="0">
              <a:schemeClr val="bg2">
                <a:alpha val="74997"/>
              </a:schemeClr>
            </a:outerShdw>
          </a:effectLst>
        </p:spPr>
        <p:txBody>
          <a:bodyPr wrap="none"/>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en-US" altLang="ja-JP">
                <a:effectLst>
                  <a:outerShdw blurRad="38100" dist="38100" dir="2700000" algn="tl">
                    <a:srgbClr val="000000"/>
                  </a:outerShdw>
                </a:effectLst>
                <a:latin typeface="Times New Roman" panose="02020603050405020304" pitchFamily="18" charset="0"/>
              </a:rPr>
              <a:t>How to create QC tools</a:t>
            </a:r>
            <a:r>
              <a:rPr lang="ja-JP" altLang="en-US">
                <a:effectLst>
                  <a:outerShdw blurRad="38100" dist="38100" dir="2700000" algn="tl">
                    <a:srgbClr val="000000"/>
                  </a:outerShdw>
                </a:effectLst>
                <a:latin typeface="Times New Roman" panose="02020603050405020304" pitchFamily="18" charset="0"/>
              </a:rPr>
              <a:t>（</a:t>
            </a:r>
            <a:r>
              <a:rPr lang="en-US" altLang="ja-JP">
                <a:effectLst>
                  <a:outerShdw blurRad="38100" dist="38100" dir="2700000" algn="tl">
                    <a:srgbClr val="000000"/>
                  </a:outerShdw>
                </a:effectLst>
                <a:latin typeface="Times New Roman" panose="02020603050405020304" pitchFamily="18" charset="0"/>
              </a:rPr>
              <a:t>N</a:t>
            </a:r>
            <a:r>
              <a:rPr lang="ja-JP" altLang="en-US">
                <a:effectLst>
                  <a:outerShdw blurRad="38100" dist="38100" dir="2700000" algn="tl">
                    <a:srgbClr val="000000"/>
                  </a:outerShdw>
                </a:effectLst>
                <a:latin typeface="Times New Roman" panose="02020603050405020304" pitchFamily="18" charset="0"/>
              </a:rPr>
              <a:t>７</a:t>
            </a:r>
            <a:r>
              <a:rPr lang="en-US" altLang="ja-JP">
                <a:effectLst>
                  <a:outerShdw blurRad="38100" dist="38100" dir="2700000" algn="tl">
                    <a:srgbClr val="000000"/>
                  </a:outerShdw>
                </a:effectLst>
                <a:latin typeface="Times New Roman" panose="02020603050405020304" pitchFamily="18" charset="0"/>
              </a:rPr>
              <a:t>) (3)</a:t>
            </a:r>
          </a:p>
          <a:p>
            <a:pPr algn="ctr" eaLnBrk="1" hangingPunct="1"/>
            <a:endParaRPr lang="en-US" altLang="ja-JP" sz="2000">
              <a:effectLst>
                <a:outerShdw blurRad="38100" dist="38100" dir="2700000" algn="tl">
                  <a:srgbClr val="000000"/>
                </a:outerShdw>
              </a:effectLst>
              <a:latin typeface="Times New Roman" panose="02020603050405020304" pitchFamily="18" charset="0"/>
              <a:ea typeface="HG丸ｺﾞｼｯｸM-PRO" pitchFamily="50" charset="-128"/>
              <a:cs typeface="Angsana New" pitchFamily="18" charset="-34"/>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4338" name="AutoShape 2"/>
          <p:cNvSpPr>
            <a:spLocks noChangeArrowheads="1"/>
          </p:cNvSpPr>
          <p:nvPr/>
        </p:nvSpPr>
        <p:spPr bwMode="auto">
          <a:xfrm>
            <a:off x="609600" y="152400"/>
            <a:ext cx="8088313" cy="533400"/>
          </a:xfrm>
          <a:prstGeom prst="roundRect">
            <a:avLst>
              <a:gd name="adj" fmla="val 16667"/>
            </a:avLst>
          </a:prstGeom>
          <a:solidFill>
            <a:srgbClr val="008000"/>
          </a:solidFill>
          <a:ln w="9525">
            <a:solidFill>
              <a:schemeClr val="tx1"/>
            </a:solidFill>
            <a:round/>
            <a:headEnd/>
            <a:tailEnd/>
          </a:ln>
          <a:effectLst>
            <a:outerShdw blurRad="63500" dist="107763" dir="2700000" algn="ctr" rotWithShape="0">
              <a:schemeClr val="bg2">
                <a:alpha val="74998"/>
              </a:schemeClr>
            </a:outerShdw>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th-TH" altLang="ja-JP">
                <a:effectLst>
                  <a:outerShdw blurRad="38100" dist="38100" dir="2700000" algn="tl">
                    <a:srgbClr val="000000"/>
                  </a:outerShdw>
                </a:effectLst>
                <a:latin typeface="Times New Roman" panose="02020603050405020304" pitchFamily="18" charset="0"/>
                <a:ea typeface="イワタ中丸ゴシック体(GT)" charset="-128"/>
                <a:cs typeface="Angsana New" pitchFamily="18" charset="-34"/>
              </a:rPr>
              <a:t>Viewpoint and Concept  </a:t>
            </a:r>
            <a:r>
              <a:rPr lang="en-US" altLang="ja-JP">
                <a:effectLst>
                  <a:outerShdw blurRad="38100" dist="38100" dir="2700000" algn="tl">
                    <a:srgbClr val="000000"/>
                  </a:outerShdw>
                </a:effectLst>
                <a:latin typeface="Times New Roman" panose="02020603050405020304" pitchFamily="18" charset="0"/>
                <a:ea typeface="イワタ中丸ゴシック体(GT)" charset="-128"/>
                <a:cs typeface="Angsana New" pitchFamily="18" charset="-34"/>
              </a:rPr>
              <a:t>of QC Activities. </a:t>
            </a:r>
            <a:r>
              <a:rPr lang="en-US" altLang="ja-JP" sz="4000">
                <a:effectLst>
                  <a:outerShdw blurRad="38100" dist="38100" dir="2700000" algn="tl">
                    <a:srgbClr val="000000"/>
                  </a:outerShdw>
                </a:effectLst>
                <a:latin typeface="Times New Roman" panose="02020603050405020304" pitchFamily="18" charset="0"/>
                <a:ea typeface="イワタ中丸ゴシック体(GT)" charset="-128"/>
                <a:cs typeface="Angsana New" pitchFamily="18" charset="-34"/>
              </a:rPr>
              <a:t>(1)</a:t>
            </a:r>
          </a:p>
        </p:txBody>
      </p:sp>
      <p:sp>
        <p:nvSpPr>
          <p:cNvPr id="654339" name="AutoShape 3"/>
          <p:cNvSpPr>
            <a:spLocks noChangeArrowheads="1"/>
          </p:cNvSpPr>
          <p:nvPr/>
        </p:nvSpPr>
        <p:spPr bwMode="auto">
          <a:xfrm>
            <a:off x="990600" y="1143000"/>
            <a:ext cx="8458200" cy="1524000"/>
          </a:xfrm>
          <a:prstGeom prst="roundRect">
            <a:avLst>
              <a:gd name="adj" fmla="val 16667"/>
            </a:avLst>
          </a:prstGeom>
          <a:solidFill>
            <a:srgbClr val="000080">
              <a:alpha val="50000"/>
            </a:srgbClr>
          </a:solidFill>
          <a:ln w="9525">
            <a:solidFill>
              <a:schemeClr val="tx1"/>
            </a:solidFill>
            <a:round/>
            <a:headEnd/>
            <a:tailEnd/>
          </a:ln>
          <a:effectLst/>
        </p:spPr>
        <p:txBody>
          <a:bodyPr wrap="none" lIns="1062000" rIns="1242000" anchor="ctr"/>
          <a:lstStyle/>
          <a:p>
            <a:pPr>
              <a:defRPr/>
            </a:pPr>
            <a:endParaRPr lang="en-US">
              <a:effectLst>
                <a:outerShdw blurRad="38100" dist="38100" dir="2700000" algn="tl">
                  <a:srgbClr val="000000"/>
                </a:outerShdw>
              </a:effectLst>
            </a:endParaRPr>
          </a:p>
        </p:txBody>
      </p:sp>
      <p:sp>
        <p:nvSpPr>
          <p:cNvPr id="654340" name="Text Box 4"/>
          <p:cNvSpPr txBox="1">
            <a:spLocks noChangeArrowheads="1"/>
          </p:cNvSpPr>
          <p:nvPr/>
        </p:nvSpPr>
        <p:spPr bwMode="auto">
          <a:xfrm>
            <a:off x="1143000" y="1422400"/>
            <a:ext cx="8077200" cy="1006475"/>
          </a:xfrm>
          <a:prstGeom prst="rect">
            <a:avLst/>
          </a:prstGeom>
          <a:noFill/>
          <a:ln w="9525">
            <a:noFill/>
            <a:miter lim="800000"/>
            <a:headEnd/>
            <a:tailEnd/>
          </a:ln>
          <a:effectLst/>
        </p:spPr>
        <p:txBody>
          <a:bodyPr lIns="72000" rIns="72000">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th-TH" altLang="ja-JP" sz="1800" b="0">
                <a:effectLst>
                  <a:outerShdw blurRad="38100" dist="38100" dir="2700000" algn="tl">
                    <a:srgbClr val="000000"/>
                  </a:outerShdw>
                </a:effectLst>
                <a:latin typeface="Times New Roman" panose="02020603050405020304" pitchFamily="18" charset="0"/>
                <a:ea typeface="イワタ中丸ゴシック体(GT)" charset="-128"/>
                <a:cs typeface="Angsana New" pitchFamily="18" charset="-34"/>
              </a:rPr>
              <a:t>         </a:t>
            </a:r>
            <a:r>
              <a:rPr lang="en-US" altLang="ja-JP" sz="2000" b="0">
                <a:effectLst>
                  <a:outerShdw blurRad="38100" dist="38100" dir="2700000" algn="tl">
                    <a:srgbClr val="000000"/>
                  </a:outerShdw>
                </a:effectLst>
                <a:latin typeface="Times New Roman" panose="02020603050405020304" pitchFamily="18" charset="0"/>
                <a:ea typeface="イワタ中丸ゴシック体(GT)" charset="-128"/>
                <a:cs typeface="Angsana New" pitchFamily="18" charset="-34"/>
              </a:rPr>
              <a:t>By placing the first priority on quality and providing products that are attractive to customers and pleasing them, a company will gain trust from customers’ momentum for further growth.</a:t>
            </a:r>
            <a:r>
              <a:rPr lang="en-US" altLang="ja-JP" sz="2000">
                <a:effectLst>
                  <a:outerShdw blurRad="38100" dist="38100" dir="2700000" algn="tl">
                    <a:srgbClr val="000000"/>
                  </a:outerShdw>
                </a:effectLst>
                <a:latin typeface="Times New Roman" panose="02020603050405020304" pitchFamily="18" charset="0"/>
                <a:ea typeface="イワタ中丸ゴシック体(GT)" charset="-128"/>
                <a:cs typeface="Angsana New" pitchFamily="18" charset="-34"/>
              </a:rPr>
              <a:t> </a:t>
            </a:r>
          </a:p>
        </p:txBody>
      </p:sp>
      <p:sp>
        <p:nvSpPr>
          <p:cNvPr id="654341" name="Text Box 5"/>
          <p:cNvSpPr txBox="1">
            <a:spLocks noChangeArrowheads="1"/>
          </p:cNvSpPr>
          <p:nvPr/>
        </p:nvSpPr>
        <p:spPr bwMode="auto">
          <a:xfrm>
            <a:off x="457200" y="914400"/>
            <a:ext cx="4279900" cy="519113"/>
          </a:xfrm>
          <a:prstGeom prst="rect">
            <a:avLst/>
          </a:prstGeom>
          <a:solidFill>
            <a:srgbClr val="800080"/>
          </a:solidFill>
          <a:ln w="9525">
            <a:noFill/>
            <a:miter lim="800000"/>
            <a:headEnd/>
            <a:tailEnd/>
          </a:ln>
          <a:effectLst>
            <a:outerShdw blurRad="63500" dist="107763" dir="2700000" algn="ctr" rotWithShape="0">
              <a:schemeClr val="bg2">
                <a:alpha val="74998"/>
              </a:schemeClr>
            </a:outerShdw>
          </a:effectLst>
        </p:spPr>
        <p:txBody>
          <a:bodyPr lIns="72000" rIns="72000">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en-US" altLang="ja-JP" sz="2000">
                <a:solidFill>
                  <a:schemeClr val="folHlink"/>
                </a:solidFill>
                <a:effectLst>
                  <a:outerShdw blurRad="38100" dist="38100" dir="2700000" algn="tl">
                    <a:srgbClr val="000000"/>
                  </a:outerShdw>
                </a:effectLst>
                <a:latin typeface="Times New Roman" panose="02020603050405020304" pitchFamily="18" charset="0"/>
                <a:cs typeface="Angsana New" pitchFamily="18" charset="-34"/>
              </a:rPr>
              <a:t> ①  </a:t>
            </a:r>
            <a:r>
              <a:rPr lang="en-US" altLang="ja-JP" sz="2400">
                <a:solidFill>
                  <a:schemeClr val="folHlink"/>
                </a:solidFill>
                <a:effectLst>
                  <a:outerShdw blurRad="38100" dist="38100" dir="2700000" algn="tl">
                    <a:srgbClr val="000000"/>
                  </a:outerShdw>
                </a:effectLst>
                <a:latin typeface="Times New Roman" panose="02020603050405020304" pitchFamily="18" charset="0"/>
                <a:cs typeface="Angsana New" pitchFamily="18" charset="-34"/>
              </a:rPr>
              <a:t>Quality Oriented</a:t>
            </a:r>
            <a:r>
              <a:rPr lang="en-US" altLang="ja-JP">
                <a:effectLst>
                  <a:outerShdw blurRad="38100" dist="38100" dir="2700000" algn="tl">
                    <a:srgbClr val="000000"/>
                  </a:outerShdw>
                </a:effectLst>
                <a:latin typeface="Times New Roman" panose="02020603050405020304" pitchFamily="18" charset="0"/>
                <a:cs typeface="Angsana New" pitchFamily="18" charset="-34"/>
              </a:rPr>
              <a:t> </a:t>
            </a:r>
          </a:p>
        </p:txBody>
      </p:sp>
      <p:grpSp>
        <p:nvGrpSpPr>
          <p:cNvPr id="57350" name="Group 6"/>
          <p:cNvGrpSpPr>
            <a:grpSpLocks/>
          </p:cNvGrpSpPr>
          <p:nvPr/>
        </p:nvGrpSpPr>
        <p:grpSpPr bwMode="auto">
          <a:xfrm>
            <a:off x="457200" y="2879725"/>
            <a:ext cx="8978900" cy="1450975"/>
            <a:chOff x="288" y="1814"/>
            <a:chExt cx="5656" cy="914"/>
          </a:xfrm>
        </p:grpSpPr>
        <p:sp>
          <p:nvSpPr>
            <p:cNvPr id="654343" name="AutoShape 7"/>
            <p:cNvSpPr>
              <a:spLocks noChangeArrowheads="1"/>
            </p:cNvSpPr>
            <p:nvPr/>
          </p:nvSpPr>
          <p:spPr bwMode="auto">
            <a:xfrm>
              <a:off x="616" y="2008"/>
              <a:ext cx="5328" cy="720"/>
            </a:xfrm>
            <a:prstGeom prst="roundRect">
              <a:avLst>
                <a:gd name="adj" fmla="val 16667"/>
              </a:avLst>
            </a:prstGeom>
            <a:solidFill>
              <a:srgbClr val="000080">
                <a:alpha val="50000"/>
              </a:srgbClr>
            </a:solidFill>
            <a:ln w="9525">
              <a:solidFill>
                <a:schemeClr val="tx1"/>
              </a:solidFill>
              <a:round/>
              <a:headEnd/>
              <a:tailEnd/>
            </a:ln>
            <a:effectLst/>
          </p:spPr>
          <p:txBody>
            <a:bodyPr wrap="none" lIns="1062000" rIns="1242000" anchor="ctr"/>
            <a:lstStyle/>
            <a:p>
              <a:pPr>
                <a:defRPr/>
              </a:pPr>
              <a:endParaRPr lang="en-US">
                <a:effectLst>
                  <a:outerShdw blurRad="38100" dist="38100" dir="2700000" algn="tl">
                    <a:srgbClr val="000000"/>
                  </a:outerShdw>
                </a:effectLst>
              </a:endParaRPr>
            </a:p>
          </p:txBody>
        </p:sp>
        <p:sp>
          <p:nvSpPr>
            <p:cNvPr id="654344" name="Text Box 8"/>
            <p:cNvSpPr txBox="1">
              <a:spLocks noChangeArrowheads="1"/>
            </p:cNvSpPr>
            <p:nvPr/>
          </p:nvSpPr>
          <p:spPr bwMode="auto">
            <a:xfrm>
              <a:off x="288" y="1814"/>
              <a:ext cx="2640" cy="327"/>
            </a:xfrm>
            <a:prstGeom prst="rect">
              <a:avLst/>
            </a:prstGeom>
            <a:solidFill>
              <a:srgbClr val="800080"/>
            </a:solidFill>
            <a:ln w="9525">
              <a:noFill/>
              <a:miter lim="800000"/>
              <a:headEnd/>
              <a:tailEnd/>
            </a:ln>
            <a:effectLst>
              <a:outerShdw blurRad="63500" dist="107763" dir="2700000" algn="ctr" rotWithShape="0">
                <a:schemeClr val="bg2">
                  <a:alpha val="74998"/>
                </a:schemeClr>
              </a:outerShdw>
            </a:effectLst>
          </p:spPr>
          <p:txBody>
            <a:bodyPr lIns="72000" rIns="72000">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en-US" altLang="ja-JP" sz="2000">
                  <a:solidFill>
                    <a:schemeClr val="folHlink"/>
                  </a:solidFill>
                  <a:effectLst>
                    <a:outerShdw blurRad="38100" dist="38100" dir="2700000" algn="tl">
                      <a:srgbClr val="000000"/>
                    </a:outerShdw>
                  </a:effectLst>
                  <a:latin typeface="Times New Roman" panose="02020603050405020304" pitchFamily="18" charset="0"/>
                  <a:cs typeface="Angsana New" pitchFamily="18" charset="-34"/>
                </a:rPr>
                <a:t> ② </a:t>
              </a:r>
              <a:r>
                <a:rPr lang="th-TH" altLang="ja-JP" sz="2000">
                  <a:solidFill>
                    <a:schemeClr val="folHlink"/>
                  </a:solidFill>
                  <a:effectLst>
                    <a:outerShdw blurRad="38100" dist="38100" dir="2700000" algn="tl">
                      <a:srgbClr val="000000"/>
                    </a:outerShdw>
                  </a:effectLst>
                  <a:latin typeface="Times New Roman" panose="02020603050405020304" pitchFamily="18" charset="0"/>
                  <a:cs typeface="Angsana New" pitchFamily="18" charset="-34"/>
                </a:rPr>
                <a:t> </a:t>
              </a:r>
              <a:r>
                <a:rPr lang="th-TH" altLang="ja-JP" sz="2400">
                  <a:solidFill>
                    <a:schemeClr val="folHlink"/>
                  </a:solidFill>
                  <a:effectLst>
                    <a:outerShdw blurRad="38100" dist="38100" dir="2700000" algn="tl">
                      <a:srgbClr val="000000"/>
                    </a:outerShdw>
                  </a:effectLst>
                  <a:latin typeface="Times New Roman" panose="02020603050405020304" pitchFamily="18" charset="0"/>
                  <a:cs typeface="Angsana New" pitchFamily="18" charset="-34"/>
                </a:rPr>
                <a:t>Customer in</a:t>
              </a:r>
              <a:r>
                <a:rPr lang="en-US" altLang="ja-JP">
                  <a:effectLst>
                    <a:outerShdw blurRad="38100" dist="38100" dir="2700000" algn="tl">
                      <a:srgbClr val="000000"/>
                    </a:outerShdw>
                  </a:effectLst>
                  <a:latin typeface="Times New Roman" panose="02020603050405020304" pitchFamily="18" charset="0"/>
                  <a:cs typeface="Angsana New" pitchFamily="18" charset="-34"/>
                </a:rPr>
                <a:t> </a:t>
              </a:r>
            </a:p>
          </p:txBody>
        </p:sp>
        <p:sp>
          <p:nvSpPr>
            <p:cNvPr id="654345" name="Text Box 9"/>
            <p:cNvSpPr txBox="1">
              <a:spLocks noChangeArrowheads="1"/>
            </p:cNvSpPr>
            <p:nvPr/>
          </p:nvSpPr>
          <p:spPr bwMode="auto">
            <a:xfrm>
              <a:off x="712" y="2136"/>
              <a:ext cx="5088" cy="576"/>
            </a:xfrm>
            <a:prstGeom prst="rect">
              <a:avLst/>
            </a:prstGeom>
            <a:noFill/>
            <a:ln w="9525">
              <a:noFill/>
              <a:miter lim="800000"/>
              <a:headEnd/>
              <a:tailEnd/>
            </a:ln>
            <a:effectLst/>
          </p:spPr>
          <p:txBody>
            <a:bodyPr lIns="72000" rIns="72000">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lnSpc>
                  <a:spcPct val="90000"/>
                </a:lnSpc>
                <a:spcBef>
                  <a:spcPct val="50000"/>
                </a:spcBef>
              </a:pPr>
              <a:r>
                <a:rPr lang="th-TH" altLang="ja-JP" b="0">
                  <a:effectLst>
                    <a:outerShdw blurRad="38100" dist="38100" dir="2700000" algn="tl">
                      <a:srgbClr val="000000"/>
                    </a:outerShdw>
                  </a:effectLst>
                  <a:latin typeface="Times New Roman" panose="02020603050405020304" pitchFamily="18" charset="0"/>
                  <a:cs typeface="Angsana New" pitchFamily="18" charset="-34"/>
                </a:rPr>
                <a:t>     </a:t>
              </a:r>
              <a:r>
                <a:rPr lang="th-TH" altLang="ja-JP" sz="1800" b="0">
                  <a:effectLst>
                    <a:outerShdw blurRad="38100" dist="38100" dir="2700000" algn="tl">
                      <a:srgbClr val="000000"/>
                    </a:outerShdw>
                  </a:effectLst>
                  <a:latin typeface="Times New Roman" panose="02020603050405020304" pitchFamily="18" charset="0"/>
                  <a:cs typeface="Angsana New" pitchFamily="18" charset="-34"/>
                </a:rPr>
                <a:t>The concept that making a service and product which make customer satify through the need of market by using the standpoint of customers and comsumption.</a:t>
              </a:r>
              <a:r>
                <a:rPr lang="en-US" altLang="ja-JP" sz="3200">
                  <a:effectLst>
                    <a:outerShdw blurRad="38100" dist="38100" dir="2700000" algn="tl">
                      <a:srgbClr val="000000"/>
                    </a:outerShdw>
                  </a:effectLst>
                  <a:latin typeface="Times New Roman" panose="02020603050405020304" pitchFamily="18" charset="0"/>
                  <a:cs typeface="Angsana New" pitchFamily="18" charset="-34"/>
                </a:rPr>
                <a:t> </a:t>
              </a:r>
            </a:p>
          </p:txBody>
        </p:sp>
      </p:grpSp>
      <p:sp>
        <p:nvSpPr>
          <p:cNvPr id="654346" name="AutoShape 10"/>
          <p:cNvSpPr>
            <a:spLocks noChangeArrowheads="1"/>
          </p:cNvSpPr>
          <p:nvPr/>
        </p:nvSpPr>
        <p:spPr bwMode="auto">
          <a:xfrm>
            <a:off x="965200" y="4851400"/>
            <a:ext cx="8458200" cy="1524000"/>
          </a:xfrm>
          <a:prstGeom prst="roundRect">
            <a:avLst>
              <a:gd name="adj" fmla="val 16667"/>
            </a:avLst>
          </a:prstGeom>
          <a:solidFill>
            <a:srgbClr val="000080">
              <a:alpha val="50000"/>
            </a:srgbClr>
          </a:solidFill>
          <a:ln w="9525">
            <a:solidFill>
              <a:schemeClr val="tx1"/>
            </a:solidFill>
            <a:round/>
            <a:headEnd/>
            <a:tailEnd/>
          </a:ln>
          <a:effectLst/>
        </p:spPr>
        <p:txBody>
          <a:bodyPr wrap="none" lIns="1062000" rIns="1242000" anchor="ctr"/>
          <a:lstStyle/>
          <a:p>
            <a:pPr>
              <a:defRPr/>
            </a:pPr>
            <a:endParaRPr lang="en-US">
              <a:effectLst>
                <a:outerShdw blurRad="38100" dist="38100" dir="2700000" algn="tl">
                  <a:srgbClr val="000000"/>
                </a:outerShdw>
              </a:effectLst>
            </a:endParaRPr>
          </a:p>
        </p:txBody>
      </p:sp>
      <p:sp>
        <p:nvSpPr>
          <p:cNvPr id="654347" name="Text Box 11"/>
          <p:cNvSpPr txBox="1">
            <a:spLocks noChangeArrowheads="1"/>
          </p:cNvSpPr>
          <p:nvPr/>
        </p:nvSpPr>
        <p:spPr bwMode="auto">
          <a:xfrm>
            <a:off x="1065213" y="5084763"/>
            <a:ext cx="8305800" cy="936625"/>
          </a:xfrm>
          <a:prstGeom prst="rect">
            <a:avLst/>
          </a:prstGeom>
          <a:noFill/>
          <a:ln w="9525">
            <a:noFill/>
            <a:miter lim="800000"/>
            <a:headEnd/>
            <a:tailEnd/>
          </a:ln>
          <a:effectLst/>
        </p:spPr>
        <p:txBody>
          <a:bodyPr lIns="18000" tIns="10800" rIns="18000" bIns="10800">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en-US" altLang="ja-JP" sz="1600" b="0">
                <a:effectLst>
                  <a:outerShdw blurRad="38100" dist="38100" dir="2700000" algn="tl">
                    <a:srgbClr val="000000"/>
                  </a:outerShdw>
                </a:effectLst>
                <a:latin typeface="Times New Roman" panose="02020603050405020304" pitchFamily="18" charset="0"/>
                <a:ea typeface="イワタ中丸ゴシック体(GT)" charset="-128"/>
                <a:cs typeface="Angsana New" pitchFamily="18" charset="-34"/>
              </a:rPr>
              <a:t>          </a:t>
            </a:r>
            <a:r>
              <a:rPr lang="ja-JP" altLang="th-TH" sz="1600" b="0">
                <a:effectLst>
                  <a:outerShdw blurRad="38100" dist="38100" dir="2700000" algn="tl">
                    <a:srgbClr val="000000"/>
                  </a:outerShdw>
                </a:effectLst>
                <a:latin typeface="Times New Roman" panose="02020603050405020304" pitchFamily="18" charset="0"/>
                <a:ea typeface="イワタ中丸ゴシック体(GT)" charset="-128"/>
                <a:cs typeface="Angsana New" pitchFamily="18" charset="-34"/>
              </a:rPr>
              <a:t> </a:t>
            </a:r>
            <a:r>
              <a:rPr lang="en-US" altLang="ja-JP" sz="2000" b="0">
                <a:effectLst>
                  <a:outerShdw blurRad="38100" dist="38100" dir="2700000" algn="tl">
                    <a:srgbClr val="000000"/>
                  </a:outerShdw>
                </a:effectLst>
                <a:latin typeface="Times New Roman" panose="02020603050405020304" pitchFamily="18" charset="0"/>
                <a:ea typeface="イワタ中丸ゴシック体(GT)" charset="-128"/>
                <a:cs typeface="Angsana New" pitchFamily="18" charset="-34"/>
              </a:rPr>
              <a:t>A concept of customers induces members to consider “those who receive what they produced (next process)” as their customers and make efforts to ensure quality of what they produce before passing them to the next process.</a:t>
            </a:r>
            <a:r>
              <a:rPr lang="en-US" altLang="ja-JP" sz="2000">
                <a:effectLst>
                  <a:outerShdw blurRad="38100" dist="38100" dir="2700000" algn="tl">
                    <a:srgbClr val="000000"/>
                  </a:outerShdw>
                </a:effectLst>
                <a:latin typeface="Times New Roman" panose="02020603050405020304" pitchFamily="18" charset="0"/>
                <a:ea typeface="イワタ中丸ゴシック体(GT)" charset="-128"/>
                <a:cs typeface="Angsana New" pitchFamily="18" charset="-34"/>
              </a:rPr>
              <a:t> </a:t>
            </a:r>
          </a:p>
        </p:txBody>
      </p:sp>
      <p:sp>
        <p:nvSpPr>
          <p:cNvPr id="654348" name="Text Box 12"/>
          <p:cNvSpPr txBox="1">
            <a:spLocks noChangeArrowheads="1"/>
          </p:cNvSpPr>
          <p:nvPr/>
        </p:nvSpPr>
        <p:spPr bwMode="auto">
          <a:xfrm>
            <a:off x="469900" y="4495800"/>
            <a:ext cx="3546475" cy="396875"/>
          </a:xfrm>
          <a:prstGeom prst="rect">
            <a:avLst/>
          </a:prstGeom>
          <a:solidFill>
            <a:srgbClr val="800080"/>
          </a:solidFill>
          <a:ln w="9525">
            <a:noFill/>
            <a:miter lim="800000"/>
            <a:headEnd/>
            <a:tailEnd/>
          </a:ln>
          <a:effectLst>
            <a:outerShdw blurRad="63500" dist="107763" dir="2700000" algn="ctr" rotWithShape="0">
              <a:schemeClr val="bg2">
                <a:alpha val="74998"/>
              </a:schemeClr>
            </a:outerShdw>
          </a:effectLst>
        </p:spPr>
        <p:txBody>
          <a:bodyPr lIns="72000" rIns="72000">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en-US" altLang="ja-JP" sz="2000">
                <a:solidFill>
                  <a:schemeClr val="folHlink"/>
                </a:solidFill>
                <a:effectLst>
                  <a:outerShdw blurRad="38100" dist="38100" dir="2700000" algn="tl">
                    <a:srgbClr val="000000"/>
                  </a:outerShdw>
                </a:effectLst>
                <a:latin typeface="Times New Roman" panose="02020603050405020304" pitchFamily="18" charset="0"/>
                <a:cs typeface="Angsana New" pitchFamily="18" charset="-34"/>
              </a:rPr>
              <a:t> ③ </a:t>
            </a:r>
            <a:r>
              <a:rPr lang="th-TH" altLang="ja-JP" sz="2000">
                <a:solidFill>
                  <a:schemeClr val="folHlink"/>
                </a:solidFill>
                <a:effectLst>
                  <a:outerShdw blurRad="38100" dist="38100" dir="2700000" algn="tl">
                    <a:srgbClr val="000000"/>
                  </a:outerShdw>
                </a:effectLst>
                <a:latin typeface="Times New Roman" panose="02020603050405020304" pitchFamily="18" charset="0"/>
                <a:cs typeface="Angsana New" pitchFamily="18" charset="-34"/>
              </a:rPr>
              <a:t> </a:t>
            </a:r>
            <a:r>
              <a:rPr lang="en-US" altLang="ja-JP" sz="1800">
                <a:solidFill>
                  <a:schemeClr val="folHlink"/>
                </a:solidFill>
                <a:effectLst>
                  <a:outerShdw blurRad="38100" dist="38100" dir="2700000" algn="tl">
                    <a:srgbClr val="000000"/>
                  </a:outerShdw>
                </a:effectLst>
                <a:latin typeface="Times New Roman" panose="02020603050405020304" pitchFamily="18" charset="0"/>
                <a:cs typeface="Angsana New" pitchFamily="18" charset="-34"/>
              </a:rPr>
              <a:t>The next process is Customer </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6386" name="AutoShape 2"/>
          <p:cNvSpPr>
            <a:spLocks noChangeArrowheads="1"/>
          </p:cNvSpPr>
          <p:nvPr/>
        </p:nvSpPr>
        <p:spPr bwMode="auto">
          <a:xfrm>
            <a:off x="914400" y="1371600"/>
            <a:ext cx="8458200" cy="838200"/>
          </a:xfrm>
          <a:prstGeom prst="roundRect">
            <a:avLst>
              <a:gd name="adj" fmla="val 16667"/>
            </a:avLst>
          </a:prstGeom>
          <a:solidFill>
            <a:srgbClr val="000080">
              <a:alpha val="50000"/>
            </a:srgbClr>
          </a:solidFill>
          <a:ln w="9525">
            <a:solidFill>
              <a:schemeClr val="tx1"/>
            </a:solidFill>
            <a:round/>
            <a:headEnd/>
            <a:tailEnd/>
          </a:ln>
          <a:effectLst/>
        </p:spPr>
        <p:txBody>
          <a:bodyPr wrap="none" lIns="1062000" rIns="1242000"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endParaRPr lang="en-US" altLang="ms-MY" sz="2400">
              <a:effectLst>
                <a:outerShdw blurRad="38100" dist="38100" dir="2700000" algn="tl">
                  <a:srgbClr val="000000"/>
                </a:outerShdw>
              </a:effectLst>
              <a:latin typeface="Times New Roman" panose="02020603050405020304" pitchFamily="18" charset="0"/>
            </a:endParaRPr>
          </a:p>
        </p:txBody>
      </p:sp>
      <p:sp>
        <p:nvSpPr>
          <p:cNvPr id="656387" name="Text Box 3"/>
          <p:cNvSpPr txBox="1">
            <a:spLocks noChangeArrowheads="1"/>
          </p:cNvSpPr>
          <p:nvPr/>
        </p:nvSpPr>
        <p:spPr bwMode="auto">
          <a:xfrm>
            <a:off x="1117600" y="1651000"/>
            <a:ext cx="8077200" cy="396875"/>
          </a:xfrm>
          <a:prstGeom prst="rect">
            <a:avLst/>
          </a:prstGeom>
          <a:noFill/>
          <a:ln w="9525">
            <a:noFill/>
            <a:miter lim="800000"/>
            <a:headEnd/>
            <a:tailEnd/>
          </a:ln>
          <a:effectLst/>
        </p:spPr>
        <p:txBody>
          <a:bodyPr lIns="72000" rIns="72000">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th-TH" altLang="ja-JP" sz="2000" b="0">
                <a:effectLst>
                  <a:outerShdw blurRad="38100" dist="38100" dir="2700000" algn="tl">
                    <a:srgbClr val="000000"/>
                  </a:outerShdw>
                </a:effectLst>
                <a:latin typeface="Times New Roman" panose="02020603050405020304" pitchFamily="18" charset="0"/>
                <a:cs typeface="Angsana New" pitchFamily="18" charset="-34"/>
              </a:rPr>
              <a:t>Pay attention to the important problem of Kaizen effects.</a:t>
            </a:r>
            <a:r>
              <a:rPr lang="en-US" altLang="ja-JP" sz="2000">
                <a:effectLst>
                  <a:outerShdw blurRad="38100" dist="38100" dir="2700000" algn="tl">
                    <a:srgbClr val="000000"/>
                  </a:outerShdw>
                </a:effectLst>
                <a:latin typeface="Times New Roman" panose="02020603050405020304" pitchFamily="18" charset="0"/>
                <a:cs typeface="Angsana New" pitchFamily="18" charset="-34"/>
              </a:rPr>
              <a:t> </a:t>
            </a:r>
          </a:p>
        </p:txBody>
      </p:sp>
      <p:sp>
        <p:nvSpPr>
          <p:cNvPr id="656388" name="Text Box 4"/>
          <p:cNvSpPr txBox="1">
            <a:spLocks noChangeArrowheads="1"/>
          </p:cNvSpPr>
          <p:nvPr/>
        </p:nvSpPr>
        <p:spPr bwMode="auto">
          <a:xfrm>
            <a:off x="457200" y="1066800"/>
            <a:ext cx="3055938" cy="396875"/>
          </a:xfrm>
          <a:prstGeom prst="rect">
            <a:avLst/>
          </a:prstGeom>
          <a:solidFill>
            <a:srgbClr val="800080"/>
          </a:solidFill>
          <a:ln w="9525">
            <a:noFill/>
            <a:miter lim="800000"/>
            <a:headEnd/>
            <a:tailEnd/>
          </a:ln>
          <a:effectLst>
            <a:outerShdw blurRad="63500" dist="107763" dir="2700000" algn="ctr" rotWithShape="0">
              <a:schemeClr val="bg2">
                <a:alpha val="74998"/>
              </a:schemeClr>
            </a:outerShdw>
          </a:effectLst>
        </p:spPr>
        <p:txBody>
          <a:bodyPr lIns="72000" rIns="72000">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en-US" altLang="ja-JP" sz="1600">
                <a:solidFill>
                  <a:schemeClr val="folHlink"/>
                </a:solidFill>
                <a:effectLst>
                  <a:outerShdw blurRad="38100" dist="38100" dir="2700000" algn="tl">
                    <a:srgbClr val="000000"/>
                  </a:outerShdw>
                </a:effectLst>
                <a:latin typeface="Times New Roman" panose="02020603050405020304" pitchFamily="18" charset="0"/>
                <a:cs typeface="Angsana New" pitchFamily="18" charset="-34"/>
              </a:rPr>
              <a:t> ④ </a:t>
            </a:r>
            <a:r>
              <a:rPr lang="en-US" altLang="ja-JP" sz="2000">
                <a:solidFill>
                  <a:schemeClr val="folHlink"/>
                </a:solidFill>
                <a:effectLst>
                  <a:outerShdw blurRad="38100" dist="38100" dir="2700000" algn="tl">
                    <a:srgbClr val="000000"/>
                  </a:outerShdw>
                </a:effectLst>
                <a:latin typeface="Times New Roman" panose="02020603050405020304" pitchFamily="18" charset="0"/>
                <a:cs typeface="Angsana New" pitchFamily="18" charset="-34"/>
              </a:rPr>
              <a:t>Prioritization </a:t>
            </a:r>
          </a:p>
        </p:txBody>
      </p:sp>
      <p:grpSp>
        <p:nvGrpSpPr>
          <p:cNvPr id="58373" name="Group 5"/>
          <p:cNvGrpSpPr>
            <a:grpSpLocks/>
          </p:cNvGrpSpPr>
          <p:nvPr/>
        </p:nvGrpSpPr>
        <p:grpSpPr bwMode="auto">
          <a:xfrm>
            <a:off x="457200" y="2563813"/>
            <a:ext cx="8915400" cy="1752600"/>
            <a:chOff x="288" y="1488"/>
            <a:chExt cx="5616" cy="1104"/>
          </a:xfrm>
        </p:grpSpPr>
        <p:sp>
          <p:nvSpPr>
            <p:cNvPr id="656390" name="AutoShape 6"/>
            <p:cNvSpPr>
              <a:spLocks noChangeArrowheads="1"/>
            </p:cNvSpPr>
            <p:nvPr/>
          </p:nvSpPr>
          <p:spPr bwMode="auto">
            <a:xfrm>
              <a:off x="576" y="1728"/>
              <a:ext cx="5328" cy="864"/>
            </a:xfrm>
            <a:prstGeom prst="roundRect">
              <a:avLst>
                <a:gd name="adj" fmla="val 16667"/>
              </a:avLst>
            </a:prstGeom>
            <a:solidFill>
              <a:srgbClr val="000080">
                <a:alpha val="50000"/>
              </a:srgbClr>
            </a:solidFill>
            <a:ln w="9525">
              <a:solidFill>
                <a:schemeClr val="tx1"/>
              </a:solidFill>
              <a:round/>
              <a:headEnd/>
              <a:tailEnd/>
            </a:ln>
            <a:effectLst/>
          </p:spPr>
          <p:txBody>
            <a:bodyPr wrap="none" lIns="1062000" rIns="1242000"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endParaRPr lang="en-US" altLang="ms-MY" sz="2400">
                <a:effectLst>
                  <a:outerShdw blurRad="38100" dist="38100" dir="2700000" algn="tl">
                    <a:srgbClr val="000000"/>
                  </a:outerShdw>
                </a:effectLst>
                <a:latin typeface="Times New Roman" panose="02020603050405020304" pitchFamily="18" charset="0"/>
              </a:endParaRPr>
            </a:p>
          </p:txBody>
        </p:sp>
        <p:sp>
          <p:nvSpPr>
            <p:cNvPr id="656391" name="Text Box 7"/>
            <p:cNvSpPr txBox="1">
              <a:spLocks noChangeArrowheads="1"/>
            </p:cNvSpPr>
            <p:nvPr/>
          </p:nvSpPr>
          <p:spPr bwMode="auto">
            <a:xfrm>
              <a:off x="752" y="1869"/>
              <a:ext cx="5088" cy="476"/>
            </a:xfrm>
            <a:prstGeom prst="rect">
              <a:avLst/>
            </a:prstGeom>
            <a:noFill/>
            <a:ln w="9525">
              <a:noFill/>
              <a:miter lim="800000"/>
              <a:headEnd/>
              <a:tailEnd/>
            </a:ln>
            <a:effectLst/>
          </p:spPr>
          <p:txBody>
            <a:bodyPr lIns="18000" tIns="10800" rIns="18000" bIns="10800">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lnSpc>
                  <a:spcPct val="80000"/>
                </a:lnSpc>
                <a:spcBef>
                  <a:spcPct val="50000"/>
                </a:spcBef>
              </a:pPr>
              <a:r>
                <a:rPr lang="th-TH" altLang="ja-JP" sz="2000" b="0">
                  <a:latin typeface="Times New Roman" panose="02020603050405020304" pitchFamily="18" charset="0"/>
                  <a:ea typeface="イワタ中丸ゴシック体(GT)" charset="-128"/>
                  <a:cs typeface="Angsana New" pitchFamily="18" charset="-34"/>
                </a:rPr>
                <a:t>A concept  </a:t>
              </a:r>
              <a:r>
                <a:rPr lang="en-US" altLang="ja-JP" sz="2000" b="0">
                  <a:latin typeface="Times New Roman" panose="02020603050405020304" pitchFamily="18" charset="0"/>
                  <a:ea typeface="イワタ中丸ゴシック体(GT)" charset="-128"/>
                  <a:cs typeface="Angsana New" pitchFamily="18" charset="-34"/>
                </a:rPr>
                <a:t>that rotates 4 steps, first, making a plan (Plan), implementing it (Do), check the results (Check), and taking necessary action to improve (Action) are important steps for management.</a:t>
              </a:r>
              <a:r>
                <a:rPr lang="en-US" altLang="ja-JP" sz="2000">
                  <a:effectLst>
                    <a:outerShdw blurRad="38100" dist="38100" dir="2700000" algn="tl">
                      <a:srgbClr val="000000"/>
                    </a:outerShdw>
                  </a:effectLst>
                  <a:latin typeface="Times New Roman" panose="02020603050405020304" pitchFamily="18" charset="0"/>
                  <a:ea typeface="イワタ中丸ゴシック体(GT)" charset="-128"/>
                  <a:cs typeface="Angsana New" pitchFamily="18" charset="-34"/>
                </a:rPr>
                <a:t> </a:t>
              </a:r>
            </a:p>
          </p:txBody>
        </p:sp>
        <p:sp>
          <p:nvSpPr>
            <p:cNvPr id="656392" name="Text Box 8"/>
            <p:cNvSpPr txBox="1">
              <a:spLocks noChangeArrowheads="1"/>
            </p:cNvSpPr>
            <p:nvPr/>
          </p:nvSpPr>
          <p:spPr bwMode="auto">
            <a:xfrm>
              <a:off x="288" y="1488"/>
              <a:ext cx="2448" cy="288"/>
            </a:xfrm>
            <a:prstGeom prst="rect">
              <a:avLst/>
            </a:prstGeom>
            <a:solidFill>
              <a:srgbClr val="800080"/>
            </a:solidFill>
            <a:ln w="9525">
              <a:noFill/>
              <a:miter lim="800000"/>
              <a:headEnd/>
              <a:tailEnd/>
            </a:ln>
            <a:effectLst>
              <a:outerShdw blurRad="63500" dist="107763" dir="2700000" algn="ctr" rotWithShape="0">
                <a:schemeClr val="bg2">
                  <a:alpha val="74998"/>
                </a:schemeClr>
              </a:outerShdw>
            </a:effectLst>
          </p:spPr>
          <p:txBody>
            <a:bodyPr lIns="72000" rIns="72000">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en-US" altLang="ja-JP" sz="1600">
                  <a:solidFill>
                    <a:schemeClr val="folHlink"/>
                  </a:solidFill>
                  <a:effectLst>
                    <a:outerShdw blurRad="38100" dist="38100" dir="2700000" algn="tl">
                      <a:srgbClr val="000000"/>
                    </a:outerShdw>
                  </a:effectLst>
                  <a:latin typeface="Times New Roman" panose="02020603050405020304" pitchFamily="18" charset="0"/>
                  <a:cs typeface="Angsana New" pitchFamily="18" charset="-34"/>
                </a:rPr>
                <a:t> ⑤ </a:t>
              </a:r>
              <a:r>
                <a:rPr lang="th-TH" altLang="ja-JP" sz="1600">
                  <a:solidFill>
                    <a:schemeClr val="folHlink"/>
                  </a:solidFill>
                  <a:effectLst>
                    <a:outerShdw blurRad="38100" dist="38100" dir="2700000" algn="tl">
                      <a:srgbClr val="000000"/>
                    </a:outerShdw>
                  </a:effectLst>
                  <a:latin typeface="Times New Roman" panose="02020603050405020304" pitchFamily="18" charset="0"/>
                  <a:cs typeface="Angsana New" pitchFamily="18" charset="-34"/>
                </a:rPr>
                <a:t>Rotate through the PDCA cycle</a:t>
              </a:r>
              <a:r>
                <a:rPr lang="th-TH" altLang="ja-JP" sz="2400">
                  <a:solidFill>
                    <a:schemeClr val="folHlink"/>
                  </a:solidFill>
                  <a:effectLst>
                    <a:outerShdw blurRad="38100" dist="38100" dir="2700000" algn="tl">
                      <a:srgbClr val="000000"/>
                    </a:outerShdw>
                  </a:effectLst>
                  <a:latin typeface="Times New Roman" panose="02020603050405020304" pitchFamily="18" charset="0"/>
                  <a:cs typeface="Angsana New" pitchFamily="18" charset="-34"/>
                </a:rPr>
                <a:t>.</a:t>
              </a:r>
              <a:r>
                <a:rPr lang="en-US" altLang="ja-JP" sz="2400">
                  <a:effectLst>
                    <a:outerShdw blurRad="38100" dist="38100" dir="2700000" algn="tl">
                      <a:srgbClr val="000000"/>
                    </a:outerShdw>
                  </a:effectLst>
                  <a:latin typeface="Times New Roman" panose="02020603050405020304" pitchFamily="18" charset="0"/>
                  <a:cs typeface="Angsana New" pitchFamily="18" charset="-34"/>
                </a:rPr>
                <a:t> </a:t>
              </a:r>
            </a:p>
          </p:txBody>
        </p:sp>
      </p:grpSp>
      <p:sp>
        <p:nvSpPr>
          <p:cNvPr id="656393" name="AutoShape 9"/>
          <p:cNvSpPr>
            <a:spLocks noChangeArrowheads="1"/>
          </p:cNvSpPr>
          <p:nvPr/>
        </p:nvSpPr>
        <p:spPr bwMode="auto">
          <a:xfrm>
            <a:off x="914400" y="4953000"/>
            <a:ext cx="8458200" cy="1371600"/>
          </a:xfrm>
          <a:prstGeom prst="roundRect">
            <a:avLst>
              <a:gd name="adj" fmla="val 16667"/>
            </a:avLst>
          </a:prstGeom>
          <a:solidFill>
            <a:srgbClr val="000080">
              <a:alpha val="50000"/>
            </a:srgbClr>
          </a:solidFill>
          <a:ln w="9525">
            <a:solidFill>
              <a:schemeClr val="tx1"/>
            </a:solidFill>
            <a:round/>
            <a:headEnd/>
            <a:tailEnd/>
          </a:ln>
          <a:effectLst/>
        </p:spPr>
        <p:txBody>
          <a:bodyPr wrap="none" lIns="1062000" rIns="1242000"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endParaRPr lang="en-US" altLang="ms-MY" sz="2400">
              <a:effectLst>
                <a:outerShdw blurRad="38100" dist="38100" dir="2700000" algn="tl">
                  <a:srgbClr val="000000"/>
                </a:outerShdw>
              </a:effectLst>
              <a:latin typeface="Times New Roman" panose="02020603050405020304" pitchFamily="18" charset="0"/>
            </a:endParaRPr>
          </a:p>
        </p:txBody>
      </p:sp>
      <p:sp>
        <p:nvSpPr>
          <p:cNvPr id="656394" name="Text Box 10"/>
          <p:cNvSpPr txBox="1">
            <a:spLocks noChangeArrowheads="1"/>
          </p:cNvSpPr>
          <p:nvPr/>
        </p:nvSpPr>
        <p:spPr bwMode="auto">
          <a:xfrm>
            <a:off x="1168400" y="5216525"/>
            <a:ext cx="8280400" cy="755650"/>
          </a:xfrm>
          <a:prstGeom prst="rect">
            <a:avLst/>
          </a:prstGeom>
          <a:noFill/>
          <a:ln w="9525">
            <a:noFill/>
            <a:miter lim="800000"/>
            <a:headEnd/>
            <a:tailEnd/>
          </a:ln>
          <a:effectLst/>
        </p:spPr>
        <p:txBody>
          <a:bodyPr lIns="18000" tIns="10800" rIns="18000" bIns="10800">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lnSpc>
                <a:spcPct val="80000"/>
              </a:lnSpc>
              <a:spcBef>
                <a:spcPct val="50000"/>
              </a:spcBef>
            </a:pPr>
            <a:r>
              <a:rPr lang="th-TH" altLang="ja-JP" sz="2000" b="0">
                <a:latin typeface="Times New Roman" panose="02020603050405020304" pitchFamily="18" charset="0"/>
                <a:cs typeface="Angsana New" pitchFamily="18" charset="-34"/>
              </a:rPr>
              <a:t>When the data disperses around the centre value, it’s necessary to find the dispersion and average value and clarify the cause of dispersion, then control the dispersion for keeping the stable condition.</a:t>
            </a:r>
            <a:r>
              <a:rPr lang="en-US" altLang="ja-JP" sz="2000">
                <a:effectLst>
                  <a:outerShdw blurRad="38100" dist="38100" dir="2700000" algn="tl">
                    <a:srgbClr val="000000"/>
                  </a:outerShdw>
                </a:effectLst>
                <a:latin typeface="Times New Roman" panose="02020603050405020304" pitchFamily="18" charset="0"/>
                <a:cs typeface="Angsana New" pitchFamily="18" charset="-34"/>
              </a:rPr>
              <a:t> </a:t>
            </a:r>
          </a:p>
        </p:txBody>
      </p:sp>
      <p:sp>
        <p:nvSpPr>
          <p:cNvPr id="656395" name="Text Box 11"/>
          <p:cNvSpPr txBox="1">
            <a:spLocks noChangeArrowheads="1"/>
          </p:cNvSpPr>
          <p:nvPr/>
        </p:nvSpPr>
        <p:spPr bwMode="auto">
          <a:xfrm>
            <a:off x="457200" y="4572000"/>
            <a:ext cx="3343275" cy="457200"/>
          </a:xfrm>
          <a:prstGeom prst="rect">
            <a:avLst/>
          </a:prstGeom>
          <a:solidFill>
            <a:srgbClr val="800080"/>
          </a:solidFill>
          <a:ln w="9525">
            <a:noFill/>
            <a:miter lim="800000"/>
            <a:headEnd/>
            <a:tailEnd/>
          </a:ln>
          <a:effectLst>
            <a:outerShdw blurRad="63500" dist="107763" dir="2700000" algn="ctr" rotWithShape="0">
              <a:schemeClr val="bg2">
                <a:alpha val="74998"/>
              </a:schemeClr>
            </a:outerShdw>
          </a:effectLst>
        </p:spPr>
        <p:txBody>
          <a:bodyPr lIns="72000" rIns="72000">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spcBef>
                <a:spcPct val="50000"/>
              </a:spcBef>
            </a:pPr>
            <a:r>
              <a:rPr lang="en-US" altLang="ja-JP" sz="1600">
                <a:solidFill>
                  <a:schemeClr val="folHlink"/>
                </a:solidFill>
                <a:effectLst>
                  <a:outerShdw blurRad="38100" dist="38100" dir="2700000" algn="tl">
                    <a:srgbClr val="000000"/>
                  </a:outerShdw>
                </a:effectLst>
                <a:latin typeface="Times New Roman" panose="02020603050405020304" pitchFamily="18" charset="0"/>
                <a:cs typeface="Angsana New" pitchFamily="18" charset="-34"/>
              </a:rPr>
              <a:t> ⑥ </a:t>
            </a:r>
            <a:r>
              <a:rPr lang="th-TH" altLang="ja-JP" sz="1800">
                <a:solidFill>
                  <a:schemeClr val="folHlink"/>
                </a:solidFill>
                <a:effectLst>
                  <a:outerShdw blurRad="38100" dist="38100" dir="2700000" algn="tl">
                    <a:srgbClr val="000000"/>
                  </a:outerShdw>
                </a:effectLst>
                <a:latin typeface="Times New Roman" panose="02020603050405020304" pitchFamily="18" charset="0"/>
                <a:cs typeface="Angsana New" pitchFamily="18" charset="-34"/>
              </a:rPr>
              <a:t>Control management</a:t>
            </a:r>
            <a:r>
              <a:rPr lang="en-US" altLang="ja-JP" sz="2400">
                <a:effectLst>
                  <a:outerShdw blurRad="38100" dist="38100" dir="2700000" algn="tl">
                    <a:srgbClr val="000000"/>
                  </a:outerShdw>
                </a:effectLst>
                <a:latin typeface="Times New Roman" panose="02020603050405020304" pitchFamily="18" charset="0"/>
                <a:cs typeface="Angsana New" pitchFamily="18" charset="-34"/>
              </a:rPr>
              <a:t> </a:t>
            </a:r>
          </a:p>
        </p:txBody>
      </p:sp>
      <p:sp>
        <p:nvSpPr>
          <p:cNvPr id="656396" name="AutoShape 12"/>
          <p:cNvSpPr>
            <a:spLocks noChangeArrowheads="1"/>
          </p:cNvSpPr>
          <p:nvPr/>
        </p:nvSpPr>
        <p:spPr bwMode="auto">
          <a:xfrm>
            <a:off x="609600" y="152400"/>
            <a:ext cx="8088313" cy="533400"/>
          </a:xfrm>
          <a:prstGeom prst="roundRect">
            <a:avLst>
              <a:gd name="adj" fmla="val 16667"/>
            </a:avLst>
          </a:prstGeom>
          <a:solidFill>
            <a:srgbClr val="008000"/>
          </a:solidFill>
          <a:ln w="9525">
            <a:solidFill>
              <a:schemeClr val="tx1"/>
            </a:solidFill>
            <a:round/>
            <a:headEnd/>
            <a:tailEnd/>
          </a:ln>
          <a:effectLst>
            <a:outerShdw blurRad="63500" dist="107763" dir="2700000" algn="ctr" rotWithShape="0">
              <a:schemeClr val="bg2">
                <a:alpha val="74998"/>
              </a:schemeClr>
            </a:outerShdw>
          </a:effectLst>
        </p:spPr>
        <p:txBody>
          <a:bodyPr wrap="none" anchor="ct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r>
              <a:rPr lang="th-TH" altLang="ja-JP" sz="2400">
                <a:effectLst>
                  <a:outerShdw blurRad="38100" dist="38100" dir="2700000" algn="tl">
                    <a:srgbClr val="000000"/>
                  </a:outerShdw>
                </a:effectLst>
                <a:latin typeface="Times New Roman" panose="02020603050405020304" pitchFamily="18" charset="0"/>
                <a:ea typeface="イワタ中丸ゴシック体(GT)" charset="-128"/>
                <a:cs typeface="Angsana New" pitchFamily="18" charset="-34"/>
              </a:rPr>
              <a:t>Viewpoint and Concept  </a:t>
            </a:r>
            <a:r>
              <a:rPr lang="en-US" altLang="ja-JP" sz="2400">
                <a:effectLst>
                  <a:outerShdw blurRad="38100" dist="38100" dir="2700000" algn="tl">
                    <a:srgbClr val="000000"/>
                  </a:outerShdw>
                </a:effectLst>
                <a:latin typeface="Times New Roman" panose="02020603050405020304" pitchFamily="18" charset="0"/>
                <a:ea typeface="イワタ中丸ゴシック体(GT)" charset="-128"/>
                <a:cs typeface="Angsana New" pitchFamily="18" charset="-34"/>
              </a:rPr>
              <a:t>of QC Activities. (2)</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8434" name="AutoShape 2"/>
          <p:cNvSpPr>
            <a:spLocks noChangeArrowheads="1"/>
          </p:cNvSpPr>
          <p:nvPr/>
        </p:nvSpPr>
        <p:spPr bwMode="auto">
          <a:xfrm>
            <a:off x="914400" y="5803900"/>
            <a:ext cx="8458200" cy="749300"/>
          </a:xfrm>
          <a:prstGeom prst="roundRect">
            <a:avLst>
              <a:gd name="adj" fmla="val 16667"/>
            </a:avLst>
          </a:prstGeom>
          <a:solidFill>
            <a:srgbClr val="000080">
              <a:alpha val="50000"/>
            </a:srgbClr>
          </a:solidFill>
          <a:ln w="9525">
            <a:solidFill>
              <a:schemeClr val="tx1"/>
            </a:solidFill>
            <a:round/>
            <a:headEnd/>
            <a:tailEnd/>
          </a:ln>
          <a:effectLst/>
        </p:spPr>
        <p:txBody>
          <a:bodyPr wrap="none" lIns="1062000" rIns="1242000" anchor="ctr"/>
          <a:lstStyle/>
          <a:p>
            <a:pPr>
              <a:defRPr/>
            </a:pPr>
            <a:endParaRPr lang="en-US">
              <a:effectLst>
                <a:outerShdw blurRad="38100" dist="38100" dir="2700000" algn="tl">
                  <a:srgbClr val="000000"/>
                </a:outerShdw>
              </a:effectLst>
            </a:endParaRPr>
          </a:p>
        </p:txBody>
      </p:sp>
      <p:sp>
        <p:nvSpPr>
          <p:cNvPr id="59395" name="Text Box 3"/>
          <p:cNvSpPr txBox="1">
            <a:spLocks noChangeArrowheads="1"/>
          </p:cNvSpPr>
          <p:nvPr/>
        </p:nvSpPr>
        <p:spPr bwMode="auto">
          <a:xfrm>
            <a:off x="1136650" y="6092825"/>
            <a:ext cx="7118350"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th-TH" altLang="ja-JP" sz="1600" b="0">
                <a:latin typeface="Times New Roman" panose="02020603050405020304" pitchFamily="18" charset="0"/>
                <a:cs typeface="Angsana New" pitchFamily="18" charset="-34"/>
              </a:rPr>
              <a:t>Establish the stardard for the preformance of work and through using the standard</a:t>
            </a:r>
          </a:p>
          <a:p>
            <a:pPr eaLnBrk="1" hangingPunct="1"/>
            <a:r>
              <a:rPr lang="th-TH" altLang="ja-JP" sz="1600" b="0">
                <a:latin typeface="Times New Roman" panose="02020603050405020304" pitchFamily="18" charset="0"/>
                <a:cs typeface="Angsana New" pitchFamily="18" charset="-34"/>
              </a:rPr>
              <a:t> to develop work.</a:t>
            </a:r>
            <a:endParaRPr lang="en-US" altLang="ja-JP" sz="1600" b="0">
              <a:latin typeface="Times New Roman" panose="02020603050405020304" pitchFamily="18" charset="0"/>
              <a:cs typeface="Angsana New" pitchFamily="18" charset="-34"/>
            </a:endParaRPr>
          </a:p>
        </p:txBody>
      </p:sp>
      <p:sp>
        <p:nvSpPr>
          <p:cNvPr id="658436" name="AutoShape 4"/>
          <p:cNvSpPr>
            <a:spLocks noChangeArrowheads="1"/>
          </p:cNvSpPr>
          <p:nvPr/>
        </p:nvSpPr>
        <p:spPr bwMode="auto">
          <a:xfrm>
            <a:off x="914400" y="1155700"/>
            <a:ext cx="8458200" cy="1282700"/>
          </a:xfrm>
          <a:prstGeom prst="roundRect">
            <a:avLst>
              <a:gd name="adj" fmla="val 16667"/>
            </a:avLst>
          </a:prstGeom>
          <a:solidFill>
            <a:srgbClr val="000080">
              <a:alpha val="50000"/>
            </a:srgbClr>
          </a:solidFill>
          <a:ln w="9525">
            <a:solidFill>
              <a:schemeClr val="tx1"/>
            </a:solidFill>
            <a:round/>
            <a:headEnd/>
            <a:tailEnd/>
          </a:ln>
          <a:effectLst/>
        </p:spPr>
        <p:txBody>
          <a:bodyPr wrap="none" lIns="1062000" rIns="1242000" anchor="ctr"/>
          <a:lstStyle/>
          <a:p>
            <a:pPr>
              <a:defRPr/>
            </a:pPr>
            <a:endParaRPr lang="en-US">
              <a:effectLst>
                <a:outerShdw blurRad="38100" dist="38100" dir="2700000" algn="tl">
                  <a:srgbClr val="000000"/>
                </a:outerShdw>
              </a:effectLst>
            </a:endParaRPr>
          </a:p>
        </p:txBody>
      </p:sp>
      <p:sp>
        <p:nvSpPr>
          <p:cNvPr id="658437" name="Text Box 5"/>
          <p:cNvSpPr txBox="1">
            <a:spLocks noChangeArrowheads="1"/>
          </p:cNvSpPr>
          <p:nvPr/>
        </p:nvSpPr>
        <p:spPr bwMode="auto">
          <a:xfrm>
            <a:off x="1168400" y="1506538"/>
            <a:ext cx="8280400" cy="606425"/>
          </a:xfrm>
          <a:prstGeom prst="rect">
            <a:avLst/>
          </a:prstGeom>
          <a:noFill/>
          <a:ln w="9525">
            <a:noFill/>
            <a:miter lim="800000"/>
            <a:headEnd/>
            <a:tailEnd/>
          </a:ln>
          <a:effectLst/>
        </p:spPr>
        <p:txBody>
          <a:bodyPr lIns="18000" tIns="10800" rIns="18000" bIns="10800">
            <a:spAutoFit/>
          </a:bodyPr>
          <a:lstStyle/>
          <a:p>
            <a:pPr>
              <a:lnSpc>
                <a:spcPct val="80000"/>
              </a:lnSpc>
              <a:spcBef>
                <a:spcPct val="50000"/>
              </a:spcBef>
              <a:defRPr/>
            </a:pPr>
            <a:r>
              <a:rPr lang="th-TH" altLang="ja-JP" sz="2400" b="0">
                <a:latin typeface="Times New Roman" pitchFamily="18" charset="0"/>
                <a:cs typeface="Angsana New" pitchFamily="18" charset="-34"/>
              </a:rPr>
              <a:t>Not only just follow the effect but pay attention  and control the process, it is an important concept to develop the process.</a:t>
            </a:r>
            <a:r>
              <a:rPr lang="en-US" altLang="ja-JP" sz="2400">
                <a:effectLst>
                  <a:outerShdw blurRad="38100" dist="38100" dir="2700000" algn="tl">
                    <a:srgbClr val="000000"/>
                  </a:outerShdw>
                </a:effectLst>
                <a:cs typeface="Angsana New" pitchFamily="18" charset="-34"/>
              </a:rPr>
              <a:t> </a:t>
            </a:r>
          </a:p>
        </p:txBody>
      </p:sp>
      <p:sp>
        <p:nvSpPr>
          <p:cNvPr id="658438" name="Text Box 6"/>
          <p:cNvSpPr txBox="1">
            <a:spLocks noChangeArrowheads="1"/>
          </p:cNvSpPr>
          <p:nvPr/>
        </p:nvSpPr>
        <p:spPr bwMode="auto">
          <a:xfrm>
            <a:off x="457200" y="914400"/>
            <a:ext cx="3703638" cy="396875"/>
          </a:xfrm>
          <a:prstGeom prst="rect">
            <a:avLst/>
          </a:prstGeom>
          <a:solidFill>
            <a:srgbClr val="800080"/>
          </a:solidFill>
          <a:ln w="9525">
            <a:noFill/>
            <a:miter lim="800000"/>
            <a:headEnd/>
            <a:tailEnd/>
          </a:ln>
          <a:effectLst>
            <a:outerShdw blurRad="63500" dist="107763" dir="2700000" algn="ctr" rotWithShape="0">
              <a:schemeClr val="bg2">
                <a:alpha val="74998"/>
              </a:schemeClr>
            </a:outerShdw>
          </a:effectLst>
        </p:spPr>
        <p:txBody>
          <a:bodyPr lIns="72000" rIns="72000">
            <a:spAutoFit/>
          </a:bodyPr>
          <a:lstStyle/>
          <a:p>
            <a:pPr>
              <a:spcBef>
                <a:spcPct val="50000"/>
              </a:spcBef>
              <a:defRPr/>
            </a:pPr>
            <a:r>
              <a:rPr lang="en-US" altLang="ja-JP" sz="1800">
                <a:solidFill>
                  <a:schemeClr val="folHlink"/>
                </a:solidFill>
                <a:effectLst>
                  <a:outerShdw blurRad="38100" dist="38100" dir="2700000" algn="tl">
                    <a:srgbClr val="000000"/>
                  </a:outerShdw>
                </a:effectLst>
                <a:latin typeface="Angsana New" pitchFamily="18" charset="-34"/>
                <a:cs typeface="Angsana New" pitchFamily="18" charset="-34"/>
              </a:rPr>
              <a:t> ⑦ </a:t>
            </a:r>
            <a:r>
              <a:rPr lang="en-US" altLang="ja-JP" sz="2000">
                <a:solidFill>
                  <a:schemeClr val="folHlink"/>
                </a:solidFill>
                <a:effectLst>
                  <a:outerShdw blurRad="38100" dist="38100" dir="2700000" algn="tl">
                    <a:srgbClr val="000000"/>
                  </a:outerShdw>
                </a:effectLst>
                <a:cs typeface="Angsana New" pitchFamily="18" charset="-34"/>
              </a:rPr>
              <a:t>Make a point of</a:t>
            </a:r>
            <a:r>
              <a:rPr lang="th-TH" altLang="ja-JP" sz="2000">
                <a:solidFill>
                  <a:schemeClr val="folHlink"/>
                </a:solidFill>
                <a:effectLst>
                  <a:outerShdw blurRad="38100" dist="38100" dir="2700000" algn="tl">
                    <a:srgbClr val="000000"/>
                  </a:outerShdw>
                </a:effectLst>
                <a:cs typeface="Angsana New" pitchFamily="18" charset="-34"/>
              </a:rPr>
              <a:t> </a:t>
            </a:r>
            <a:r>
              <a:rPr lang="en-US" altLang="ja-JP" sz="2000">
                <a:solidFill>
                  <a:schemeClr val="folHlink"/>
                </a:solidFill>
                <a:effectLst>
                  <a:outerShdw blurRad="38100" dist="38100" dir="2700000" algn="tl">
                    <a:srgbClr val="000000"/>
                  </a:outerShdw>
                </a:effectLst>
                <a:cs typeface="Angsana New" pitchFamily="18" charset="-34"/>
              </a:rPr>
              <a:t>process</a:t>
            </a:r>
          </a:p>
        </p:txBody>
      </p:sp>
      <p:sp>
        <p:nvSpPr>
          <p:cNvPr id="658439" name="AutoShape 7"/>
          <p:cNvSpPr>
            <a:spLocks noChangeArrowheads="1"/>
          </p:cNvSpPr>
          <p:nvPr/>
        </p:nvSpPr>
        <p:spPr bwMode="auto">
          <a:xfrm>
            <a:off x="914400" y="2832100"/>
            <a:ext cx="8458200" cy="1054100"/>
          </a:xfrm>
          <a:prstGeom prst="roundRect">
            <a:avLst>
              <a:gd name="adj" fmla="val 16667"/>
            </a:avLst>
          </a:prstGeom>
          <a:solidFill>
            <a:srgbClr val="000080">
              <a:alpha val="50000"/>
            </a:srgbClr>
          </a:solidFill>
          <a:ln w="9525">
            <a:solidFill>
              <a:schemeClr val="tx1"/>
            </a:solidFill>
            <a:round/>
            <a:headEnd/>
            <a:tailEnd/>
          </a:ln>
          <a:effectLst/>
        </p:spPr>
        <p:txBody>
          <a:bodyPr wrap="none" lIns="1062000" rIns="1242000" anchor="ctr"/>
          <a:lstStyle/>
          <a:p>
            <a:pPr>
              <a:defRPr/>
            </a:pPr>
            <a:endParaRPr lang="en-US">
              <a:effectLst>
                <a:outerShdw blurRad="38100" dist="38100" dir="2700000" algn="tl">
                  <a:srgbClr val="000000"/>
                </a:outerShdw>
              </a:effectLst>
            </a:endParaRPr>
          </a:p>
        </p:txBody>
      </p:sp>
      <p:sp>
        <p:nvSpPr>
          <p:cNvPr id="59400" name="Text Box 8"/>
          <p:cNvSpPr txBox="1">
            <a:spLocks noChangeArrowheads="1"/>
          </p:cNvSpPr>
          <p:nvPr/>
        </p:nvSpPr>
        <p:spPr bwMode="auto">
          <a:xfrm>
            <a:off x="1168400" y="3132138"/>
            <a:ext cx="82804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th-TH" altLang="ja-JP" sz="1800" b="0">
                <a:latin typeface="Times New Roman" panose="02020603050405020304" pitchFamily="18" charset="0"/>
                <a:cs typeface="Angsana New" pitchFamily="18" charset="-34"/>
              </a:rPr>
              <a:t>Do not manage depending only just on experience and intuition, manage by using </a:t>
            </a:r>
          </a:p>
          <a:p>
            <a:pPr eaLnBrk="1" hangingPunct="1"/>
            <a:r>
              <a:rPr lang="th-TH" altLang="ja-JP" sz="1800" b="0">
                <a:latin typeface="Times New Roman" panose="02020603050405020304" pitchFamily="18" charset="0"/>
                <a:cs typeface="Angsana New" pitchFamily="18" charset="-34"/>
              </a:rPr>
              <a:t>data and facts. It is called “ Fact control”</a:t>
            </a:r>
            <a:endParaRPr lang="en-US" altLang="ja-JP" sz="1800" b="0">
              <a:latin typeface="Times New Roman" panose="02020603050405020304" pitchFamily="18" charset="0"/>
              <a:cs typeface="Angsana New" pitchFamily="18" charset="-34"/>
            </a:endParaRPr>
          </a:p>
        </p:txBody>
      </p:sp>
      <p:sp>
        <p:nvSpPr>
          <p:cNvPr id="658441" name="Text Box 9"/>
          <p:cNvSpPr txBox="1">
            <a:spLocks noChangeArrowheads="1"/>
          </p:cNvSpPr>
          <p:nvPr/>
        </p:nvSpPr>
        <p:spPr bwMode="auto">
          <a:xfrm>
            <a:off x="457200" y="2590800"/>
            <a:ext cx="3886200" cy="396875"/>
          </a:xfrm>
          <a:prstGeom prst="rect">
            <a:avLst/>
          </a:prstGeom>
          <a:solidFill>
            <a:srgbClr val="800080"/>
          </a:solidFill>
          <a:ln w="9525">
            <a:noFill/>
            <a:miter lim="800000"/>
            <a:headEnd/>
            <a:tailEnd/>
          </a:ln>
          <a:effectLst>
            <a:outerShdw blurRad="63500" dist="107763" dir="2700000" algn="ctr" rotWithShape="0">
              <a:schemeClr val="bg2">
                <a:alpha val="74998"/>
              </a:schemeClr>
            </a:outerShdw>
          </a:effectLst>
        </p:spPr>
        <p:txBody>
          <a:bodyPr lIns="72000" rIns="72000">
            <a:spAutoFit/>
          </a:bodyPr>
          <a:lstStyle/>
          <a:p>
            <a:pPr>
              <a:spcBef>
                <a:spcPct val="50000"/>
              </a:spcBef>
              <a:defRPr/>
            </a:pPr>
            <a:r>
              <a:rPr lang="en-US" altLang="ja-JP" sz="2000">
                <a:solidFill>
                  <a:schemeClr val="folHlink"/>
                </a:solidFill>
                <a:effectLst>
                  <a:outerShdw blurRad="38100" dist="38100" dir="2700000" algn="tl">
                    <a:srgbClr val="000000"/>
                  </a:outerShdw>
                </a:effectLst>
                <a:latin typeface="Angsana New" pitchFamily="18" charset="-34"/>
                <a:cs typeface="Angsana New" pitchFamily="18" charset="-34"/>
              </a:rPr>
              <a:t> ⑧ </a:t>
            </a:r>
            <a:r>
              <a:rPr lang="th-TH" altLang="ja-JP" sz="2000">
                <a:solidFill>
                  <a:schemeClr val="folHlink"/>
                </a:solidFill>
                <a:effectLst>
                  <a:outerShdw blurRad="38100" dist="38100" dir="2700000" algn="tl">
                    <a:srgbClr val="000000"/>
                  </a:outerShdw>
                </a:effectLst>
                <a:cs typeface="Angsana New" pitchFamily="18" charset="-34"/>
              </a:rPr>
              <a:t>Use the facts and data.</a:t>
            </a:r>
            <a:r>
              <a:rPr lang="en-US" altLang="ja-JP" sz="2000">
                <a:solidFill>
                  <a:schemeClr val="folHlink"/>
                </a:solidFill>
                <a:effectLst>
                  <a:outerShdw blurRad="38100" dist="38100" dir="2700000" algn="tl">
                    <a:srgbClr val="000000"/>
                  </a:outerShdw>
                </a:effectLst>
                <a:cs typeface="Angsana New" pitchFamily="18" charset="-34"/>
              </a:rPr>
              <a:t> </a:t>
            </a:r>
          </a:p>
        </p:txBody>
      </p:sp>
      <p:sp>
        <p:nvSpPr>
          <p:cNvPr id="658442" name="AutoShape 10"/>
          <p:cNvSpPr>
            <a:spLocks noChangeArrowheads="1"/>
          </p:cNvSpPr>
          <p:nvPr/>
        </p:nvSpPr>
        <p:spPr bwMode="auto">
          <a:xfrm>
            <a:off x="914400" y="4292600"/>
            <a:ext cx="8458200" cy="1054100"/>
          </a:xfrm>
          <a:prstGeom prst="roundRect">
            <a:avLst>
              <a:gd name="adj" fmla="val 16667"/>
            </a:avLst>
          </a:prstGeom>
          <a:solidFill>
            <a:srgbClr val="000080">
              <a:alpha val="50000"/>
            </a:srgbClr>
          </a:solidFill>
          <a:ln w="9525">
            <a:solidFill>
              <a:schemeClr val="tx1"/>
            </a:solidFill>
            <a:round/>
            <a:headEnd/>
            <a:tailEnd/>
          </a:ln>
          <a:effectLst/>
        </p:spPr>
        <p:txBody>
          <a:bodyPr wrap="none" lIns="1062000" rIns="1242000" anchor="ctr"/>
          <a:lstStyle/>
          <a:p>
            <a:pPr>
              <a:defRPr/>
            </a:pPr>
            <a:endParaRPr lang="en-US">
              <a:effectLst>
                <a:outerShdw blurRad="38100" dist="38100" dir="2700000" algn="tl">
                  <a:srgbClr val="000000"/>
                </a:outerShdw>
              </a:effectLst>
            </a:endParaRPr>
          </a:p>
        </p:txBody>
      </p:sp>
      <p:sp>
        <p:nvSpPr>
          <p:cNvPr id="658443" name="Text Box 11"/>
          <p:cNvSpPr txBox="1">
            <a:spLocks noChangeArrowheads="1"/>
          </p:cNvSpPr>
          <p:nvPr/>
        </p:nvSpPr>
        <p:spPr bwMode="auto">
          <a:xfrm>
            <a:off x="1168400" y="4632325"/>
            <a:ext cx="8280400" cy="511175"/>
          </a:xfrm>
          <a:prstGeom prst="rect">
            <a:avLst/>
          </a:prstGeom>
          <a:noFill/>
          <a:ln w="9525">
            <a:noFill/>
            <a:miter lim="800000"/>
            <a:headEnd/>
            <a:tailEnd/>
          </a:ln>
          <a:effectLst/>
        </p:spPr>
        <p:txBody>
          <a:bodyPr lIns="18000" tIns="10800" rIns="18000" bIns="10800">
            <a:spAutoFit/>
          </a:bodyPr>
          <a:lstStyle/>
          <a:p>
            <a:pPr>
              <a:lnSpc>
                <a:spcPct val="80000"/>
              </a:lnSpc>
              <a:spcBef>
                <a:spcPct val="50000"/>
              </a:spcBef>
              <a:defRPr/>
            </a:pPr>
            <a:r>
              <a:rPr lang="th-TH" altLang="ja-JP" sz="2000" b="0">
                <a:latin typeface="Times New Roman" pitchFamily="18" charset="0"/>
                <a:ea typeface="イワタ中丸ゴシック体(GT)" charset="-128"/>
                <a:cs typeface="Angsana New" pitchFamily="18" charset="-34"/>
              </a:rPr>
              <a:t>Not only just control the defectative phenomenon, </a:t>
            </a:r>
            <a:r>
              <a:rPr lang="en-US" altLang="ja-JP" sz="2000" b="0">
                <a:latin typeface="Times New Roman" pitchFamily="18" charset="0"/>
                <a:ea typeface="イワタ中丸ゴシック体(GT)" charset="-128"/>
                <a:cs typeface="Angsana New" pitchFamily="18" charset="-34"/>
              </a:rPr>
              <a:t>It is necessary to investigate the preceding production processes (up stream) to find the true causes</a:t>
            </a:r>
            <a:r>
              <a:rPr lang="en-US" altLang="ja-JP" sz="2000">
                <a:effectLst>
                  <a:outerShdw blurRad="38100" dist="38100" dir="2700000" algn="tl">
                    <a:srgbClr val="000000"/>
                  </a:outerShdw>
                </a:effectLst>
                <a:latin typeface="Times New Roman" pitchFamily="18" charset="0"/>
                <a:ea typeface="イワタ中丸ゴシック体(GT)" charset="-128"/>
                <a:cs typeface="Angsana New" pitchFamily="18" charset="-34"/>
              </a:rPr>
              <a:t> </a:t>
            </a:r>
          </a:p>
        </p:txBody>
      </p:sp>
      <p:sp>
        <p:nvSpPr>
          <p:cNvPr id="658444" name="Text Box 12"/>
          <p:cNvSpPr txBox="1">
            <a:spLocks noChangeArrowheads="1"/>
          </p:cNvSpPr>
          <p:nvPr/>
        </p:nvSpPr>
        <p:spPr bwMode="auto">
          <a:xfrm>
            <a:off x="457200" y="4051300"/>
            <a:ext cx="2335213" cy="519113"/>
          </a:xfrm>
          <a:prstGeom prst="rect">
            <a:avLst/>
          </a:prstGeom>
          <a:solidFill>
            <a:srgbClr val="800080"/>
          </a:solidFill>
          <a:ln w="9525">
            <a:noFill/>
            <a:miter lim="800000"/>
            <a:headEnd/>
            <a:tailEnd/>
          </a:ln>
          <a:effectLst>
            <a:outerShdw blurRad="63500" dist="107763" dir="2700000" algn="ctr" rotWithShape="0">
              <a:schemeClr val="bg2">
                <a:alpha val="74998"/>
              </a:schemeClr>
            </a:outerShdw>
          </a:effectLst>
        </p:spPr>
        <p:txBody>
          <a:bodyPr lIns="72000" rIns="72000">
            <a:spAutoFit/>
          </a:bodyPr>
          <a:lstStyle/>
          <a:p>
            <a:pPr>
              <a:spcBef>
                <a:spcPct val="50000"/>
              </a:spcBef>
              <a:defRPr/>
            </a:pPr>
            <a:r>
              <a:rPr lang="en-US" altLang="ja-JP" sz="1800">
                <a:solidFill>
                  <a:schemeClr val="folHlink"/>
                </a:solidFill>
                <a:effectLst>
                  <a:outerShdw blurRad="38100" dist="38100" dir="2700000" algn="tl">
                    <a:srgbClr val="000000"/>
                  </a:outerShdw>
                </a:effectLst>
                <a:latin typeface="Angsana New" pitchFamily="18" charset="-34"/>
                <a:cs typeface="Angsana New" pitchFamily="18" charset="-34"/>
              </a:rPr>
              <a:t> ⑨ </a:t>
            </a:r>
            <a:r>
              <a:rPr lang="th-TH" altLang="ja-JP" sz="1600">
                <a:solidFill>
                  <a:schemeClr val="folHlink"/>
                </a:solidFill>
                <a:effectLst>
                  <a:outerShdw blurRad="38100" dist="38100" dir="2700000" algn="tl">
                    <a:srgbClr val="000000"/>
                  </a:outerShdw>
                </a:effectLst>
                <a:cs typeface="Angsana New" pitchFamily="18" charset="-34"/>
              </a:rPr>
              <a:t>Source management</a:t>
            </a:r>
            <a:r>
              <a:rPr lang="en-US" altLang="ja-JP">
                <a:effectLst>
                  <a:outerShdw blurRad="38100" dist="38100" dir="2700000" algn="tl">
                    <a:srgbClr val="000000"/>
                  </a:outerShdw>
                </a:effectLst>
                <a:cs typeface="Angsana New" pitchFamily="18" charset="-34"/>
              </a:rPr>
              <a:t> </a:t>
            </a:r>
          </a:p>
        </p:txBody>
      </p:sp>
      <p:sp>
        <p:nvSpPr>
          <p:cNvPr id="658445" name="Text Box 13"/>
          <p:cNvSpPr txBox="1">
            <a:spLocks noChangeArrowheads="1"/>
          </p:cNvSpPr>
          <p:nvPr/>
        </p:nvSpPr>
        <p:spPr bwMode="auto">
          <a:xfrm>
            <a:off x="488950" y="5445125"/>
            <a:ext cx="2263775" cy="396875"/>
          </a:xfrm>
          <a:prstGeom prst="rect">
            <a:avLst/>
          </a:prstGeom>
          <a:solidFill>
            <a:srgbClr val="800080"/>
          </a:solidFill>
          <a:ln w="9525">
            <a:noFill/>
            <a:miter lim="800000"/>
            <a:headEnd/>
            <a:tailEnd/>
          </a:ln>
          <a:effectLst>
            <a:outerShdw blurRad="63500" dist="107763" dir="2700000" algn="ctr" rotWithShape="0">
              <a:schemeClr val="bg2">
                <a:alpha val="74998"/>
              </a:schemeClr>
            </a:outerShdw>
          </a:effectLst>
        </p:spPr>
        <p:txBody>
          <a:bodyPr lIns="72000" rIns="72000">
            <a:spAutoFit/>
          </a:bodyPr>
          <a:lstStyle/>
          <a:p>
            <a:pPr>
              <a:spcBef>
                <a:spcPct val="50000"/>
              </a:spcBef>
              <a:defRPr/>
            </a:pPr>
            <a:r>
              <a:rPr lang="en-US" altLang="ja-JP" sz="1800">
                <a:solidFill>
                  <a:schemeClr val="folHlink"/>
                </a:solidFill>
                <a:effectLst>
                  <a:outerShdw blurRad="38100" dist="38100" dir="2700000" algn="tl">
                    <a:srgbClr val="000000"/>
                  </a:outerShdw>
                </a:effectLst>
                <a:latin typeface="LotusBusakorn" pitchFamily="2" charset="-128"/>
                <a:ea typeface="LotusBusakorn" pitchFamily="2" charset="-128"/>
              </a:rPr>
              <a:t> ⑩ </a:t>
            </a:r>
            <a:r>
              <a:rPr lang="th-TH" altLang="ja-JP" sz="2000">
                <a:solidFill>
                  <a:schemeClr val="folHlink"/>
                </a:solidFill>
                <a:effectLst>
                  <a:outerShdw blurRad="38100" dist="38100" dir="2700000" algn="tl">
                    <a:srgbClr val="000000"/>
                  </a:outerShdw>
                </a:effectLst>
                <a:ea typeface="イワタ中丸ゴシック体(GT)" charset="-128"/>
                <a:cs typeface="Angsana New" pitchFamily="18" charset="-34"/>
              </a:rPr>
              <a:t>Stardardized</a:t>
            </a:r>
            <a:r>
              <a:rPr lang="en-US" altLang="ja-JP" sz="2000">
                <a:solidFill>
                  <a:schemeClr val="folHlink"/>
                </a:solidFill>
                <a:effectLst>
                  <a:outerShdw blurRad="38100" dist="38100" dir="2700000" algn="tl">
                    <a:srgbClr val="000000"/>
                  </a:outerShdw>
                </a:effectLst>
                <a:ea typeface="イワタ中丸ゴシック体(GT)" charset="-128"/>
              </a:rPr>
              <a:t> </a:t>
            </a:r>
          </a:p>
        </p:txBody>
      </p:sp>
      <p:sp>
        <p:nvSpPr>
          <p:cNvPr id="658446" name="AutoShape 14"/>
          <p:cNvSpPr>
            <a:spLocks noChangeArrowheads="1"/>
          </p:cNvSpPr>
          <p:nvPr/>
        </p:nvSpPr>
        <p:spPr bwMode="auto">
          <a:xfrm>
            <a:off x="609600" y="152400"/>
            <a:ext cx="8088313" cy="533400"/>
          </a:xfrm>
          <a:prstGeom prst="roundRect">
            <a:avLst>
              <a:gd name="adj" fmla="val 16667"/>
            </a:avLst>
          </a:prstGeom>
          <a:solidFill>
            <a:srgbClr val="008000"/>
          </a:solidFill>
          <a:ln w="9525">
            <a:solidFill>
              <a:schemeClr val="tx1"/>
            </a:solidFill>
            <a:round/>
            <a:headEnd/>
            <a:tailEnd/>
          </a:ln>
          <a:effectLst>
            <a:outerShdw blurRad="63500" dist="107763" dir="2700000" algn="ctr" rotWithShape="0">
              <a:schemeClr val="bg2">
                <a:alpha val="74998"/>
              </a:schemeClr>
            </a:outerShdw>
          </a:effectLst>
        </p:spPr>
        <p:txBody>
          <a:bodyPr wrap="none" anchor="ctr"/>
          <a:lstStyle/>
          <a:p>
            <a:pPr algn="ctr">
              <a:defRPr/>
            </a:pPr>
            <a:r>
              <a:rPr lang="th-TH" altLang="ja-JP">
                <a:effectLst>
                  <a:outerShdw blurRad="38100" dist="38100" dir="2700000" algn="tl">
                    <a:srgbClr val="000000"/>
                  </a:outerShdw>
                </a:effectLst>
                <a:ea typeface="イワタ中丸ゴシック体(GT)" charset="-128"/>
                <a:cs typeface="Angsana New" pitchFamily="18" charset="-34"/>
              </a:rPr>
              <a:t>Viewpoint and Concept  </a:t>
            </a:r>
            <a:r>
              <a:rPr lang="en-US" altLang="ja-JP">
                <a:effectLst>
                  <a:outerShdw blurRad="38100" dist="38100" dir="2700000" algn="tl">
                    <a:srgbClr val="000000"/>
                  </a:outerShdw>
                </a:effectLst>
                <a:ea typeface="イワタ中丸ゴシック体(GT)" charset="-128"/>
                <a:cs typeface="Angsana New" pitchFamily="18" charset="-34"/>
              </a:rPr>
              <a:t>of QC Activities. (3)</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0482" name="Text Box 2"/>
          <p:cNvSpPr txBox="1">
            <a:spLocks noChangeArrowheads="1"/>
          </p:cNvSpPr>
          <p:nvPr/>
        </p:nvSpPr>
        <p:spPr bwMode="auto">
          <a:xfrm>
            <a:off x="0" y="3870325"/>
            <a:ext cx="2514600" cy="823913"/>
          </a:xfrm>
          <a:prstGeom prst="rect">
            <a:avLst/>
          </a:prstGeom>
          <a:noFill/>
          <a:ln w="25400">
            <a:noFill/>
            <a:miter lim="800000"/>
            <a:headEnd/>
            <a:tailEnd/>
          </a:ln>
          <a:effectLst>
            <a:outerShdw blurRad="63500" dist="38099" dir="2700000" algn="ctr" rotWithShape="0">
              <a:schemeClr val="bg2">
                <a:alpha val="74998"/>
              </a:schemeClr>
            </a:outerShdw>
          </a:effectLst>
        </p:spPr>
        <p:txBody>
          <a:bodyPr lIns="90000" rIns="90000">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spcBef>
                <a:spcPct val="50000"/>
              </a:spcBef>
            </a:pPr>
            <a:r>
              <a:rPr lang="en-US" altLang="ja-JP" sz="2400">
                <a:solidFill>
                  <a:srgbClr val="FFFF00"/>
                </a:solidFill>
                <a:effectLst>
                  <a:outerShdw blurRad="38100" dist="38100" dir="2700000" algn="tl">
                    <a:srgbClr val="000000"/>
                  </a:outerShdw>
                </a:effectLst>
                <a:latin typeface="Times New Roman" panose="02020603050405020304" pitchFamily="18" charset="0"/>
              </a:rPr>
              <a:t>■ </a:t>
            </a:r>
            <a:r>
              <a:rPr lang="en-US" altLang="ja-JP" sz="1600">
                <a:solidFill>
                  <a:srgbClr val="FFFF00"/>
                </a:solidFill>
                <a:effectLst>
                  <a:outerShdw blurRad="38100" dist="38100" dir="2700000" algn="tl">
                    <a:srgbClr val="000000"/>
                  </a:outerShdw>
                </a:effectLst>
                <a:latin typeface="Times New Roman" panose="02020603050405020304" pitchFamily="18" charset="0"/>
                <a:cs typeface="Angsana New" pitchFamily="18" charset="-34"/>
              </a:rPr>
              <a:t>Performance</a:t>
            </a:r>
          </a:p>
          <a:p>
            <a:pPr algn="ctr" eaLnBrk="1" hangingPunct="1">
              <a:spcBef>
                <a:spcPct val="50000"/>
              </a:spcBef>
            </a:pPr>
            <a:r>
              <a:rPr lang="en-US" altLang="ja-JP" sz="1600">
                <a:solidFill>
                  <a:srgbClr val="FFFF00"/>
                </a:solidFill>
                <a:effectLst>
                  <a:outerShdw blurRad="38100" dist="38100" dir="2700000" algn="tl">
                    <a:srgbClr val="000000"/>
                  </a:outerShdw>
                </a:effectLst>
                <a:latin typeface="Times New Roman" panose="02020603050405020304" pitchFamily="18" charset="0"/>
                <a:cs typeface="Angsana New" pitchFamily="18" charset="-34"/>
              </a:rPr>
              <a:t>Item</a:t>
            </a:r>
          </a:p>
        </p:txBody>
      </p:sp>
      <p:grpSp>
        <p:nvGrpSpPr>
          <p:cNvPr id="60419" name="Group 3"/>
          <p:cNvGrpSpPr>
            <a:grpSpLocks/>
          </p:cNvGrpSpPr>
          <p:nvPr/>
        </p:nvGrpSpPr>
        <p:grpSpPr bwMode="auto">
          <a:xfrm>
            <a:off x="200025" y="2924175"/>
            <a:ext cx="9525000" cy="576263"/>
            <a:chOff x="128" y="1920"/>
            <a:chExt cx="5880" cy="48"/>
          </a:xfrm>
        </p:grpSpPr>
        <p:sp>
          <p:nvSpPr>
            <p:cNvPr id="660484" name="Line 4"/>
            <p:cNvSpPr>
              <a:spLocks noChangeShapeType="1"/>
            </p:cNvSpPr>
            <p:nvPr/>
          </p:nvSpPr>
          <p:spPr bwMode="auto">
            <a:xfrm>
              <a:off x="128" y="1968"/>
              <a:ext cx="5880" cy="0"/>
            </a:xfrm>
            <a:prstGeom prst="line">
              <a:avLst/>
            </a:prstGeom>
            <a:noFill/>
            <a:ln w="9525">
              <a:solidFill>
                <a:schemeClr val="tx1"/>
              </a:solidFill>
              <a:round/>
              <a:headEnd/>
              <a:tailEnd/>
            </a:ln>
            <a:effectLst>
              <a:outerShdw blurRad="63500" dist="38099" dir="2700000" algn="ctr" rotWithShape="0">
                <a:schemeClr val="bg2">
                  <a:alpha val="74998"/>
                </a:schemeClr>
              </a:outerShdw>
            </a:effectLst>
          </p:spPr>
          <p:txBody>
            <a:bodyPr wrap="none" lIns="1062000" rIns="1242000"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sp>
          <p:nvSpPr>
            <p:cNvPr id="660485" name="Line 5"/>
            <p:cNvSpPr>
              <a:spLocks noChangeShapeType="1"/>
            </p:cNvSpPr>
            <p:nvPr/>
          </p:nvSpPr>
          <p:spPr bwMode="auto">
            <a:xfrm>
              <a:off x="128" y="1920"/>
              <a:ext cx="5880" cy="0"/>
            </a:xfrm>
            <a:prstGeom prst="line">
              <a:avLst/>
            </a:prstGeom>
            <a:noFill/>
            <a:ln w="9525">
              <a:solidFill>
                <a:schemeClr val="tx1"/>
              </a:solidFill>
              <a:round/>
              <a:headEnd/>
              <a:tailEnd/>
            </a:ln>
            <a:effectLst>
              <a:outerShdw blurRad="63500" dist="38099" dir="2700000" algn="ctr" rotWithShape="0">
                <a:schemeClr val="bg2">
                  <a:alpha val="74998"/>
                </a:schemeClr>
              </a:outerShdw>
            </a:effectLst>
          </p:spPr>
          <p:txBody>
            <a:bodyPr wrap="none" lIns="1062000" rIns="1242000" anchor="ctr"/>
            <a:lstStyle/>
            <a:p>
              <a:pPr>
                <a:defRPr/>
              </a:pPr>
              <a:endParaRPr lang="en-US">
                <a:effectLst>
                  <a:outerShdw blurRad="38100" dist="38100" dir="2700000" algn="tl">
                    <a:srgbClr val="000000">
                      <a:alpha val="43137"/>
                    </a:srgbClr>
                  </a:outerShdw>
                </a:effectLst>
                <a:ea typeface="イワタ中丸ゴシック体(GT)" charset="-128"/>
                <a:cs typeface="イワタ中丸ゴシック体(GT)" charset="-128"/>
              </a:endParaRPr>
            </a:p>
          </p:txBody>
        </p:sp>
      </p:grpSp>
      <p:sp>
        <p:nvSpPr>
          <p:cNvPr id="660486" name="Text Box 6"/>
          <p:cNvSpPr txBox="1">
            <a:spLocks noChangeArrowheads="1"/>
          </p:cNvSpPr>
          <p:nvPr/>
        </p:nvSpPr>
        <p:spPr bwMode="auto">
          <a:xfrm>
            <a:off x="200025" y="1339850"/>
            <a:ext cx="1752600" cy="457200"/>
          </a:xfrm>
          <a:prstGeom prst="rect">
            <a:avLst/>
          </a:prstGeom>
          <a:noFill/>
          <a:ln w="25400">
            <a:noFill/>
            <a:miter lim="800000"/>
            <a:headEnd/>
            <a:tailEnd/>
          </a:ln>
          <a:effectLst>
            <a:outerShdw blurRad="63500" dist="38099" dir="2700000" algn="ctr" rotWithShape="0">
              <a:schemeClr val="bg2">
                <a:alpha val="74998"/>
              </a:schemeClr>
            </a:outerShdw>
          </a:effectLst>
        </p:spPr>
        <p:txBody>
          <a:bodyPr lIns="90000" rIns="90000">
            <a:spAutoFit/>
          </a:bodyPr>
          <a:lstStyle>
            <a:lvl1pPr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algn="ctr" eaLnBrk="1" hangingPunct="1">
              <a:spcBef>
                <a:spcPct val="50000"/>
              </a:spcBef>
            </a:pPr>
            <a:r>
              <a:rPr lang="en-US" altLang="ja-JP" sz="2400">
                <a:solidFill>
                  <a:srgbClr val="FF00FF"/>
                </a:solidFill>
                <a:effectLst>
                  <a:outerShdw blurRad="38100" dist="38100" dir="2700000" algn="tl">
                    <a:srgbClr val="000000"/>
                  </a:outerShdw>
                </a:effectLst>
                <a:latin typeface="Times New Roman" panose="02020603050405020304" pitchFamily="18" charset="0"/>
                <a:ea typeface="MS Gothic" panose="020B0609070205080204" pitchFamily="49" charset="-128"/>
              </a:rPr>
              <a:t>■ </a:t>
            </a:r>
            <a:r>
              <a:rPr lang="en-US" altLang="ja-JP" sz="2000">
                <a:solidFill>
                  <a:srgbClr val="FF00FF"/>
                </a:solidFill>
                <a:effectLst>
                  <a:outerShdw blurRad="38100" dist="38100" dir="2700000" algn="tl">
                    <a:srgbClr val="000000"/>
                  </a:outerShdw>
                </a:effectLst>
                <a:latin typeface="Times New Roman" panose="02020603050405020304" pitchFamily="18" charset="0"/>
                <a:ea typeface="MS Gothic" panose="020B0609070205080204" pitchFamily="49" charset="-128"/>
                <a:cs typeface="Angsana New" pitchFamily="18" charset="-34"/>
              </a:rPr>
              <a:t>Duty</a:t>
            </a:r>
          </a:p>
        </p:txBody>
      </p:sp>
      <p:sp>
        <p:nvSpPr>
          <p:cNvPr id="660487" name="AutoShape 7"/>
          <p:cNvSpPr>
            <a:spLocks noChangeArrowheads="1"/>
          </p:cNvSpPr>
          <p:nvPr/>
        </p:nvSpPr>
        <p:spPr bwMode="auto">
          <a:xfrm>
            <a:off x="1914525" y="1449388"/>
            <a:ext cx="304800" cy="304800"/>
          </a:xfrm>
          <a:prstGeom prst="rightArrow">
            <a:avLst>
              <a:gd name="adj1" fmla="val 50000"/>
              <a:gd name="adj2" fmla="val 25000"/>
            </a:avLst>
          </a:prstGeom>
          <a:solidFill>
            <a:srgbClr val="00FF00"/>
          </a:solidFill>
          <a:ln w="9525">
            <a:solidFill>
              <a:schemeClr val="tx1"/>
            </a:solidFill>
            <a:miter lim="800000"/>
            <a:headEnd/>
            <a:tailEnd/>
          </a:ln>
          <a:effectLst>
            <a:outerShdw blurRad="63500" dist="38099" dir="2700000" algn="ctr" rotWithShape="0">
              <a:schemeClr val="bg2">
                <a:alpha val="74998"/>
              </a:schemeClr>
            </a:outerShdw>
          </a:effectLst>
        </p:spPr>
        <p:txBody>
          <a:bodyPr wrap="none" lIns="1062000" rIns="1242000" anchor="ctr"/>
          <a:lstStyle/>
          <a:p>
            <a:pPr>
              <a:defRPr/>
            </a:pPr>
            <a:endParaRPr lang="en-US">
              <a:effectLst>
                <a:outerShdw blurRad="38100" dist="38100" dir="2700000" algn="tl">
                  <a:srgbClr val="000000"/>
                </a:outerShdw>
              </a:effectLst>
            </a:endParaRPr>
          </a:p>
        </p:txBody>
      </p:sp>
      <p:sp>
        <p:nvSpPr>
          <p:cNvPr id="660488" name="AutoShape 8"/>
          <p:cNvSpPr>
            <a:spLocks noChangeArrowheads="1"/>
          </p:cNvSpPr>
          <p:nvPr/>
        </p:nvSpPr>
        <p:spPr bwMode="auto">
          <a:xfrm>
            <a:off x="2133600" y="3937000"/>
            <a:ext cx="304800" cy="304800"/>
          </a:xfrm>
          <a:prstGeom prst="rightArrow">
            <a:avLst>
              <a:gd name="adj1" fmla="val 50000"/>
              <a:gd name="adj2" fmla="val 25000"/>
            </a:avLst>
          </a:prstGeom>
          <a:solidFill>
            <a:schemeClr val="tx1"/>
          </a:solidFill>
          <a:ln w="9525">
            <a:solidFill>
              <a:schemeClr val="tx1"/>
            </a:solidFill>
            <a:miter lim="800000"/>
            <a:headEnd/>
            <a:tailEnd/>
          </a:ln>
          <a:effectLst>
            <a:outerShdw blurRad="63500" dist="38099" dir="2700000" algn="ctr" rotWithShape="0">
              <a:schemeClr val="bg2">
                <a:alpha val="74998"/>
              </a:schemeClr>
            </a:outerShdw>
          </a:effectLst>
        </p:spPr>
        <p:txBody>
          <a:bodyPr wrap="none" lIns="1062000" rIns="1242000" anchor="ctr"/>
          <a:lstStyle/>
          <a:p>
            <a:pPr>
              <a:defRPr/>
            </a:pPr>
            <a:endParaRPr lang="en-US">
              <a:effectLst>
                <a:outerShdw blurRad="38100" dist="38100" dir="2700000" algn="tl">
                  <a:srgbClr val="C0C0C0"/>
                </a:outerShdw>
              </a:effectLst>
            </a:endParaRPr>
          </a:p>
        </p:txBody>
      </p:sp>
      <p:pic>
        <p:nvPicPr>
          <p:cNvPr id="660489" name="Picture 9" descr="BD04972_"/>
          <p:cNvPicPr>
            <a:picLocks noChangeAspect="1" noChangeArrowheads="1"/>
          </p:cNvPicPr>
          <p:nvPr/>
        </p:nvPicPr>
        <p:blipFill>
          <a:blip r:embed="rId3"/>
          <a:srcRect/>
          <a:stretch>
            <a:fillRect/>
          </a:stretch>
        </p:blipFill>
        <p:spPr bwMode="auto">
          <a:xfrm>
            <a:off x="533400" y="4827588"/>
            <a:ext cx="1295400" cy="1116012"/>
          </a:xfrm>
          <a:prstGeom prst="rect">
            <a:avLst/>
          </a:prstGeom>
          <a:noFill/>
          <a:effectLst>
            <a:outerShdw blurRad="63500" dist="38099" dir="2700000" algn="ctr" rotWithShape="0">
              <a:srgbClr val="000000">
                <a:alpha val="74998"/>
              </a:srgbClr>
            </a:outerShdw>
          </a:effectLst>
        </p:spPr>
      </p:pic>
      <p:sp>
        <p:nvSpPr>
          <p:cNvPr id="660490" name="AutoShape 10"/>
          <p:cNvSpPr>
            <a:spLocks noChangeArrowheads="1"/>
          </p:cNvSpPr>
          <p:nvPr/>
        </p:nvSpPr>
        <p:spPr bwMode="auto">
          <a:xfrm>
            <a:off x="228600" y="620713"/>
            <a:ext cx="9525000" cy="6237287"/>
          </a:xfrm>
          <a:prstGeom prst="roundRect">
            <a:avLst>
              <a:gd name="adj" fmla="val 8560"/>
            </a:avLst>
          </a:prstGeom>
          <a:noFill/>
          <a:ln w="15875">
            <a:solidFill>
              <a:schemeClr val="tx1"/>
            </a:solidFill>
            <a:round/>
            <a:headEnd/>
            <a:tailEnd/>
          </a:ln>
          <a:effectLst>
            <a:outerShdw blurRad="63500" dist="38099" dir="2700000" algn="ctr" rotWithShape="0">
              <a:schemeClr val="bg2">
                <a:alpha val="74998"/>
              </a:schemeClr>
            </a:outerShdw>
          </a:effectLst>
        </p:spPr>
        <p:txBody>
          <a:bodyPr wrap="none" lIns="1062000" rIns="1242000" anchor="ctr"/>
          <a:lstStyle/>
          <a:p>
            <a:pPr>
              <a:defRPr/>
            </a:pPr>
            <a:endParaRPr lang="en-US">
              <a:effectLst>
                <a:outerShdw blurRad="38100" dist="38100" dir="2700000" algn="tl">
                  <a:srgbClr val="000000"/>
                </a:outerShdw>
              </a:effectLst>
            </a:endParaRPr>
          </a:p>
        </p:txBody>
      </p:sp>
      <p:sp>
        <p:nvSpPr>
          <p:cNvPr id="660491" name="Text Box 11"/>
          <p:cNvSpPr txBox="1">
            <a:spLocks noChangeArrowheads="1"/>
          </p:cNvSpPr>
          <p:nvPr/>
        </p:nvSpPr>
        <p:spPr bwMode="auto">
          <a:xfrm>
            <a:off x="1600200" y="6173788"/>
            <a:ext cx="7239000" cy="519112"/>
          </a:xfrm>
          <a:prstGeom prst="rect">
            <a:avLst/>
          </a:prstGeom>
          <a:noFill/>
          <a:ln w="9525">
            <a:noFill/>
            <a:miter lim="800000"/>
            <a:headEnd/>
            <a:tailEnd/>
          </a:ln>
          <a:effectLst>
            <a:outerShdw blurRad="63500" dist="38099" dir="2700000" algn="ctr" rotWithShape="0">
              <a:schemeClr val="bg2">
                <a:alpha val="74998"/>
              </a:schemeClr>
            </a:outerShdw>
          </a:effectLst>
        </p:spPr>
        <p:txBody>
          <a:bodyPr lIns="378000" rIns="342000">
            <a:spAutoFit/>
          </a:bodyPr>
          <a:lstStyle/>
          <a:p>
            <a:pPr algn="ctr">
              <a:spcBef>
                <a:spcPct val="50000"/>
              </a:spcBef>
              <a:defRPr/>
            </a:pPr>
            <a:r>
              <a:rPr lang="ja-JP" altLang="en-US">
                <a:effectLst>
                  <a:outerShdw blurRad="38100" dist="38100" dir="2700000" algn="tl">
                    <a:srgbClr val="000000"/>
                  </a:outerShdw>
                </a:effectLst>
                <a:latin typeface="Times New Roman" pitchFamily="18" charset="0"/>
              </a:rPr>
              <a:t>「</a:t>
            </a:r>
            <a:r>
              <a:rPr lang="en-US" altLang="ja-JP">
                <a:effectLst>
                  <a:outerShdw blurRad="38100" dist="38100" dir="2700000" algn="tl">
                    <a:srgbClr val="000000"/>
                  </a:outerShdw>
                </a:effectLst>
                <a:latin typeface="Times New Roman" pitchFamily="18" charset="0"/>
              </a:rPr>
              <a:t> </a:t>
            </a:r>
            <a:r>
              <a:rPr lang="en-US" altLang="ja-JP">
                <a:effectLst>
                  <a:outerShdw blurRad="38100" dist="38100" dir="2700000" algn="tl">
                    <a:srgbClr val="000000"/>
                  </a:outerShdw>
                </a:effectLst>
                <a:latin typeface="Times New Roman" pitchFamily="18" charset="0"/>
                <a:cs typeface="Angsana New" pitchFamily="18" charset="-34"/>
              </a:rPr>
              <a:t>Thank you</a:t>
            </a:r>
            <a:r>
              <a:rPr lang="en-US" altLang="ja-JP">
                <a:effectLst>
                  <a:outerShdw blurRad="38100" dist="38100" dir="2700000" algn="tl">
                    <a:srgbClr val="000000"/>
                  </a:outerShdw>
                </a:effectLst>
                <a:latin typeface="Times New Roman" pitchFamily="18" charset="0"/>
              </a:rPr>
              <a:t> </a:t>
            </a:r>
            <a:r>
              <a:rPr lang="ja-JP" altLang="en-US">
                <a:effectLst>
                  <a:outerShdw blurRad="38100" dist="38100" dir="2700000" algn="tl">
                    <a:srgbClr val="000000"/>
                  </a:outerShdw>
                </a:effectLst>
                <a:latin typeface="Times New Roman" pitchFamily="18" charset="0"/>
              </a:rPr>
              <a:t>」</a:t>
            </a:r>
            <a:endParaRPr lang="en-US" altLang="ja-JP">
              <a:effectLst>
                <a:outerShdw blurRad="38100" dist="38100" dir="2700000" algn="tl">
                  <a:srgbClr val="000000"/>
                </a:outerShdw>
              </a:effectLst>
              <a:latin typeface="Times New Roman" pitchFamily="18" charset="0"/>
            </a:endParaRPr>
          </a:p>
        </p:txBody>
      </p:sp>
      <p:sp>
        <p:nvSpPr>
          <p:cNvPr id="660492" name="Text Box 12"/>
          <p:cNvSpPr txBox="1">
            <a:spLocks noChangeArrowheads="1"/>
          </p:cNvSpPr>
          <p:nvPr/>
        </p:nvSpPr>
        <p:spPr bwMode="auto">
          <a:xfrm>
            <a:off x="2289175" y="1195388"/>
            <a:ext cx="7467600" cy="1187450"/>
          </a:xfrm>
          <a:prstGeom prst="rect">
            <a:avLst/>
          </a:prstGeom>
          <a:noFill/>
          <a:ln w="9525">
            <a:noFill/>
            <a:miter lim="800000"/>
            <a:headEnd/>
            <a:tailEnd/>
          </a:ln>
          <a:effectLst/>
        </p:spPr>
        <p:txBody>
          <a:bodyPr>
            <a:spAutoFit/>
          </a:bodyPr>
          <a:lstStyle/>
          <a:p>
            <a:pPr eaLnBrk="0">
              <a:spcBef>
                <a:spcPct val="30000"/>
              </a:spcBef>
              <a:defRPr/>
            </a:pPr>
            <a:r>
              <a:rPr lang="th-TH" altLang="ja-JP" sz="2400">
                <a:effectLst>
                  <a:outerShdw blurRad="38100" dist="38100" dir="2700000" algn="tl">
                    <a:srgbClr val="000000"/>
                  </a:outerShdw>
                </a:effectLst>
                <a:latin typeface="Times New Roman" pitchFamily="18" charset="0"/>
                <a:cs typeface="Angsana New" pitchFamily="18" charset="-34"/>
              </a:rPr>
              <a:t>describing the future of the circle  and ensuring teamwork towards achieving a target, while helping members improve their capabilities</a:t>
            </a:r>
            <a:endParaRPr lang="en-US" altLang="ja-JP" sz="2400">
              <a:effectLst>
                <a:outerShdw blurRad="38100" dist="38100" dir="2700000" algn="tl">
                  <a:srgbClr val="000000"/>
                </a:outerShdw>
              </a:effectLst>
              <a:latin typeface="Times New Roman" pitchFamily="18" charset="0"/>
              <a:cs typeface="Angsana New" pitchFamily="18" charset="-34"/>
            </a:endParaRPr>
          </a:p>
        </p:txBody>
      </p:sp>
      <p:sp>
        <p:nvSpPr>
          <p:cNvPr id="660493" name="Text Box 13"/>
          <p:cNvSpPr txBox="1">
            <a:spLocks noChangeArrowheads="1"/>
          </p:cNvSpPr>
          <p:nvPr/>
        </p:nvSpPr>
        <p:spPr bwMode="auto">
          <a:xfrm>
            <a:off x="2603500" y="3771900"/>
            <a:ext cx="6858000" cy="2225675"/>
          </a:xfrm>
          <a:prstGeom prst="rect">
            <a:avLst/>
          </a:prstGeom>
          <a:noFill/>
          <a:ln w="9525">
            <a:noFill/>
            <a:miter lim="800000"/>
            <a:headEnd/>
            <a:tailEnd/>
          </a:ln>
          <a:effectLst/>
        </p:spPr>
        <p:txBody>
          <a:bodyPr>
            <a:spAutoFit/>
          </a:bodyPr>
          <a:lstStyle>
            <a:lvl1pPr marL="123825" indent="-123825" eaLnBrk="0" hangingPunct="0">
              <a:defRPr kumimoji="1" sz="2800" b="1">
                <a:solidFill>
                  <a:schemeClr val="tx1"/>
                </a:solidFill>
                <a:latin typeface="イワタ中丸ゴシック体(GT)" charset="-128"/>
                <a:ea typeface="MS PGothic" panose="020B0600070205080204" pitchFamily="34" charset="-128"/>
              </a:defRPr>
            </a:lvl1pPr>
            <a:lvl2pPr marL="742950" indent="-285750" eaLnBrk="0" hangingPunct="0">
              <a:defRPr kumimoji="1" sz="2800" b="1">
                <a:solidFill>
                  <a:schemeClr val="tx1"/>
                </a:solidFill>
                <a:latin typeface="イワタ中丸ゴシック体(GT)" charset="-128"/>
                <a:ea typeface="MS PGothic" panose="020B0600070205080204" pitchFamily="34" charset="-128"/>
              </a:defRPr>
            </a:lvl2pPr>
            <a:lvl3pPr marL="1143000" indent="-228600" eaLnBrk="0" hangingPunct="0">
              <a:defRPr kumimoji="1" sz="2800" b="1">
                <a:solidFill>
                  <a:schemeClr val="tx1"/>
                </a:solidFill>
                <a:latin typeface="イワタ中丸ゴシック体(GT)" charset="-128"/>
                <a:ea typeface="MS PGothic" panose="020B0600070205080204" pitchFamily="34" charset="-128"/>
              </a:defRPr>
            </a:lvl3pPr>
            <a:lvl4pPr marL="1600200" indent="-228600" eaLnBrk="0" hangingPunct="0">
              <a:defRPr kumimoji="1" sz="2800" b="1">
                <a:solidFill>
                  <a:schemeClr val="tx1"/>
                </a:solidFill>
                <a:latin typeface="イワタ中丸ゴシック体(GT)" charset="-128"/>
                <a:ea typeface="MS PGothic" panose="020B0600070205080204" pitchFamily="34" charset="-128"/>
              </a:defRPr>
            </a:lvl4pPr>
            <a:lvl5pPr marL="2057400" indent="-228600" eaLnBrk="0" hangingPunct="0">
              <a:defRPr kumimoji="1" sz="2800" b="1">
                <a:solidFill>
                  <a:schemeClr val="tx1"/>
                </a:solidFill>
                <a:latin typeface="イワタ中丸ゴシック体(GT)" charset="-128"/>
                <a:ea typeface="MS PGothic" panose="020B0600070205080204" pitchFamily="34" charset="-128"/>
              </a:defRPr>
            </a:lvl5pPr>
            <a:lvl6pPr marL="25146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6pPr>
            <a:lvl7pPr marL="29718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7pPr>
            <a:lvl8pPr marL="34290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8pPr>
            <a:lvl9pPr marL="3886200" indent="-228600" eaLnBrk="0" fontAlgn="base" hangingPunct="0">
              <a:spcBef>
                <a:spcPct val="0"/>
              </a:spcBef>
              <a:spcAft>
                <a:spcPct val="0"/>
              </a:spcAft>
              <a:defRPr kumimoji="1" sz="2800" b="1">
                <a:solidFill>
                  <a:schemeClr val="tx1"/>
                </a:solidFill>
                <a:latin typeface="イワタ中丸ゴシック体(GT)" charset="-128"/>
                <a:ea typeface="MS PGothic" panose="020B0600070205080204" pitchFamily="34" charset="-128"/>
              </a:defRPr>
            </a:lvl9pPr>
          </a:lstStyle>
          <a:p>
            <a:pPr eaLnBrk="1" hangingPunct="1"/>
            <a:r>
              <a:rPr lang="en-US" altLang="ja-JP" sz="2000">
                <a:effectLst>
                  <a:outerShdw blurRad="38100" dist="38100" dir="2700000" algn="tl">
                    <a:srgbClr val="000000"/>
                  </a:outerShdw>
                </a:effectLst>
                <a:latin typeface="Times New Roman" panose="02020603050405020304" pitchFamily="18" charset="0"/>
              </a:rPr>
              <a:t>1. </a:t>
            </a:r>
            <a:r>
              <a:rPr lang="th-TH" altLang="ja-JP" sz="2000">
                <a:effectLst>
                  <a:outerShdw blurRad="38100" dist="38100" dir="2700000" algn="tl">
                    <a:srgbClr val="000000"/>
                  </a:outerShdw>
                </a:effectLst>
                <a:latin typeface="Times New Roman" panose="02020603050405020304" pitchFamily="18" charset="0"/>
              </a:rPr>
              <a:t>Decide the future of the circle and make the circle member understand.</a:t>
            </a:r>
            <a:endParaRPr lang="en-US" altLang="ja-JP" sz="2000">
              <a:effectLst>
                <a:outerShdw blurRad="38100" dist="38100" dir="2700000" algn="tl">
                  <a:srgbClr val="000000"/>
                </a:outerShdw>
              </a:effectLst>
              <a:latin typeface="Times New Roman" panose="02020603050405020304" pitchFamily="18" charset="0"/>
            </a:endParaRPr>
          </a:p>
          <a:p>
            <a:pPr eaLnBrk="1" hangingPunct="1"/>
            <a:r>
              <a:rPr lang="en-US" altLang="ja-JP" sz="2000">
                <a:effectLst>
                  <a:outerShdw blurRad="38100" dist="38100" dir="2700000" algn="tl">
                    <a:srgbClr val="000000"/>
                  </a:outerShdw>
                </a:effectLst>
                <a:latin typeface="Times New Roman" panose="02020603050405020304" pitchFamily="18" charset="0"/>
              </a:rPr>
              <a:t>2. </a:t>
            </a:r>
            <a:r>
              <a:rPr lang="th-TH" altLang="ja-JP" sz="2000">
                <a:effectLst>
                  <a:outerShdw blurRad="38100" dist="38100" dir="2700000" algn="tl">
                    <a:srgbClr val="000000"/>
                  </a:outerShdw>
                </a:effectLst>
                <a:latin typeface="Times New Roman" panose="02020603050405020304" pitchFamily="18" charset="0"/>
              </a:rPr>
              <a:t>Instruct the theme learder for theme solving.  </a:t>
            </a:r>
            <a:endParaRPr lang="en-US" altLang="ja-JP" sz="2000">
              <a:effectLst>
                <a:outerShdw blurRad="38100" dist="38100" dir="2700000" algn="tl">
                  <a:srgbClr val="000000"/>
                </a:outerShdw>
              </a:effectLst>
              <a:latin typeface="Times New Roman" panose="02020603050405020304" pitchFamily="18" charset="0"/>
            </a:endParaRPr>
          </a:p>
          <a:p>
            <a:pPr eaLnBrk="1" hangingPunct="1"/>
            <a:r>
              <a:rPr lang="en-US" altLang="ja-JP" sz="2000">
                <a:effectLst>
                  <a:outerShdw blurRad="38100" dist="38100" dir="2700000" algn="tl">
                    <a:srgbClr val="000000"/>
                  </a:outerShdw>
                </a:effectLst>
                <a:latin typeface="Times New Roman" panose="02020603050405020304" pitchFamily="18" charset="0"/>
              </a:rPr>
              <a:t>3. </a:t>
            </a:r>
            <a:r>
              <a:rPr lang="th-TH" altLang="ja-JP" sz="2000">
                <a:effectLst>
                  <a:outerShdw blurRad="38100" dist="38100" dir="2700000" algn="tl">
                    <a:srgbClr val="000000"/>
                  </a:outerShdw>
                </a:effectLst>
                <a:latin typeface="Times New Roman" panose="02020603050405020304" pitchFamily="18" charset="0"/>
              </a:rPr>
              <a:t>Assign the role by considering the development of circle members.</a:t>
            </a:r>
            <a:endParaRPr lang="en-US" altLang="ja-JP" sz="2000">
              <a:effectLst>
                <a:outerShdw blurRad="38100" dist="38100" dir="2700000" algn="tl">
                  <a:srgbClr val="000000"/>
                </a:outerShdw>
              </a:effectLst>
              <a:latin typeface="Times New Roman" panose="02020603050405020304" pitchFamily="18" charset="0"/>
            </a:endParaRPr>
          </a:p>
          <a:p>
            <a:pPr eaLnBrk="1" hangingPunct="1"/>
            <a:r>
              <a:rPr lang="en-US" altLang="ja-JP" sz="2000">
                <a:effectLst>
                  <a:outerShdw blurRad="38100" dist="38100" dir="2700000" algn="tl">
                    <a:srgbClr val="000000"/>
                  </a:outerShdw>
                </a:effectLst>
                <a:latin typeface="Times New Roman" panose="02020603050405020304" pitchFamily="18" charset="0"/>
              </a:rPr>
              <a:t>4. Train members such as QC story, techniques.</a:t>
            </a:r>
          </a:p>
          <a:p>
            <a:pPr eaLnBrk="1" hangingPunct="1"/>
            <a:r>
              <a:rPr lang="en-US" altLang="ja-JP" sz="2000">
                <a:effectLst>
                  <a:outerShdw blurRad="38100" dist="38100" dir="2700000" algn="tl">
                    <a:srgbClr val="000000"/>
                  </a:outerShdw>
                </a:effectLst>
                <a:latin typeface="Times New Roman" panose="02020603050405020304" pitchFamily="18" charset="0"/>
              </a:rPr>
              <a:t>5. Try to ensure person’s harmony in the circle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60491"/>
                                        </p:tgtEl>
                                        <p:attrNameLst>
                                          <p:attrName>style.visibility</p:attrName>
                                        </p:attrNameLst>
                                      </p:cBhvr>
                                      <p:to>
                                        <p:strVal val="visible"/>
                                      </p:to>
                                    </p:set>
                                    <p:animEffect transition="in" filter="blinds(horizontal)">
                                      <p:cBhvr>
                                        <p:cTn id="7" dur="500"/>
                                        <p:tgtEl>
                                          <p:spTgt spid="6604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0491" grpId="0" autoUpdateAnimBg="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F9C9D"/>
      </a:accent5>
      <a:accent6>
        <a:srgbClr val="9E5E9B"/>
      </a:accent6>
      <a:hlink>
        <a:srgbClr val="58C1BA"/>
      </a:hlink>
      <a:folHlink>
        <a:srgbClr val="9DD0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Ion</Template>
  <TotalTime>27019</TotalTime>
  <Words>7636</Words>
  <Application>Microsoft Office PowerPoint</Application>
  <PresentationFormat>A4 Paper (210x297 mm)</PresentationFormat>
  <Paragraphs>1880</Paragraphs>
  <Slides>52</Slides>
  <Notes>47</Notes>
  <HiddenSlides>0</HiddenSlides>
  <MMClips>0</MMClips>
  <ScaleCrop>false</ScaleCrop>
  <HeadingPairs>
    <vt:vector size="8" baseType="variant">
      <vt:variant>
        <vt:lpstr>Fonts Used</vt:lpstr>
      </vt:variant>
      <vt:variant>
        <vt:i4>15</vt:i4>
      </vt:variant>
      <vt:variant>
        <vt:lpstr>Theme</vt:lpstr>
      </vt:variant>
      <vt:variant>
        <vt:i4>1</vt:i4>
      </vt:variant>
      <vt:variant>
        <vt:lpstr>Embedded OLE Servers</vt:lpstr>
      </vt:variant>
      <vt:variant>
        <vt:i4>2</vt:i4>
      </vt:variant>
      <vt:variant>
        <vt:lpstr>Slide Titles</vt:lpstr>
      </vt:variant>
      <vt:variant>
        <vt:i4>52</vt:i4>
      </vt:variant>
    </vt:vector>
  </HeadingPairs>
  <TitlesOfParts>
    <vt:vector size="70" baseType="lpstr">
      <vt:lpstr>HG丸ｺﾞｼｯｸM-PRO</vt:lpstr>
      <vt:lpstr>HG創英角ｺﾞｼｯｸUB</vt:lpstr>
      <vt:lpstr>MS Gothic</vt:lpstr>
      <vt:lpstr>MS Mincho</vt:lpstr>
      <vt:lpstr>MS PGothic</vt:lpstr>
      <vt:lpstr>Angsana New</vt:lpstr>
      <vt:lpstr>Century Gothic</vt:lpstr>
      <vt:lpstr>Courier New</vt:lpstr>
      <vt:lpstr>ＤＦＰPOP体</vt:lpstr>
      <vt:lpstr>LotusBusakorn</vt:lpstr>
      <vt:lpstr>Symbol</vt:lpstr>
      <vt:lpstr>Times New Roman</vt:lpstr>
      <vt:lpstr>Wingdings</vt:lpstr>
      <vt:lpstr>Wingdings 3</vt:lpstr>
      <vt:lpstr>イワタ中丸ゴシック体(GT)</vt:lpstr>
      <vt:lpstr>Ion</vt:lpstr>
      <vt:lpstr>グラフ</vt:lpstr>
      <vt:lpstr>ﾋﾞｯﾄﾏｯﾌﾟ ｲﾒｰｼﾞ</vt:lpstr>
      <vt:lpstr>PowerPoint Presentation</vt:lpstr>
      <vt:lpstr>Goals of Corporations </vt:lpstr>
      <vt:lpstr>Retail Price and Costs</vt:lpstr>
      <vt:lpstr>Cost Changes by the Way to Manufacture</vt:lpstr>
      <vt:lpstr>There are Big Differences in How to Manufacture </vt:lpstr>
      <vt:lpstr>Summary of This Chapter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トヨタ自動車株式会社</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ｽﾗｲﾄﾞ ﾀｲﾄﾙなし</dc:title>
  <dc:creator>トヨタ自動車株式会社</dc:creator>
  <cp:lastModifiedBy>HASSAN MEHMOOD KHAN</cp:lastModifiedBy>
  <cp:revision>430</cp:revision>
  <cp:lastPrinted>2002-12-19T09:32:42Z</cp:lastPrinted>
  <dcterms:created xsi:type="dcterms:W3CDTF">2009-05-31T14:44:39Z</dcterms:created>
  <dcterms:modified xsi:type="dcterms:W3CDTF">2025-07-12T22:28:53Z</dcterms:modified>
</cp:coreProperties>
</file>